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787" y="316991"/>
            <a:ext cx="9516110" cy="6932930"/>
          </a:xfrm>
          <a:custGeom>
            <a:avLst/>
            <a:gdLst/>
            <a:ahLst/>
            <a:cxnLst/>
            <a:rect l="l" t="t" r="r" b="b"/>
            <a:pathLst>
              <a:path w="9516110" h="6932930">
                <a:moveTo>
                  <a:pt x="9515855" y="6932675"/>
                </a:moveTo>
                <a:lnTo>
                  <a:pt x="0" y="6932675"/>
                </a:lnTo>
                <a:lnTo>
                  <a:pt x="0" y="0"/>
                </a:lnTo>
                <a:lnTo>
                  <a:pt x="9515855" y="0"/>
                </a:lnTo>
                <a:lnTo>
                  <a:pt x="9515855" y="6932675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Relationship Id="rId96" Type="http://schemas.openxmlformats.org/officeDocument/2006/relationships/image" Target="../media/image95.png"/><Relationship Id="rId97" Type="http://schemas.openxmlformats.org/officeDocument/2006/relationships/image" Target="../media/image96.png"/><Relationship Id="rId98" Type="http://schemas.openxmlformats.org/officeDocument/2006/relationships/image" Target="../media/image97.png"/><Relationship Id="rId99" Type="http://schemas.openxmlformats.org/officeDocument/2006/relationships/image" Target="../media/image98.png"/><Relationship Id="rId100" Type="http://schemas.openxmlformats.org/officeDocument/2006/relationships/image" Target="../media/image99.png"/><Relationship Id="rId101" Type="http://schemas.openxmlformats.org/officeDocument/2006/relationships/image" Target="../media/image100.png"/><Relationship Id="rId102" Type="http://schemas.openxmlformats.org/officeDocument/2006/relationships/image" Target="../media/image101.png"/><Relationship Id="rId103" Type="http://schemas.openxmlformats.org/officeDocument/2006/relationships/image" Target="../media/image102.png"/><Relationship Id="rId104" Type="http://schemas.openxmlformats.org/officeDocument/2006/relationships/image" Target="../media/image103.png"/><Relationship Id="rId105" Type="http://schemas.openxmlformats.org/officeDocument/2006/relationships/image" Target="../media/image104.png"/><Relationship Id="rId106" Type="http://schemas.openxmlformats.org/officeDocument/2006/relationships/image" Target="../media/image105.png"/><Relationship Id="rId107" Type="http://schemas.openxmlformats.org/officeDocument/2006/relationships/image" Target="../media/image106.png"/><Relationship Id="rId108" Type="http://schemas.openxmlformats.org/officeDocument/2006/relationships/image" Target="../media/image107.png"/><Relationship Id="rId109" Type="http://schemas.openxmlformats.org/officeDocument/2006/relationships/image" Target="../media/image108.png"/><Relationship Id="rId110" Type="http://schemas.openxmlformats.org/officeDocument/2006/relationships/image" Target="../media/image109.png"/><Relationship Id="rId111" Type="http://schemas.openxmlformats.org/officeDocument/2006/relationships/image" Target="../media/image110.png"/><Relationship Id="rId112" Type="http://schemas.openxmlformats.org/officeDocument/2006/relationships/image" Target="../media/image111.png"/><Relationship Id="rId113" Type="http://schemas.openxmlformats.org/officeDocument/2006/relationships/image" Target="../media/image112.png"/><Relationship Id="rId114" Type="http://schemas.openxmlformats.org/officeDocument/2006/relationships/image" Target="../media/image113.png"/><Relationship Id="rId115" Type="http://schemas.openxmlformats.org/officeDocument/2006/relationships/image" Target="../media/image114.png"/><Relationship Id="rId116" Type="http://schemas.openxmlformats.org/officeDocument/2006/relationships/image" Target="../media/image115.png"/><Relationship Id="rId117" Type="http://schemas.openxmlformats.org/officeDocument/2006/relationships/image" Target="../media/image116.png"/><Relationship Id="rId118" Type="http://schemas.openxmlformats.org/officeDocument/2006/relationships/image" Target="../media/image117.png"/><Relationship Id="rId119" Type="http://schemas.openxmlformats.org/officeDocument/2006/relationships/image" Target="../media/image118.png"/><Relationship Id="rId120" Type="http://schemas.openxmlformats.org/officeDocument/2006/relationships/image" Target="../media/image119.png"/><Relationship Id="rId121" Type="http://schemas.openxmlformats.org/officeDocument/2006/relationships/image" Target="../media/image120.png"/><Relationship Id="rId122" Type="http://schemas.openxmlformats.org/officeDocument/2006/relationships/image" Target="../media/image121.png"/><Relationship Id="rId123" Type="http://schemas.openxmlformats.org/officeDocument/2006/relationships/image" Target="../media/image122.png"/><Relationship Id="rId124" Type="http://schemas.openxmlformats.org/officeDocument/2006/relationships/image" Target="../media/image123.png"/><Relationship Id="rId125" Type="http://schemas.openxmlformats.org/officeDocument/2006/relationships/image" Target="../media/image124.png"/><Relationship Id="rId126" Type="http://schemas.openxmlformats.org/officeDocument/2006/relationships/image" Target="../media/image125.png"/><Relationship Id="rId127" Type="http://schemas.openxmlformats.org/officeDocument/2006/relationships/image" Target="../media/image126.png"/><Relationship Id="rId128" Type="http://schemas.openxmlformats.org/officeDocument/2006/relationships/image" Target="../media/image127.png"/><Relationship Id="rId129" Type="http://schemas.openxmlformats.org/officeDocument/2006/relationships/image" Target="../media/image128.png"/><Relationship Id="rId130" Type="http://schemas.openxmlformats.org/officeDocument/2006/relationships/image" Target="../media/image129.png"/><Relationship Id="rId131" Type="http://schemas.openxmlformats.org/officeDocument/2006/relationships/image" Target="../media/image130.png"/><Relationship Id="rId132" Type="http://schemas.openxmlformats.org/officeDocument/2006/relationships/image" Target="../media/image131.png"/><Relationship Id="rId133" Type="http://schemas.openxmlformats.org/officeDocument/2006/relationships/image" Target="../media/image132.png"/><Relationship Id="rId134" Type="http://schemas.openxmlformats.org/officeDocument/2006/relationships/image" Target="../media/image133.png"/><Relationship Id="rId135" Type="http://schemas.openxmlformats.org/officeDocument/2006/relationships/image" Target="../media/image134.png"/><Relationship Id="rId136" Type="http://schemas.openxmlformats.org/officeDocument/2006/relationships/image" Target="../media/image135.png"/><Relationship Id="rId137" Type="http://schemas.openxmlformats.org/officeDocument/2006/relationships/image" Target="../media/image136.png"/><Relationship Id="rId138" Type="http://schemas.openxmlformats.org/officeDocument/2006/relationships/image" Target="../media/image137.png"/><Relationship Id="rId139" Type="http://schemas.openxmlformats.org/officeDocument/2006/relationships/image" Target="../media/image138.png"/><Relationship Id="rId140" Type="http://schemas.openxmlformats.org/officeDocument/2006/relationships/image" Target="../media/image139.png"/><Relationship Id="rId141" Type="http://schemas.openxmlformats.org/officeDocument/2006/relationships/image" Target="../media/image140.png"/><Relationship Id="rId142" Type="http://schemas.openxmlformats.org/officeDocument/2006/relationships/image" Target="../media/image141.png"/><Relationship Id="rId143" Type="http://schemas.openxmlformats.org/officeDocument/2006/relationships/image" Target="../media/image142.png"/><Relationship Id="rId144" Type="http://schemas.openxmlformats.org/officeDocument/2006/relationships/image" Target="../media/image143.png"/><Relationship Id="rId145" Type="http://schemas.openxmlformats.org/officeDocument/2006/relationships/image" Target="../media/image144.png"/><Relationship Id="rId146" Type="http://schemas.openxmlformats.org/officeDocument/2006/relationships/image" Target="../media/image145.png"/><Relationship Id="rId147" Type="http://schemas.openxmlformats.org/officeDocument/2006/relationships/image" Target="../media/image146.png"/><Relationship Id="rId148" Type="http://schemas.openxmlformats.org/officeDocument/2006/relationships/image" Target="../media/image147.png"/><Relationship Id="rId149" Type="http://schemas.openxmlformats.org/officeDocument/2006/relationships/image" Target="../media/image148.png"/><Relationship Id="rId150" Type="http://schemas.openxmlformats.org/officeDocument/2006/relationships/image" Target="../media/image149.png"/><Relationship Id="rId151" Type="http://schemas.openxmlformats.org/officeDocument/2006/relationships/image" Target="../media/image150.png"/><Relationship Id="rId152" Type="http://schemas.openxmlformats.org/officeDocument/2006/relationships/image" Target="../media/image151.png"/><Relationship Id="rId153" Type="http://schemas.openxmlformats.org/officeDocument/2006/relationships/image" Target="../media/image152.png"/><Relationship Id="rId154" Type="http://schemas.openxmlformats.org/officeDocument/2006/relationships/image" Target="../media/image153.png"/><Relationship Id="rId155" Type="http://schemas.openxmlformats.org/officeDocument/2006/relationships/image" Target="../media/image154.png"/><Relationship Id="rId156" Type="http://schemas.openxmlformats.org/officeDocument/2006/relationships/image" Target="../media/image155.png"/><Relationship Id="rId157" Type="http://schemas.openxmlformats.org/officeDocument/2006/relationships/image" Target="../media/image156.png"/><Relationship Id="rId158" Type="http://schemas.openxmlformats.org/officeDocument/2006/relationships/image" Target="../media/image157.png"/><Relationship Id="rId159" Type="http://schemas.openxmlformats.org/officeDocument/2006/relationships/image" Target="../media/image158.png"/><Relationship Id="rId160" Type="http://schemas.openxmlformats.org/officeDocument/2006/relationships/image" Target="../media/image159.png"/><Relationship Id="rId161" Type="http://schemas.openxmlformats.org/officeDocument/2006/relationships/image" Target="../media/image160.png"/><Relationship Id="rId162" Type="http://schemas.openxmlformats.org/officeDocument/2006/relationships/image" Target="../media/image161.png"/><Relationship Id="rId163" Type="http://schemas.openxmlformats.org/officeDocument/2006/relationships/image" Target="../media/image162.png"/><Relationship Id="rId164" Type="http://schemas.openxmlformats.org/officeDocument/2006/relationships/image" Target="../media/image163.png"/><Relationship Id="rId165" Type="http://schemas.openxmlformats.org/officeDocument/2006/relationships/image" Target="../media/image164.png"/><Relationship Id="rId166" Type="http://schemas.openxmlformats.org/officeDocument/2006/relationships/image" Target="../media/image165.png"/><Relationship Id="rId167" Type="http://schemas.openxmlformats.org/officeDocument/2006/relationships/image" Target="../media/image166.png"/><Relationship Id="rId168" Type="http://schemas.openxmlformats.org/officeDocument/2006/relationships/image" Target="../media/image167.png"/><Relationship Id="rId169" Type="http://schemas.openxmlformats.org/officeDocument/2006/relationships/image" Target="../media/image168.png"/><Relationship Id="rId170" Type="http://schemas.openxmlformats.org/officeDocument/2006/relationships/image" Target="../media/image169.png"/><Relationship Id="rId171" Type="http://schemas.openxmlformats.org/officeDocument/2006/relationships/image" Target="../media/image170.png"/><Relationship Id="rId172" Type="http://schemas.openxmlformats.org/officeDocument/2006/relationships/image" Target="../media/image171.png"/><Relationship Id="rId173" Type="http://schemas.openxmlformats.org/officeDocument/2006/relationships/image" Target="../media/image172.png"/><Relationship Id="rId174" Type="http://schemas.openxmlformats.org/officeDocument/2006/relationships/image" Target="../media/image173.png"/><Relationship Id="rId175" Type="http://schemas.openxmlformats.org/officeDocument/2006/relationships/image" Target="../media/image174.png"/><Relationship Id="rId176" Type="http://schemas.openxmlformats.org/officeDocument/2006/relationships/image" Target="../media/image175.png"/><Relationship Id="rId177" Type="http://schemas.openxmlformats.org/officeDocument/2006/relationships/image" Target="../media/image176.png"/><Relationship Id="rId178" Type="http://schemas.openxmlformats.org/officeDocument/2006/relationships/image" Target="../media/image177.png"/><Relationship Id="rId179" Type="http://schemas.openxmlformats.org/officeDocument/2006/relationships/image" Target="../media/image178.png"/><Relationship Id="rId180" Type="http://schemas.openxmlformats.org/officeDocument/2006/relationships/image" Target="../media/image179.png"/><Relationship Id="rId181" Type="http://schemas.openxmlformats.org/officeDocument/2006/relationships/image" Target="../media/image180.png"/><Relationship Id="rId182" Type="http://schemas.openxmlformats.org/officeDocument/2006/relationships/image" Target="../media/image181.png"/><Relationship Id="rId183" Type="http://schemas.openxmlformats.org/officeDocument/2006/relationships/image" Target="../media/image182.png"/><Relationship Id="rId184" Type="http://schemas.openxmlformats.org/officeDocument/2006/relationships/image" Target="../media/image183.png"/><Relationship Id="rId185" Type="http://schemas.openxmlformats.org/officeDocument/2006/relationships/image" Target="../media/image184.png"/><Relationship Id="rId186" Type="http://schemas.openxmlformats.org/officeDocument/2006/relationships/image" Target="../media/image185.png"/><Relationship Id="rId187" Type="http://schemas.openxmlformats.org/officeDocument/2006/relationships/image" Target="../media/image186.png"/><Relationship Id="rId188" Type="http://schemas.openxmlformats.org/officeDocument/2006/relationships/image" Target="../media/image187.png"/><Relationship Id="rId189" Type="http://schemas.openxmlformats.org/officeDocument/2006/relationships/image" Target="../media/image188.png"/><Relationship Id="rId190" Type="http://schemas.openxmlformats.org/officeDocument/2006/relationships/image" Target="../media/image189.png"/><Relationship Id="rId191" Type="http://schemas.openxmlformats.org/officeDocument/2006/relationships/image" Target="../media/image190.png"/><Relationship Id="rId192" Type="http://schemas.openxmlformats.org/officeDocument/2006/relationships/image" Target="../media/image191.png"/><Relationship Id="rId193" Type="http://schemas.openxmlformats.org/officeDocument/2006/relationships/image" Target="../media/image192.png"/><Relationship Id="rId194" Type="http://schemas.openxmlformats.org/officeDocument/2006/relationships/image" Target="../media/image193.png"/><Relationship Id="rId195" Type="http://schemas.openxmlformats.org/officeDocument/2006/relationships/image" Target="../media/image194.png"/><Relationship Id="rId196" Type="http://schemas.openxmlformats.org/officeDocument/2006/relationships/image" Target="../media/image195.png"/><Relationship Id="rId197" Type="http://schemas.openxmlformats.org/officeDocument/2006/relationships/image" Target="../media/image196.png"/><Relationship Id="rId198" Type="http://schemas.openxmlformats.org/officeDocument/2006/relationships/image" Target="../media/image197.png"/><Relationship Id="rId199" Type="http://schemas.openxmlformats.org/officeDocument/2006/relationships/image" Target="../media/image198.png"/><Relationship Id="rId200" Type="http://schemas.openxmlformats.org/officeDocument/2006/relationships/image" Target="../media/image199.png"/><Relationship Id="rId201" Type="http://schemas.openxmlformats.org/officeDocument/2006/relationships/image" Target="../media/image200.png"/><Relationship Id="rId202" Type="http://schemas.openxmlformats.org/officeDocument/2006/relationships/image" Target="../media/image201.png"/><Relationship Id="rId203" Type="http://schemas.openxmlformats.org/officeDocument/2006/relationships/image" Target="../media/image202.png"/><Relationship Id="rId204" Type="http://schemas.openxmlformats.org/officeDocument/2006/relationships/image" Target="../media/image203.png"/><Relationship Id="rId205" Type="http://schemas.openxmlformats.org/officeDocument/2006/relationships/image" Target="../media/image204.png"/><Relationship Id="rId206" Type="http://schemas.openxmlformats.org/officeDocument/2006/relationships/image" Target="../media/image205.png"/><Relationship Id="rId207" Type="http://schemas.openxmlformats.org/officeDocument/2006/relationships/image" Target="../media/image206.png"/><Relationship Id="rId208" Type="http://schemas.openxmlformats.org/officeDocument/2006/relationships/image" Target="../media/image207.png"/><Relationship Id="rId209" Type="http://schemas.openxmlformats.org/officeDocument/2006/relationships/image" Target="../media/image208.png"/><Relationship Id="rId210" Type="http://schemas.openxmlformats.org/officeDocument/2006/relationships/image" Target="../media/image209.png"/><Relationship Id="rId211" Type="http://schemas.openxmlformats.org/officeDocument/2006/relationships/image" Target="../media/image210.png"/><Relationship Id="rId212" Type="http://schemas.openxmlformats.org/officeDocument/2006/relationships/image" Target="../media/image211.png"/><Relationship Id="rId213" Type="http://schemas.openxmlformats.org/officeDocument/2006/relationships/image" Target="../media/image212.jpg"/><Relationship Id="rId214" Type="http://schemas.openxmlformats.org/officeDocument/2006/relationships/image" Target="../media/image213.jpg"/><Relationship Id="rId215" Type="http://schemas.openxmlformats.org/officeDocument/2006/relationships/image" Target="../media/image214.jpg"/><Relationship Id="rId216" Type="http://schemas.openxmlformats.org/officeDocument/2006/relationships/image" Target="../media/image215.jpg"/><Relationship Id="rId217" Type="http://schemas.openxmlformats.org/officeDocument/2006/relationships/image" Target="../media/image216.jpg"/><Relationship Id="rId218" Type="http://schemas.openxmlformats.org/officeDocument/2006/relationships/image" Target="../media/image217.jpg"/><Relationship Id="rId219" Type="http://schemas.openxmlformats.org/officeDocument/2006/relationships/image" Target="../media/image218.jpg"/><Relationship Id="rId220" Type="http://schemas.openxmlformats.org/officeDocument/2006/relationships/image" Target="../media/image219.jpg"/><Relationship Id="rId221" Type="http://schemas.openxmlformats.org/officeDocument/2006/relationships/image" Target="../media/image220.jpg"/><Relationship Id="rId222" Type="http://schemas.openxmlformats.org/officeDocument/2006/relationships/image" Target="../media/image221.jpg"/><Relationship Id="rId223" Type="http://schemas.openxmlformats.org/officeDocument/2006/relationships/image" Target="../media/image222.jpg"/><Relationship Id="rId224" Type="http://schemas.openxmlformats.org/officeDocument/2006/relationships/image" Target="../media/image223.jpg"/><Relationship Id="rId225" Type="http://schemas.openxmlformats.org/officeDocument/2006/relationships/image" Target="../media/image224.png"/><Relationship Id="rId226" Type="http://schemas.openxmlformats.org/officeDocument/2006/relationships/image" Target="../media/image225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6.png"/><Relationship Id="rId3" Type="http://schemas.openxmlformats.org/officeDocument/2006/relationships/image" Target="../media/image227.png"/><Relationship Id="rId4" Type="http://schemas.openxmlformats.org/officeDocument/2006/relationships/image" Target="../media/image228.png"/><Relationship Id="rId5" Type="http://schemas.openxmlformats.org/officeDocument/2006/relationships/image" Target="../media/image229.png"/><Relationship Id="rId6" Type="http://schemas.openxmlformats.org/officeDocument/2006/relationships/image" Target="../media/image230.png"/><Relationship Id="rId7" Type="http://schemas.openxmlformats.org/officeDocument/2006/relationships/image" Target="../media/image231.png"/><Relationship Id="rId8" Type="http://schemas.openxmlformats.org/officeDocument/2006/relationships/image" Target="../media/image232.png"/><Relationship Id="rId9" Type="http://schemas.openxmlformats.org/officeDocument/2006/relationships/image" Target="../media/image233.png"/><Relationship Id="rId10" Type="http://schemas.openxmlformats.org/officeDocument/2006/relationships/image" Target="../media/image234.png"/><Relationship Id="rId11" Type="http://schemas.openxmlformats.org/officeDocument/2006/relationships/image" Target="../media/image235.png"/><Relationship Id="rId12" Type="http://schemas.openxmlformats.org/officeDocument/2006/relationships/image" Target="../media/image236.png"/><Relationship Id="rId13" Type="http://schemas.openxmlformats.org/officeDocument/2006/relationships/image" Target="../media/image237.png"/><Relationship Id="rId14" Type="http://schemas.openxmlformats.org/officeDocument/2006/relationships/image" Target="../media/image238.png"/><Relationship Id="rId15" Type="http://schemas.openxmlformats.org/officeDocument/2006/relationships/image" Target="../media/image239.png"/><Relationship Id="rId16" Type="http://schemas.openxmlformats.org/officeDocument/2006/relationships/image" Target="../media/image240.png"/><Relationship Id="rId17" Type="http://schemas.openxmlformats.org/officeDocument/2006/relationships/image" Target="../media/image241.png"/><Relationship Id="rId18" Type="http://schemas.openxmlformats.org/officeDocument/2006/relationships/image" Target="../media/image242.png"/><Relationship Id="rId19" Type="http://schemas.openxmlformats.org/officeDocument/2006/relationships/image" Target="../media/image243.png"/><Relationship Id="rId20" Type="http://schemas.openxmlformats.org/officeDocument/2006/relationships/image" Target="../media/image244.png"/><Relationship Id="rId21" Type="http://schemas.openxmlformats.org/officeDocument/2006/relationships/image" Target="../media/image245.png"/><Relationship Id="rId22" Type="http://schemas.openxmlformats.org/officeDocument/2006/relationships/image" Target="../media/image246.png"/><Relationship Id="rId23" Type="http://schemas.openxmlformats.org/officeDocument/2006/relationships/image" Target="../media/image247.png"/><Relationship Id="rId24" Type="http://schemas.openxmlformats.org/officeDocument/2006/relationships/image" Target="../media/image248.png"/><Relationship Id="rId25" Type="http://schemas.openxmlformats.org/officeDocument/2006/relationships/image" Target="../media/image249.png"/><Relationship Id="rId26" Type="http://schemas.openxmlformats.org/officeDocument/2006/relationships/image" Target="../media/image250.png"/><Relationship Id="rId27" Type="http://schemas.openxmlformats.org/officeDocument/2006/relationships/image" Target="../media/image251.png"/><Relationship Id="rId28" Type="http://schemas.openxmlformats.org/officeDocument/2006/relationships/image" Target="../media/image252.png"/><Relationship Id="rId29" Type="http://schemas.openxmlformats.org/officeDocument/2006/relationships/image" Target="../media/image253.png"/><Relationship Id="rId30" Type="http://schemas.openxmlformats.org/officeDocument/2006/relationships/image" Target="../media/image254.png"/><Relationship Id="rId31" Type="http://schemas.openxmlformats.org/officeDocument/2006/relationships/image" Target="../media/image255.png"/><Relationship Id="rId32" Type="http://schemas.openxmlformats.org/officeDocument/2006/relationships/image" Target="../media/image256.png"/><Relationship Id="rId33" Type="http://schemas.openxmlformats.org/officeDocument/2006/relationships/image" Target="../media/image257.png"/><Relationship Id="rId34" Type="http://schemas.openxmlformats.org/officeDocument/2006/relationships/image" Target="../media/image258.png"/><Relationship Id="rId35" Type="http://schemas.openxmlformats.org/officeDocument/2006/relationships/image" Target="../media/image259.png"/><Relationship Id="rId36" Type="http://schemas.openxmlformats.org/officeDocument/2006/relationships/image" Target="../media/image260.png"/><Relationship Id="rId37" Type="http://schemas.openxmlformats.org/officeDocument/2006/relationships/image" Target="../media/image261.png"/><Relationship Id="rId38" Type="http://schemas.openxmlformats.org/officeDocument/2006/relationships/image" Target="../media/image262.png"/><Relationship Id="rId39" Type="http://schemas.openxmlformats.org/officeDocument/2006/relationships/image" Target="../media/image263.png"/><Relationship Id="rId40" Type="http://schemas.openxmlformats.org/officeDocument/2006/relationships/image" Target="../media/image264.png"/><Relationship Id="rId41" Type="http://schemas.openxmlformats.org/officeDocument/2006/relationships/image" Target="../media/image265.png"/><Relationship Id="rId42" Type="http://schemas.openxmlformats.org/officeDocument/2006/relationships/image" Target="../media/image266.png"/><Relationship Id="rId43" Type="http://schemas.openxmlformats.org/officeDocument/2006/relationships/image" Target="../media/image267.png"/><Relationship Id="rId44" Type="http://schemas.openxmlformats.org/officeDocument/2006/relationships/image" Target="../media/image268.png"/><Relationship Id="rId45" Type="http://schemas.openxmlformats.org/officeDocument/2006/relationships/image" Target="../media/image269.png"/><Relationship Id="rId46" Type="http://schemas.openxmlformats.org/officeDocument/2006/relationships/image" Target="../media/image270.png"/><Relationship Id="rId47" Type="http://schemas.openxmlformats.org/officeDocument/2006/relationships/image" Target="../media/image271.png"/><Relationship Id="rId48" Type="http://schemas.openxmlformats.org/officeDocument/2006/relationships/image" Target="../media/image272.png"/><Relationship Id="rId49" Type="http://schemas.openxmlformats.org/officeDocument/2006/relationships/image" Target="../media/image273.png"/><Relationship Id="rId50" Type="http://schemas.openxmlformats.org/officeDocument/2006/relationships/image" Target="../media/image274.png"/><Relationship Id="rId51" Type="http://schemas.openxmlformats.org/officeDocument/2006/relationships/image" Target="../media/image275.png"/><Relationship Id="rId52" Type="http://schemas.openxmlformats.org/officeDocument/2006/relationships/image" Target="../media/image276.png"/><Relationship Id="rId53" Type="http://schemas.openxmlformats.org/officeDocument/2006/relationships/image" Target="../media/image277.png"/><Relationship Id="rId54" Type="http://schemas.openxmlformats.org/officeDocument/2006/relationships/image" Target="../media/image278.png"/><Relationship Id="rId55" Type="http://schemas.openxmlformats.org/officeDocument/2006/relationships/image" Target="../media/image279.png"/><Relationship Id="rId56" Type="http://schemas.openxmlformats.org/officeDocument/2006/relationships/image" Target="../media/image280.png"/><Relationship Id="rId57" Type="http://schemas.openxmlformats.org/officeDocument/2006/relationships/image" Target="../media/image281.png"/><Relationship Id="rId58" Type="http://schemas.openxmlformats.org/officeDocument/2006/relationships/image" Target="../media/image282.png"/><Relationship Id="rId59" Type="http://schemas.openxmlformats.org/officeDocument/2006/relationships/image" Target="../media/image283.png"/><Relationship Id="rId60" Type="http://schemas.openxmlformats.org/officeDocument/2006/relationships/image" Target="../media/image284.png"/><Relationship Id="rId61" Type="http://schemas.openxmlformats.org/officeDocument/2006/relationships/image" Target="../media/image285.png"/><Relationship Id="rId62" Type="http://schemas.openxmlformats.org/officeDocument/2006/relationships/image" Target="../media/image286.jpg"/><Relationship Id="rId63" Type="http://schemas.openxmlformats.org/officeDocument/2006/relationships/image" Target="../media/image224.png"/><Relationship Id="rId64" Type="http://schemas.openxmlformats.org/officeDocument/2006/relationships/image" Target="../media/image22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7.png"/><Relationship Id="rId3" Type="http://schemas.openxmlformats.org/officeDocument/2006/relationships/image" Target="../media/image288.png"/><Relationship Id="rId4" Type="http://schemas.openxmlformats.org/officeDocument/2006/relationships/image" Target="../media/image289.png"/><Relationship Id="rId5" Type="http://schemas.openxmlformats.org/officeDocument/2006/relationships/image" Target="../media/image290.png"/><Relationship Id="rId6" Type="http://schemas.openxmlformats.org/officeDocument/2006/relationships/image" Target="../media/image291.png"/><Relationship Id="rId7" Type="http://schemas.openxmlformats.org/officeDocument/2006/relationships/image" Target="../media/image292.png"/><Relationship Id="rId8" Type="http://schemas.openxmlformats.org/officeDocument/2006/relationships/image" Target="../media/image293.png"/><Relationship Id="rId9" Type="http://schemas.openxmlformats.org/officeDocument/2006/relationships/image" Target="../media/image294.png"/><Relationship Id="rId10" Type="http://schemas.openxmlformats.org/officeDocument/2006/relationships/image" Target="../media/image295.png"/><Relationship Id="rId11" Type="http://schemas.openxmlformats.org/officeDocument/2006/relationships/image" Target="../media/image296.png"/><Relationship Id="rId12" Type="http://schemas.openxmlformats.org/officeDocument/2006/relationships/image" Target="../media/image297.png"/><Relationship Id="rId13" Type="http://schemas.openxmlformats.org/officeDocument/2006/relationships/image" Target="../media/image298.png"/><Relationship Id="rId14" Type="http://schemas.openxmlformats.org/officeDocument/2006/relationships/image" Target="../media/image299.png"/><Relationship Id="rId15" Type="http://schemas.openxmlformats.org/officeDocument/2006/relationships/image" Target="../media/image300.png"/><Relationship Id="rId16" Type="http://schemas.openxmlformats.org/officeDocument/2006/relationships/image" Target="../media/image301.png"/><Relationship Id="rId17" Type="http://schemas.openxmlformats.org/officeDocument/2006/relationships/image" Target="../media/image302.png"/><Relationship Id="rId18" Type="http://schemas.openxmlformats.org/officeDocument/2006/relationships/image" Target="../media/image303.png"/><Relationship Id="rId19" Type="http://schemas.openxmlformats.org/officeDocument/2006/relationships/image" Target="../media/image304.png"/><Relationship Id="rId20" Type="http://schemas.openxmlformats.org/officeDocument/2006/relationships/image" Target="../media/image305.png"/><Relationship Id="rId21" Type="http://schemas.openxmlformats.org/officeDocument/2006/relationships/image" Target="../media/image306.png"/><Relationship Id="rId22" Type="http://schemas.openxmlformats.org/officeDocument/2006/relationships/image" Target="../media/image307.png"/><Relationship Id="rId23" Type="http://schemas.openxmlformats.org/officeDocument/2006/relationships/image" Target="../media/image308.png"/><Relationship Id="rId24" Type="http://schemas.openxmlformats.org/officeDocument/2006/relationships/image" Target="../media/image309.png"/><Relationship Id="rId25" Type="http://schemas.openxmlformats.org/officeDocument/2006/relationships/image" Target="../media/image310.png"/><Relationship Id="rId26" Type="http://schemas.openxmlformats.org/officeDocument/2006/relationships/image" Target="../media/image311.png"/><Relationship Id="rId27" Type="http://schemas.openxmlformats.org/officeDocument/2006/relationships/image" Target="../media/image312.png"/><Relationship Id="rId28" Type="http://schemas.openxmlformats.org/officeDocument/2006/relationships/image" Target="../media/image313.png"/><Relationship Id="rId29" Type="http://schemas.openxmlformats.org/officeDocument/2006/relationships/image" Target="../media/image314.png"/><Relationship Id="rId30" Type="http://schemas.openxmlformats.org/officeDocument/2006/relationships/image" Target="../media/image286.jpg"/><Relationship Id="rId31" Type="http://schemas.openxmlformats.org/officeDocument/2006/relationships/image" Target="../media/image224.png"/><Relationship Id="rId32" Type="http://schemas.openxmlformats.org/officeDocument/2006/relationships/image" Target="../media/image22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317.png"/><Relationship Id="rId5" Type="http://schemas.openxmlformats.org/officeDocument/2006/relationships/image" Target="../media/image318.png"/><Relationship Id="rId6" Type="http://schemas.openxmlformats.org/officeDocument/2006/relationships/image" Target="../media/image319.png"/><Relationship Id="rId7" Type="http://schemas.openxmlformats.org/officeDocument/2006/relationships/image" Target="../media/image320.png"/><Relationship Id="rId8" Type="http://schemas.openxmlformats.org/officeDocument/2006/relationships/image" Target="../media/image321.png"/><Relationship Id="rId9" Type="http://schemas.openxmlformats.org/officeDocument/2006/relationships/image" Target="../media/image322.png"/><Relationship Id="rId10" Type="http://schemas.openxmlformats.org/officeDocument/2006/relationships/image" Target="../media/image286.jpg"/><Relationship Id="rId11" Type="http://schemas.openxmlformats.org/officeDocument/2006/relationships/image" Target="../media/image224.png"/><Relationship Id="rId12" Type="http://schemas.openxmlformats.org/officeDocument/2006/relationships/image" Target="../media/image22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3.png"/><Relationship Id="rId3" Type="http://schemas.openxmlformats.org/officeDocument/2006/relationships/image" Target="../media/image324.png"/><Relationship Id="rId4" Type="http://schemas.openxmlformats.org/officeDocument/2006/relationships/image" Target="../media/image325.png"/><Relationship Id="rId5" Type="http://schemas.openxmlformats.org/officeDocument/2006/relationships/image" Target="../media/image326.png"/><Relationship Id="rId6" Type="http://schemas.openxmlformats.org/officeDocument/2006/relationships/image" Target="../media/image327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Relationship Id="rId9" Type="http://schemas.openxmlformats.org/officeDocument/2006/relationships/image" Target="../media/image330.png"/><Relationship Id="rId10" Type="http://schemas.openxmlformats.org/officeDocument/2006/relationships/image" Target="../media/image331.png"/><Relationship Id="rId11" Type="http://schemas.openxmlformats.org/officeDocument/2006/relationships/image" Target="../media/image332.png"/><Relationship Id="rId12" Type="http://schemas.openxmlformats.org/officeDocument/2006/relationships/image" Target="../media/image333.png"/><Relationship Id="rId13" Type="http://schemas.openxmlformats.org/officeDocument/2006/relationships/image" Target="../media/image334.png"/><Relationship Id="rId14" Type="http://schemas.openxmlformats.org/officeDocument/2006/relationships/image" Target="../media/image335.png"/><Relationship Id="rId15" Type="http://schemas.openxmlformats.org/officeDocument/2006/relationships/image" Target="../media/image336.png"/><Relationship Id="rId16" Type="http://schemas.openxmlformats.org/officeDocument/2006/relationships/image" Target="../media/image337.png"/><Relationship Id="rId17" Type="http://schemas.openxmlformats.org/officeDocument/2006/relationships/image" Target="../media/image338.png"/><Relationship Id="rId18" Type="http://schemas.openxmlformats.org/officeDocument/2006/relationships/image" Target="../media/image339.png"/><Relationship Id="rId19" Type="http://schemas.openxmlformats.org/officeDocument/2006/relationships/image" Target="../media/image340.jpg"/><Relationship Id="rId20" Type="http://schemas.openxmlformats.org/officeDocument/2006/relationships/image" Target="../media/image341.png"/><Relationship Id="rId21" Type="http://schemas.openxmlformats.org/officeDocument/2006/relationships/image" Target="../media/image342.png"/><Relationship Id="rId22" Type="http://schemas.openxmlformats.org/officeDocument/2006/relationships/image" Target="../media/image343.png"/><Relationship Id="rId23" Type="http://schemas.openxmlformats.org/officeDocument/2006/relationships/image" Target="../media/image344.png"/><Relationship Id="rId24" Type="http://schemas.openxmlformats.org/officeDocument/2006/relationships/image" Target="../media/image345.png"/><Relationship Id="rId25" Type="http://schemas.openxmlformats.org/officeDocument/2006/relationships/image" Target="../media/image346.png"/><Relationship Id="rId26" Type="http://schemas.openxmlformats.org/officeDocument/2006/relationships/image" Target="../media/image347.png"/><Relationship Id="rId27" Type="http://schemas.openxmlformats.org/officeDocument/2006/relationships/image" Target="../media/image348.png"/><Relationship Id="rId28" Type="http://schemas.openxmlformats.org/officeDocument/2006/relationships/image" Target="../media/image349.png"/><Relationship Id="rId29" Type="http://schemas.openxmlformats.org/officeDocument/2006/relationships/image" Target="../media/image350.png"/><Relationship Id="rId30" Type="http://schemas.openxmlformats.org/officeDocument/2006/relationships/image" Target="../media/image351.png"/><Relationship Id="rId31" Type="http://schemas.openxmlformats.org/officeDocument/2006/relationships/image" Target="../media/image352.png"/><Relationship Id="rId32" Type="http://schemas.openxmlformats.org/officeDocument/2006/relationships/image" Target="../media/image353.jpg"/><Relationship Id="rId33" Type="http://schemas.openxmlformats.org/officeDocument/2006/relationships/image" Target="../media/image286.jpg"/><Relationship Id="rId34" Type="http://schemas.openxmlformats.org/officeDocument/2006/relationships/image" Target="../media/image224.png"/><Relationship Id="rId35" Type="http://schemas.openxmlformats.org/officeDocument/2006/relationships/image" Target="../media/image22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4.png"/><Relationship Id="rId3" Type="http://schemas.openxmlformats.org/officeDocument/2006/relationships/image" Target="../media/image355.png"/><Relationship Id="rId4" Type="http://schemas.openxmlformats.org/officeDocument/2006/relationships/image" Target="../media/image356.png"/><Relationship Id="rId5" Type="http://schemas.openxmlformats.org/officeDocument/2006/relationships/image" Target="../media/image286.jpg"/><Relationship Id="rId6" Type="http://schemas.openxmlformats.org/officeDocument/2006/relationships/image" Target="../media/image224.png"/><Relationship Id="rId7" Type="http://schemas.openxmlformats.org/officeDocument/2006/relationships/image" Target="../media/image22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6.jpg"/><Relationship Id="rId3" Type="http://schemas.openxmlformats.org/officeDocument/2006/relationships/image" Target="../media/image224.png"/><Relationship Id="rId4" Type="http://schemas.openxmlformats.org/officeDocument/2006/relationships/image" Target="../media/image22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7.png"/><Relationship Id="rId3" Type="http://schemas.openxmlformats.org/officeDocument/2006/relationships/image" Target="../media/image358.png"/><Relationship Id="rId4" Type="http://schemas.openxmlformats.org/officeDocument/2006/relationships/image" Target="../media/image359.png"/><Relationship Id="rId5" Type="http://schemas.openxmlformats.org/officeDocument/2006/relationships/image" Target="../media/image360.png"/><Relationship Id="rId6" Type="http://schemas.openxmlformats.org/officeDocument/2006/relationships/image" Target="../media/image361.png"/><Relationship Id="rId7" Type="http://schemas.openxmlformats.org/officeDocument/2006/relationships/image" Target="../media/image362.png"/><Relationship Id="rId8" Type="http://schemas.openxmlformats.org/officeDocument/2006/relationships/image" Target="../media/image363.png"/><Relationship Id="rId9" Type="http://schemas.openxmlformats.org/officeDocument/2006/relationships/image" Target="../media/image364.png"/><Relationship Id="rId10" Type="http://schemas.openxmlformats.org/officeDocument/2006/relationships/image" Target="../media/image365.png"/><Relationship Id="rId11" Type="http://schemas.openxmlformats.org/officeDocument/2006/relationships/image" Target="../media/image366.png"/><Relationship Id="rId12" Type="http://schemas.openxmlformats.org/officeDocument/2006/relationships/image" Target="../media/image367.png"/><Relationship Id="rId13" Type="http://schemas.openxmlformats.org/officeDocument/2006/relationships/image" Target="../media/image368.png"/><Relationship Id="rId14" Type="http://schemas.openxmlformats.org/officeDocument/2006/relationships/image" Target="../media/image369.png"/><Relationship Id="rId15" Type="http://schemas.openxmlformats.org/officeDocument/2006/relationships/image" Target="../media/image370.png"/><Relationship Id="rId16" Type="http://schemas.openxmlformats.org/officeDocument/2006/relationships/image" Target="../media/image371.png"/><Relationship Id="rId17" Type="http://schemas.openxmlformats.org/officeDocument/2006/relationships/image" Target="../media/image286.jpg"/><Relationship Id="rId18" Type="http://schemas.openxmlformats.org/officeDocument/2006/relationships/image" Target="../media/image224.png"/><Relationship Id="rId19" Type="http://schemas.openxmlformats.org/officeDocument/2006/relationships/image" Target="../media/image22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2.png"/><Relationship Id="rId3" Type="http://schemas.openxmlformats.org/officeDocument/2006/relationships/image" Target="../media/image373.png"/><Relationship Id="rId4" Type="http://schemas.openxmlformats.org/officeDocument/2006/relationships/image" Target="../media/image374.png"/><Relationship Id="rId5" Type="http://schemas.openxmlformats.org/officeDocument/2006/relationships/image" Target="../media/image375.png"/><Relationship Id="rId6" Type="http://schemas.openxmlformats.org/officeDocument/2006/relationships/image" Target="../media/image376.png"/><Relationship Id="rId7" Type="http://schemas.openxmlformats.org/officeDocument/2006/relationships/image" Target="../media/image377.png"/><Relationship Id="rId8" Type="http://schemas.openxmlformats.org/officeDocument/2006/relationships/image" Target="../media/image378.png"/><Relationship Id="rId9" Type="http://schemas.openxmlformats.org/officeDocument/2006/relationships/image" Target="../media/image379.png"/><Relationship Id="rId10" Type="http://schemas.openxmlformats.org/officeDocument/2006/relationships/image" Target="../media/image380.png"/><Relationship Id="rId11" Type="http://schemas.openxmlformats.org/officeDocument/2006/relationships/image" Target="../media/image381.png"/><Relationship Id="rId12" Type="http://schemas.openxmlformats.org/officeDocument/2006/relationships/image" Target="../media/image382.png"/><Relationship Id="rId13" Type="http://schemas.openxmlformats.org/officeDocument/2006/relationships/image" Target="../media/image383.png"/><Relationship Id="rId14" Type="http://schemas.openxmlformats.org/officeDocument/2006/relationships/image" Target="../media/image384.png"/><Relationship Id="rId15" Type="http://schemas.openxmlformats.org/officeDocument/2006/relationships/image" Target="../media/image385.png"/><Relationship Id="rId16" Type="http://schemas.openxmlformats.org/officeDocument/2006/relationships/image" Target="../media/image386.png"/><Relationship Id="rId17" Type="http://schemas.openxmlformats.org/officeDocument/2006/relationships/image" Target="../media/image387.png"/><Relationship Id="rId18" Type="http://schemas.openxmlformats.org/officeDocument/2006/relationships/image" Target="../media/image388.png"/><Relationship Id="rId19" Type="http://schemas.openxmlformats.org/officeDocument/2006/relationships/image" Target="../media/image389.png"/><Relationship Id="rId20" Type="http://schemas.openxmlformats.org/officeDocument/2006/relationships/image" Target="../media/image390.png"/><Relationship Id="rId21" Type="http://schemas.openxmlformats.org/officeDocument/2006/relationships/image" Target="../media/image391.png"/><Relationship Id="rId22" Type="http://schemas.openxmlformats.org/officeDocument/2006/relationships/image" Target="../media/image392.png"/><Relationship Id="rId23" Type="http://schemas.openxmlformats.org/officeDocument/2006/relationships/image" Target="../media/image393.png"/><Relationship Id="rId24" Type="http://schemas.openxmlformats.org/officeDocument/2006/relationships/image" Target="../media/image394.png"/><Relationship Id="rId25" Type="http://schemas.openxmlformats.org/officeDocument/2006/relationships/image" Target="../media/image395.png"/><Relationship Id="rId26" Type="http://schemas.openxmlformats.org/officeDocument/2006/relationships/image" Target="../media/image396.png"/><Relationship Id="rId27" Type="http://schemas.openxmlformats.org/officeDocument/2006/relationships/image" Target="../media/image397.png"/><Relationship Id="rId28" Type="http://schemas.openxmlformats.org/officeDocument/2006/relationships/image" Target="../media/image398.png"/><Relationship Id="rId29" Type="http://schemas.openxmlformats.org/officeDocument/2006/relationships/image" Target="../media/image399.png"/><Relationship Id="rId30" Type="http://schemas.openxmlformats.org/officeDocument/2006/relationships/image" Target="../media/image400.png"/><Relationship Id="rId31" Type="http://schemas.openxmlformats.org/officeDocument/2006/relationships/image" Target="../media/image401.png"/><Relationship Id="rId32" Type="http://schemas.openxmlformats.org/officeDocument/2006/relationships/image" Target="../media/image402.png"/><Relationship Id="rId33" Type="http://schemas.openxmlformats.org/officeDocument/2006/relationships/image" Target="../media/image403.png"/><Relationship Id="rId34" Type="http://schemas.openxmlformats.org/officeDocument/2006/relationships/image" Target="../media/image404.png"/><Relationship Id="rId35" Type="http://schemas.openxmlformats.org/officeDocument/2006/relationships/image" Target="../media/image405.png"/><Relationship Id="rId36" Type="http://schemas.openxmlformats.org/officeDocument/2006/relationships/image" Target="../media/image406.png"/><Relationship Id="rId37" Type="http://schemas.openxmlformats.org/officeDocument/2006/relationships/image" Target="../media/image407.png"/><Relationship Id="rId38" Type="http://schemas.openxmlformats.org/officeDocument/2006/relationships/image" Target="../media/image408.png"/><Relationship Id="rId39" Type="http://schemas.openxmlformats.org/officeDocument/2006/relationships/image" Target="../media/image409.png"/><Relationship Id="rId40" Type="http://schemas.openxmlformats.org/officeDocument/2006/relationships/image" Target="../media/image410.png"/><Relationship Id="rId41" Type="http://schemas.openxmlformats.org/officeDocument/2006/relationships/image" Target="../media/image411.png"/><Relationship Id="rId42" Type="http://schemas.openxmlformats.org/officeDocument/2006/relationships/image" Target="../media/image412.png"/><Relationship Id="rId43" Type="http://schemas.openxmlformats.org/officeDocument/2006/relationships/image" Target="../media/image413.png"/><Relationship Id="rId44" Type="http://schemas.openxmlformats.org/officeDocument/2006/relationships/image" Target="../media/image414.png"/><Relationship Id="rId45" Type="http://schemas.openxmlformats.org/officeDocument/2006/relationships/image" Target="../media/image286.jpg"/><Relationship Id="rId46" Type="http://schemas.openxmlformats.org/officeDocument/2006/relationships/image" Target="../media/image224.png"/><Relationship Id="rId47" Type="http://schemas.openxmlformats.org/officeDocument/2006/relationships/image" Target="../media/image22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5.png"/><Relationship Id="rId3" Type="http://schemas.openxmlformats.org/officeDocument/2006/relationships/image" Target="../media/image416.png"/><Relationship Id="rId4" Type="http://schemas.openxmlformats.org/officeDocument/2006/relationships/image" Target="../media/image417.png"/><Relationship Id="rId5" Type="http://schemas.openxmlformats.org/officeDocument/2006/relationships/image" Target="../media/image418.png"/><Relationship Id="rId6" Type="http://schemas.openxmlformats.org/officeDocument/2006/relationships/image" Target="../media/image419.png"/><Relationship Id="rId7" Type="http://schemas.openxmlformats.org/officeDocument/2006/relationships/image" Target="../media/image420.png"/><Relationship Id="rId8" Type="http://schemas.openxmlformats.org/officeDocument/2006/relationships/image" Target="../media/image421.png"/><Relationship Id="rId9" Type="http://schemas.openxmlformats.org/officeDocument/2006/relationships/image" Target="../media/image422.png"/><Relationship Id="rId10" Type="http://schemas.openxmlformats.org/officeDocument/2006/relationships/image" Target="../media/image423.png"/><Relationship Id="rId11" Type="http://schemas.openxmlformats.org/officeDocument/2006/relationships/image" Target="../media/image286.jpg"/><Relationship Id="rId12" Type="http://schemas.openxmlformats.org/officeDocument/2006/relationships/image" Target="../media/image224.png"/><Relationship Id="rId13" Type="http://schemas.openxmlformats.org/officeDocument/2006/relationships/image" Target="../media/image22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4.png"/><Relationship Id="rId3" Type="http://schemas.openxmlformats.org/officeDocument/2006/relationships/image" Target="../media/image425.png"/><Relationship Id="rId4" Type="http://schemas.openxmlformats.org/officeDocument/2006/relationships/image" Target="../media/image286.jpg"/><Relationship Id="rId5" Type="http://schemas.openxmlformats.org/officeDocument/2006/relationships/image" Target="../media/image224.png"/><Relationship Id="rId6" Type="http://schemas.openxmlformats.org/officeDocument/2006/relationships/image" Target="../media/image22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6.png"/><Relationship Id="rId3" Type="http://schemas.openxmlformats.org/officeDocument/2006/relationships/image" Target="../media/image427.png"/><Relationship Id="rId4" Type="http://schemas.openxmlformats.org/officeDocument/2006/relationships/image" Target="../media/image286.jpg"/><Relationship Id="rId5" Type="http://schemas.openxmlformats.org/officeDocument/2006/relationships/image" Target="../media/image224.png"/><Relationship Id="rId6" Type="http://schemas.openxmlformats.org/officeDocument/2006/relationships/image" Target="../media/image22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8.png"/><Relationship Id="rId3" Type="http://schemas.openxmlformats.org/officeDocument/2006/relationships/image" Target="../media/image286.jpg"/><Relationship Id="rId4" Type="http://schemas.openxmlformats.org/officeDocument/2006/relationships/image" Target="../media/image224.png"/><Relationship Id="rId5" Type="http://schemas.openxmlformats.org/officeDocument/2006/relationships/image" Target="../media/image225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9.png"/><Relationship Id="rId3" Type="http://schemas.openxmlformats.org/officeDocument/2006/relationships/image" Target="../media/image430.png"/><Relationship Id="rId4" Type="http://schemas.openxmlformats.org/officeDocument/2006/relationships/image" Target="../media/image431.png"/><Relationship Id="rId5" Type="http://schemas.openxmlformats.org/officeDocument/2006/relationships/image" Target="../media/image432.png"/><Relationship Id="rId6" Type="http://schemas.openxmlformats.org/officeDocument/2006/relationships/image" Target="../media/image433.png"/><Relationship Id="rId7" Type="http://schemas.openxmlformats.org/officeDocument/2006/relationships/image" Target="../media/image434.png"/><Relationship Id="rId8" Type="http://schemas.openxmlformats.org/officeDocument/2006/relationships/image" Target="../media/image435.png"/><Relationship Id="rId9" Type="http://schemas.openxmlformats.org/officeDocument/2006/relationships/image" Target="../media/image436.png"/><Relationship Id="rId10" Type="http://schemas.openxmlformats.org/officeDocument/2006/relationships/image" Target="../media/image437.png"/><Relationship Id="rId11" Type="http://schemas.openxmlformats.org/officeDocument/2006/relationships/image" Target="../media/image438.png"/><Relationship Id="rId12" Type="http://schemas.openxmlformats.org/officeDocument/2006/relationships/image" Target="../media/image439.png"/><Relationship Id="rId13" Type="http://schemas.openxmlformats.org/officeDocument/2006/relationships/image" Target="../media/image440.png"/><Relationship Id="rId14" Type="http://schemas.openxmlformats.org/officeDocument/2006/relationships/image" Target="../media/image441.png"/><Relationship Id="rId15" Type="http://schemas.openxmlformats.org/officeDocument/2006/relationships/image" Target="../media/image442.png"/><Relationship Id="rId16" Type="http://schemas.openxmlformats.org/officeDocument/2006/relationships/image" Target="../media/image443.png"/><Relationship Id="rId17" Type="http://schemas.openxmlformats.org/officeDocument/2006/relationships/image" Target="../media/image444.png"/><Relationship Id="rId18" Type="http://schemas.openxmlformats.org/officeDocument/2006/relationships/image" Target="../media/image445.png"/><Relationship Id="rId19" Type="http://schemas.openxmlformats.org/officeDocument/2006/relationships/image" Target="../media/image446.png"/><Relationship Id="rId20" Type="http://schemas.openxmlformats.org/officeDocument/2006/relationships/image" Target="../media/image447.png"/><Relationship Id="rId21" Type="http://schemas.openxmlformats.org/officeDocument/2006/relationships/image" Target="../media/image448.png"/><Relationship Id="rId22" Type="http://schemas.openxmlformats.org/officeDocument/2006/relationships/image" Target="../media/image449.png"/><Relationship Id="rId23" Type="http://schemas.openxmlformats.org/officeDocument/2006/relationships/image" Target="../media/image450.png"/><Relationship Id="rId24" Type="http://schemas.openxmlformats.org/officeDocument/2006/relationships/image" Target="../media/image451.png"/><Relationship Id="rId25" Type="http://schemas.openxmlformats.org/officeDocument/2006/relationships/image" Target="../media/image452.png"/><Relationship Id="rId26" Type="http://schemas.openxmlformats.org/officeDocument/2006/relationships/image" Target="../media/image453.png"/><Relationship Id="rId27" Type="http://schemas.openxmlformats.org/officeDocument/2006/relationships/image" Target="../media/image454.png"/><Relationship Id="rId28" Type="http://schemas.openxmlformats.org/officeDocument/2006/relationships/image" Target="../media/image455.png"/><Relationship Id="rId29" Type="http://schemas.openxmlformats.org/officeDocument/2006/relationships/image" Target="../media/image456.png"/><Relationship Id="rId30" Type="http://schemas.openxmlformats.org/officeDocument/2006/relationships/image" Target="../media/image457.png"/><Relationship Id="rId31" Type="http://schemas.openxmlformats.org/officeDocument/2006/relationships/image" Target="../media/image458.png"/><Relationship Id="rId32" Type="http://schemas.openxmlformats.org/officeDocument/2006/relationships/image" Target="../media/image459.png"/><Relationship Id="rId33" Type="http://schemas.openxmlformats.org/officeDocument/2006/relationships/image" Target="../media/image460.png"/><Relationship Id="rId34" Type="http://schemas.openxmlformats.org/officeDocument/2006/relationships/image" Target="../media/image461.png"/><Relationship Id="rId35" Type="http://schemas.openxmlformats.org/officeDocument/2006/relationships/image" Target="../media/image286.jpg"/><Relationship Id="rId36" Type="http://schemas.openxmlformats.org/officeDocument/2006/relationships/image" Target="../media/image224.png"/><Relationship Id="rId37" Type="http://schemas.openxmlformats.org/officeDocument/2006/relationships/image" Target="../media/image22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2.png"/><Relationship Id="rId3" Type="http://schemas.openxmlformats.org/officeDocument/2006/relationships/image" Target="../media/image463.png"/><Relationship Id="rId4" Type="http://schemas.openxmlformats.org/officeDocument/2006/relationships/image" Target="../media/image464.png"/><Relationship Id="rId5" Type="http://schemas.openxmlformats.org/officeDocument/2006/relationships/image" Target="../media/image465.png"/><Relationship Id="rId6" Type="http://schemas.openxmlformats.org/officeDocument/2006/relationships/image" Target="../media/image466.png"/><Relationship Id="rId7" Type="http://schemas.openxmlformats.org/officeDocument/2006/relationships/image" Target="../media/image467.png"/><Relationship Id="rId8" Type="http://schemas.openxmlformats.org/officeDocument/2006/relationships/image" Target="../media/image468.png"/><Relationship Id="rId9" Type="http://schemas.openxmlformats.org/officeDocument/2006/relationships/image" Target="../media/image469.png"/><Relationship Id="rId10" Type="http://schemas.openxmlformats.org/officeDocument/2006/relationships/image" Target="../media/image470.png"/><Relationship Id="rId11" Type="http://schemas.openxmlformats.org/officeDocument/2006/relationships/image" Target="../media/image471.png"/><Relationship Id="rId12" Type="http://schemas.openxmlformats.org/officeDocument/2006/relationships/image" Target="../media/image472.png"/><Relationship Id="rId13" Type="http://schemas.openxmlformats.org/officeDocument/2006/relationships/image" Target="../media/image473.png"/><Relationship Id="rId14" Type="http://schemas.openxmlformats.org/officeDocument/2006/relationships/image" Target="../media/image474.png"/><Relationship Id="rId15" Type="http://schemas.openxmlformats.org/officeDocument/2006/relationships/image" Target="../media/image475.png"/><Relationship Id="rId16" Type="http://schemas.openxmlformats.org/officeDocument/2006/relationships/image" Target="../media/image476.png"/><Relationship Id="rId17" Type="http://schemas.openxmlformats.org/officeDocument/2006/relationships/image" Target="../media/image477.png"/><Relationship Id="rId18" Type="http://schemas.openxmlformats.org/officeDocument/2006/relationships/image" Target="../media/image478.png"/><Relationship Id="rId19" Type="http://schemas.openxmlformats.org/officeDocument/2006/relationships/image" Target="../media/image479.png"/><Relationship Id="rId20" Type="http://schemas.openxmlformats.org/officeDocument/2006/relationships/image" Target="../media/image480.png"/><Relationship Id="rId21" Type="http://schemas.openxmlformats.org/officeDocument/2006/relationships/image" Target="../media/image481.png"/><Relationship Id="rId22" Type="http://schemas.openxmlformats.org/officeDocument/2006/relationships/image" Target="../media/image482.png"/><Relationship Id="rId23" Type="http://schemas.openxmlformats.org/officeDocument/2006/relationships/image" Target="../media/image483.png"/><Relationship Id="rId24" Type="http://schemas.openxmlformats.org/officeDocument/2006/relationships/image" Target="../media/image484.png"/><Relationship Id="rId25" Type="http://schemas.openxmlformats.org/officeDocument/2006/relationships/image" Target="../media/image485.png"/><Relationship Id="rId26" Type="http://schemas.openxmlformats.org/officeDocument/2006/relationships/image" Target="../media/image486.png"/><Relationship Id="rId27" Type="http://schemas.openxmlformats.org/officeDocument/2006/relationships/image" Target="../media/image487.png"/><Relationship Id="rId28" Type="http://schemas.openxmlformats.org/officeDocument/2006/relationships/image" Target="../media/image488.png"/><Relationship Id="rId29" Type="http://schemas.openxmlformats.org/officeDocument/2006/relationships/image" Target="../media/image489.png"/><Relationship Id="rId30" Type="http://schemas.openxmlformats.org/officeDocument/2006/relationships/image" Target="../media/image490.png"/><Relationship Id="rId31" Type="http://schemas.openxmlformats.org/officeDocument/2006/relationships/image" Target="../media/image491.png"/><Relationship Id="rId32" Type="http://schemas.openxmlformats.org/officeDocument/2006/relationships/image" Target="../media/image492.png"/><Relationship Id="rId33" Type="http://schemas.openxmlformats.org/officeDocument/2006/relationships/image" Target="../media/image493.png"/><Relationship Id="rId34" Type="http://schemas.openxmlformats.org/officeDocument/2006/relationships/image" Target="../media/image494.png"/><Relationship Id="rId35" Type="http://schemas.openxmlformats.org/officeDocument/2006/relationships/image" Target="../media/image495.png"/><Relationship Id="rId36" Type="http://schemas.openxmlformats.org/officeDocument/2006/relationships/image" Target="../media/image496.png"/><Relationship Id="rId37" Type="http://schemas.openxmlformats.org/officeDocument/2006/relationships/image" Target="../media/image497.png"/><Relationship Id="rId38" Type="http://schemas.openxmlformats.org/officeDocument/2006/relationships/image" Target="../media/image498.png"/><Relationship Id="rId39" Type="http://schemas.openxmlformats.org/officeDocument/2006/relationships/image" Target="../media/image499.png"/><Relationship Id="rId40" Type="http://schemas.openxmlformats.org/officeDocument/2006/relationships/image" Target="../media/image500.png"/><Relationship Id="rId41" Type="http://schemas.openxmlformats.org/officeDocument/2006/relationships/image" Target="../media/image501.png"/><Relationship Id="rId42" Type="http://schemas.openxmlformats.org/officeDocument/2006/relationships/image" Target="../media/image502.png"/><Relationship Id="rId43" Type="http://schemas.openxmlformats.org/officeDocument/2006/relationships/image" Target="../media/image503.png"/><Relationship Id="rId44" Type="http://schemas.openxmlformats.org/officeDocument/2006/relationships/image" Target="../media/image504.png"/><Relationship Id="rId45" Type="http://schemas.openxmlformats.org/officeDocument/2006/relationships/image" Target="../media/image505.png"/><Relationship Id="rId46" Type="http://schemas.openxmlformats.org/officeDocument/2006/relationships/image" Target="../media/image506.png"/><Relationship Id="rId47" Type="http://schemas.openxmlformats.org/officeDocument/2006/relationships/image" Target="../media/image507.png"/><Relationship Id="rId48" Type="http://schemas.openxmlformats.org/officeDocument/2006/relationships/image" Target="../media/image508.png"/><Relationship Id="rId49" Type="http://schemas.openxmlformats.org/officeDocument/2006/relationships/image" Target="../media/image509.png"/><Relationship Id="rId50" Type="http://schemas.openxmlformats.org/officeDocument/2006/relationships/image" Target="../media/image510.png"/><Relationship Id="rId51" Type="http://schemas.openxmlformats.org/officeDocument/2006/relationships/image" Target="../media/image511.png"/><Relationship Id="rId52" Type="http://schemas.openxmlformats.org/officeDocument/2006/relationships/image" Target="../media/image512.png"/><Relationship Id="rId53" Type="http://schemas.openxmlformats.org/officeDocument/2006/relationships/image" Target="../media/image513.png"/><Relationship Id="rId54" Type="http://schemas.openxmlformats.org/officeDocument/2006/relationships/image" Target="../media/image514.png"/><Relationship Id="rId55" Type="http://schemas.openxmlformats.org/officeDocument/2006/relationships/image" Target="../media/image515.png"/><Relationship Id="rId56" Type="http://schemas.openxmlformats.org/officeDocument/2006/relationships/image" Target="../media/image516.png"/><Relationship Id="rId57" Type="http://schemas.openxmlformats.org/officeDocument/2006/relationships/image" Target="../media/image517.png"/><Relationship Id="rId58" Type="http://schemas.openxmlformats.org/officeDocument/2006/relationships/image" Target="../media/image518.png"/><Relationship Id="rId59" Type="http://schemas.openxmlformats.org/officeDocument/2006/relationships/image" Target="../media/image519.png"/><Relationship Id="rId60" Type="http://schemas.openxmlformats.org/officeDocument/2006/relationships/image" Target="../media/image520.png"/><Relationship Id="rId61" Type="http://schemas.openxmlformats.org/officeDocument/2006/relationships/image" Target="../media/image521.png"/><Relationship Id="rId62" Type="http://schemas.openxmlformats.org/officeDocument/2006/relationships/image" Target="../media/image522.png"/><Relationship Id="rId63" Type="http://schemas.openxmlformats.org/officeDocument/2006/relationships/image" Target="../media/image523.png"/><Relationship Id="rId64" Type="http://schemas.openxmlformats.org/officeDocument/2006/relationships/image" Target="../media/image524.png"/><Relationship Id="rId65" Type="http://schemas.openxmlformats.org/officeDocument/2006/relationships/image" Target="../media/image525.png"/><Relationship Id="rId66" Type="http://schemas.openxmlformats.org/officeDocument/2006/relationships/image" Target="../media/image526.png"/><Relationship Id="rId67" Type="http://schemas.openxmlformats.org/officeDocument/2006/relationships/image" Target="../media/image527.png"/><Relationship Id="rId68" Type="http://schemas.openxmlformats.org/officeDocument/2006/relationships/image" Target="../media/image528.png"/><Relationship Id="rId69" Type="http://schemas.openxmlformats.org/officeDocument/2006/relationships/image" Target="../media/image529.png"/><Relationship Id="rId70" Type="http://schemas.openxmlformats.org/officeDocument/2006/relationships/image" Target="../media/image286.jpg"/><Relationship Id="rId71" Type="http://schemas.openxmlformats.org/officeDocument/2006/relationships/image" Target="../media/image224.png"/><Relationship Id="rId72" Type="http://schemas.openxmlformats.org/officeDocument/2006/relationships/image" Target="../media/image22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0.png"/><Relationship Id="rId3" Type="http://schemas.openxmlformats.org/officeDocument/2006/relationships/image" Target="../media/image531.png"/><Relationship Id="rId4" Type="http://schemas.openxmlformats.org/officeDocument/2006/relationships/image" Target="../media/image532.png"/><Relationship Id="rId5" Type="http://schemas.openxmlformats.org/officeDocument/2006/relationships/image" Target="../media/image533.png"/><Relationship Id="rId6" Type="http://schemas.openxmlformats.org/officeDocument/2006/relationships/image" Target="../media/image534.png"/><Relationship Id="rId7" Type="http://schemas.openxmlformats.org/officeDocument/2006/relationships/image" Target="../media/image535.png"/><Relationship Id="rId8" Type="http://schemas.openxmlformats.org/officeDocument/2006/relationships/image" Target="../media/image536.png"/><Relationship Id="rId9" Type="http://schemas.openxmlformats.org/officeDocument/2006/relationships/image" Target="../media/image537.png"/><Relationship Id="rId10" Type="http://schemas.openxmlformats.org/officeDocument/2006/relationships/image" Target="../media/image538.png"/><Relationship Id="rId11" Type="http://schemas.openxmlformats.org/officeDocument/2006/relationships/image" Target="../media/image539.png"/><Relationship Id="rId12" Type="http://schemas.openxmlformats.org/officeDocument/2006/relationships/image" Target="../media/image540.png"/><Relationship Id="rId13" Type="http://schemas.openxmlformats.org/officeDocument/2006/relationships/image" Target="../media/image541.png"/><Relationship Id="rId14" Type="http://schemas.openxmlformats.org/officeDocument/2006/relationships/image" Target="../media/image542.png"/><Relationship Id="rId15" Type="http://schemas.openxmlformats.org/officeDocument/2006/relationships/image" Target="../media/image543.png"/><Relationship Id="rId16" Type="http://schemas.openxmlformats.org/officeDocument/2006/relationships/image" Target="../media/image544.png"/><Relationship Id="rId17" Type="http://schemas.openxmlformats.org/officeDocument/2006/relationships/image" Target="../media/image545.png"/><Relationship Id="rId18" Type="http://schemas.openxmlformats.org/officeDocument/2006/relationships/image" Target="../media/image546.png"/><Relationship Id="rId19" Type="http://schemas.openxmlformats.org/officeDocument/2006/relationships/image" Target="../media/image547.png"/><Relationship Id="rId20" Type="http://schemas.openxmlformats.org/officeDocument/2006/relationships/image" Target="../media/image548.png"/><Relationship Id="rId21" Type="http://schemas.openxmlformats.org/officeDocument/2006/relationships/image" Target="../media/image549.png"/><Relationship Id="rId22" Type="http://schemas.openxmlformats.org/officeDocument/2006/relationships/image" Target="../media/image550.png"/><Relationship Id="rId23" Type="http://schemas.openxmlformats.org/officeDocument/2006/relationships/image" Target="../media/image551.png"/><Relationship Id="rId24" Type="http://schemas.openxmlformats.org/officeDocument/2006/relationships/image" Target="../media/image552.jpg"/><Relationship Id="rId25" Type="http://schemas.openxmlformats.org/officeDocument/2006/relationships/image" Target="../media/image553.png"/><Relationship Id="rId26" Type="http://schemas.openxmlformats.org/officeDocument/2006/relationships/image" Target="../media/image554.png"/><Relationship Id="rId27" Type="http://schemas.openxmlformats.org/officeDocument/2006/relationships/image" Target="../media/image555.png"/><Relationship Id="rId28" Type="http://schemas.openxmlformats.org/officeDocument/2006/relationships/image" Target="../media/image556.png"/><Relationship Id="rId29" Type="http://schemas.openxmlformats.org/officeDocument/2006/relationships/image" Target="../media/image557.png"/><Relationship Id="rId30" Type="http://schemas.openxmlformats.org/officeDocument/2006/relationships/image" Target="../media/image558.png"/><Relationship Id="rId31" Type="http://schemas.openxmlformats.org/officeDocument/2006/relationships/image" Target="../media/image559.png"/><Relationship Id="rId32" Type="http://schemas.openxmlformats.org/officeDocument/2006/relationships/image" Target="../media/image560.png"/><Relationship Id="rId33" Type="http://schemas.openxmlformats.org/officeDocument/2006/relationships/image" Target="../media/image561.png"/><Relationship Id="rId34" Type="http://schemas.openxmlformats.org/officeDocument/2006/relationships/image" Target="../media/image562.png"/><Relationship Id="rId35" Type="http://schemas.openxmlformats.org/officeDocument/2006/relationships/image" Target="../media/image563.png"/><Relationship Id="rId36" Type="http://schemas.openxmlformats.org/officeDocument/2006/relationships/image" Target="../media/image564.jpg"/><Relationship Id="rId37" Type="http://schemas.openxmlformats.org/officeDocument/2006/relationships/image" Target="../media/image565.png"/><Relationship Id="rId38" Type="http://schemas.openxmlformats.org/officeDocument/2006/relationships/image" Target="../media/image566.png"/><Relationship Id="rId39" Type="http://schemas.openxmlformats.org/officeDocument/2006/relationships/image" Target="../media/image567.png"/><Relationship Id="rId40" Type="http://schemas.openxmlformats.org/officeDocument/2006/relationships/image" Target="../media/image568.png"/><Relationship Id="rId41" Type="http://schemas.openxmlformats.org/officeDocument/2006/relationships/image" Target="../media/image569.png"/><Relationship Id="rId42" Type="http://schemas.openxmlformats.org/officeDocument/2006/relationships/image" Target="../media/image570.png"/><Relationship Id="rId43" Type="http://schemas.openxmlformats.org/officeDocument/2006/relationships/image" Target="../media/image571.png"/><Relationship Id="rId44" Type="http://schemas.openxmlformats.org/officeDocument/2006/relationships/image" Target="../media/image572.png"/><Relationship Id="rId45" Type="http://schemas.openxmlformats.org/officeDocument/2006/relationships/image" Target="../media/image573.png"/><Relationship Id="rId46" Type="http://schemas.openxmlformats.org/officeDocument/2006/relationships/image" Target="../media/image574.png"/><Relationship Id="rId47" Type="http://schemas.openxmlformats.org/officeDocument/2006/relationships/image" Target="../media/image575.png"/><Relationship Id="rId48" Type="http://schemas.openxmlformats.org/officeDocument/2006/relationships/image" Target="../media/image286.jpg"/><Relationship Id="rId49" Type="http://schemas.openxmlformats.org/officeDocument/2006/relationships/image" Target="../media/image224.png"/><Relationship Id="rId50" Type="http://schemas.openxmlformats.org/officeDocument/2006/relationships/image" Target="../media/image225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6.jpg"/><Relationship Id="rId3" Type="http://schemas.openxmlformats.org/officeDocument/2006/relationships/image" Target="../media/image286.jpg"/><Relationship Id="rId4" Type="http://schemas.openxmlformats.org/officeDocument/2006/relationships/image" Target="../media/image224.png"/><Relationship Id="rId5" Type="http://schemas.openxmlformats.org/officeDocument/2006/relationships/image" Target="../media/image22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81348" y="609790"/>
            <a:ext cx="245745" cy="353060"/>
          </a:xfrm>
          <a:custGeom>
            <a:avLst/>
            <a:gdLst/>
            <a:ahLst/>
            <a:cxnLst/>
            <a:rect l="l" t="t" r="r" b="b"/>
            <a:pathLst>
              <a:path w="245744" h="353059">
                <a:moveTo>
                  <a:pt x="123539" y="352520"/>
                </a:moveTo>
                <a:lnTo>
                  <a:pt x="72747" y="344805"/>
                </a:lnTo>
                <a:lnTo>
                  <a:pt x="26527" y="323945"/>
                </a:lnTo>
                <a:lnTo>
                  <a:pt x="0" y="302228"/>
                </a:lnTo>
                <a:lnTo>
                  <a:pt x="35147" y="260985"/>
                </a:lnTo>
                <a:lnTo>
                  <a:pt x="44815" y="269581"/>
                </a:lnTo>
                <a:lnTo>
                  <a:pt x="55340" y="277177"/>
                </a:lnTo>
                <a:lnTo>
                  <a:pt x="100679" y="297644"/>
                </a:lnTo>
                <a:lnTo>
                  <a:pt x="123539" y="300704"/>
                </a:lnTo>
                <a:lnTo>
                  <a:pt x="137596" y="299869"/>
                </a:lnTo>
                <a:lnTo>
                  <a:pt x="175355" y="282130"/>
                </a:lnTo>
                <a:lnTo>
                  <a:pt x="183070" y="256413"/>
                </a:lnTo>
                <a:lnTo>
                  <a:pt x="183070" y="242697"/>
                </a:lnTo>
                <a:lnTo>
                  <a:pt x="173926" y="228981"/>
                </a:lnTo>
                <a:lnTo>
                  <a:pt x="169354" y="225933"/>
                </a:lnTo>
                <a:lnTo>
                  <a:pt x="164782" y="221265"/>
                </a:lnTo>
                <a:lnTo>
                  <a:pt x="146494" y="212121"/>
                </a:lnTo>
                <a:lnTo>
                  <a:pt x="131254" y="206025"/>
                </a:lnTo>
                <a:lnTo>
                  <a:pt x="77962" y="183642"/>
                </a:lnTo>
                <a:lnTo>
                  <a:pt x="71723" y="180498"/>
                </a:lnTo>
                <a:lnTo>
                  <a:pt x="65484" y="176784"/>
                </a:lnTo>
                <a:lnTo>
                  <a:pt x="59531" y="172497"/>
                </a:lnTo>
                <a:lnTo>
                  <a:pt x="53816" y="168783"/>
                </a:lnTo>
                <a:lnTo>
                  <a:pt x="24843" y="135685"/>
                </a:lnTo>
                <a:lnTo>
                  <a:pt x="15240" y="94678"/>
                </a:lnTo>
                <a:lnTo>
                  <a:pt x="15812" y="85305"/>
                </a:lnTo>
                <a:lnTo>
                  <a:pt x="29336" y="49172"/>
                </a:lnTo>
                <a:lnTo>
                  <a:pt x="55626" y="21193"/>
                </a:lnTo>
                <a:lnTo>
                  <a:pt x="94488" y="3254"/>
                </a:lnTo>
                <a:lnTo>
                  <a:pt x="129635" y="0"/>
                </a:lnTo>
                <a:lnTo>
                  <a:pt x="144525" y="596"/>
                </a:lnTo>
                <a:lnTo>
                  <a:pt x="187642" y="10763"/>
                </a:lnTo>
                <a:lnTo>
                  <a:pt x="224289" y="33051"/>
                </a:lnTo>
                <a:lnTo>
                  <a:pt x="234886" y="42767"/>
                </a:lnTo>
                <a:lnTo>
                  <a:pt x="204406" y="80962"/>
                </a:lnTo>
                <a:lnTo>
                  <a:pt x="195500" y="74573"/>
                </a:lnTo>
                <a:lnTo>
                  <a:pt x="186880" y="69068"/>
                </a:lnTo>
                <a:lnTo>
                  <a:pt x="151245" y="54006"/>
                </a:lnTo>
                <a:lnTo>
                  <a:pt x="129635" y="51911"/>
                </a:lnTo>
                <a:lnTo>
                  <a:pt x="118538" y="52506"/>
                </a:lnTo>
                <a:lnTo>
                  <a:pt x="79914" y="75390"/>
                </a:lnTo>
                <a:lnTo>
                  <a:pt x="76295" y="91630"/>
                </a:lnTo>
                <a:lnTo>
                  <a:pt x="76295" y="99250"/>
                </a:lnTo>
                <a:lnTo>
                  <a:pt x="77819" y="103822"/>
                </a:lnTo>
                <a:lnTo>
                  <a:pt x="80867" y="109918"/>
                </a:lnTo>
                <a:lnTo>
                  <a:pt x="83915" y="114490"/>
                </a:lnTo>
                <a:lnTo>
                  <a:pt x="88487" y="117538"/>
                </a:lnTo>
                <a:lnTo>
                  <a:pt x="93059" y="122110"/>
                </a:lnTo>
                <a:lnTo>
                  <a:pt x="97631" y="125158"/>
                </a:lnTo>
                <a:lnTo>
                  <a:pt x="109823" y="131254"/>
                </a:lnTo>
                <a:lnTo>
                  <a:pt x="117443" y="134302"/>
                </a:lnTo>
                <a:lnTo>
                  <a:pt x="123539" y="137350"/>
                </a:lnTo>
                <a:lnTo>
                  <a:pt x="176974" y="158781"/>
                </a:lnTo>
                <a:lnTo>
                  <a:pt x="210740" y="178617"/>
                </a:lnTo>
                <a:lnTo>
                  <a:pt x="237569" y="211407"/>
                </a:lnTo>
                <a:lnTo>
                  <a:pt x="245649" y="251841"/>
                </a:lnTo>
                <a:lnTo>
                  <a:pt x="245102" y="261866"/>
                </a:lnTo>
                <a:lnTo>
                  <a:pt x="233093" y="298854"/>
                </a:lnTo>
                <a:lnTo>
                  <a:pt x="205001" y="328612"/>
                </a:lnTo>
                <a:lnTo>
                  <a:pt x="162852" y="348019"/>
                </a:lnTo>
                <a:lnTo>
                  <a:pt x="137238" y="351972"/>
                </a:lnTo>
                <a:lnTo>
                  <a:pt x="123539" y="352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89469" y="615860"/>
            <a:ext cx="209550" cy="340360"/>
          </a:xfrm>
          <a:custGeom>
            <a:avLst/>
            <a:gdLst/>
            <a:ahLst/>
            <a:cxnLst/>
            <a:rect l="l" t="t" r="r" b="b"/>
            <a:pathLst>
              <a:path w="209550" h="340359">
                <a:moveTo>
                  <a:pt x="208978" y="288290"/>
                </a:moveTo>
                <a:lnTo>
                  <a:pt x="59537" y="288290"/>
                </a:lnTo>
                <a:lnTo>
                  <a:pt x="59537" y="189230"/>
                </a:lnTo>
                <a:lnTo>
                  <a:pt x="181546" y="189230"/>
                </a:lnTo>
                <a:lnTo>
                  <a:pt x="181546" y="137160"/>
                </a:lnTo>
                <a:lnTo>
                  <a:pt x="59537" y="137160"/>
                </a:lnTo>
                <a:lnTo>
                  <a:pt x="59537" y="50800"/>
                </a:lnTo>
                <a:lnTo>
                  <a:pt x="204406" y="50800"/>
                </a:lnTo>
                <a:lnTo>
                  <a:pt x="204406" y="0"/>
                </a:lnTo>
                <a:lnTo>
                  <a:pt x="0" y="0"/>
                </a:lnTo>
                <a:lnTo>
                  <a:pt x="0" y="50800"/>
                </a:lnTo>
                <a:lnTo>
                  <a:pt x="0" y="137160"/>
                </a:lnTo>
                <a:lnTo>
                  <a:pt x="0" y="189230"/>
                </a:lnTo>
                <a:lnTo>
                  <a:pt x="0" y="288290"/>
                </a:lnTo>
                <a:lnTo>
                  <a:pt x="0" y="340360"/>
                </a:lnTo>
                <a:lnTo>
                  <a:pt x="208978" y="340360"/>
                </a:lnTo>
                <a:lnTo>
                  <a:pt x="208978" y="288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468659" y="615981"/>
            <a:ext cx="255270" cy="340360"/>
          </a:xfrm>
          <a:custGeom>
            <a:avLst/>
            <a:gdLst/>
            <a:ahLst/>
            <a:cxnLst/>
            <a:rect l="l" t="t" r="r" b="b"/>
            <a:pathLst>
              <a:path w="255269" h="340359">
                <a:moveTo>
                  <a:pt x="254698" y="340233"/>
                </a:moveTo>
                <a:lnTo>
                  <a:pt x="193738" y="340233"/>
                </a:lnTo>
                <a:lnTo>
                  <a:pt x="86963" y="148018"/>
                </a:lnTo>
                <a:lnTo>
                  <a:pt x="51816" y="76295"/>
                </a:lnTo>
                <a:lnTo>
                  <a:pt x="50292" y="76295"/>
                </a:lnTo>
                <a:lnTo>
                  <a:pt x="55983" y="147573"/>
                </a:lnTo>
                <a:lnTo>
                  <a:pt x="57912" y="190690"/>
                </a:lnTo>
                <a:lnTo>
                  <a:pt x="57912" y="340233"/>
                </a:lnTo>
                <a:lnTo>
                  <a:pt x="0" y="340233"/>
                </a:lnTo>
                <a:lnTo>
                  <a:pt x="0" y="0"/>
                </a:lnTo>
                <a:lnTo>
                  <a:pt x="62484" y="0"/>
                </a:lnTo>
                <a:lnTo>
                  <a:pt x="167735" y="190690"/>
                </a:lnTo>
                <a:lnTo>
                  <a:pt x="202882" y="263937"/>
                </a:lnTo>
                <a:lnTo>
                  <a:pt x="205930" y="263937"/>
                </a:lnTo>
                <a:lnTo>
                  <a:pt x="203453" y="236112"/>
                </a:lnTo>
                <a:lnTo>
                  <a:pt x="201858" y="221463"/>
                </a:lnTo>
                <a:lnTo>
                  <a:pt x="199834" y="205930"/>
                </a:lnTo>
                <a:lnTo>
                  <a:pt x="197739" y="176403"/>
                </a:lnTo>
                <a:lnTo>
                  <a:pt x="197048" y="161996"/>
                </a:lnTo>
                <a:lnTo>
                  <a:pt x="196786" y="148018"/>
                </a:lnTo>
                <a:lnTo>
                  <a:pt x="196786" y="0"/>
                </a:lnTo>
                <a:lnTo>
                  <a:pt x="254698" y="0"/>
                </a:lnTo>
                <a:lnTo>
                  <a:pt x="254698" y="34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810511" y="614172"/>
            <a:ext cx="60960" cy="341630"/>
          </a:xfrm>
          <a:custGeom>
            <a:avLst/>
            <a:gdLst/>
            <a:ahLst/>
            <a:cxnLst/>
            <a:rect l="l" t="t" r="r" b="b"/>
            <a:pathLst>
              <a:path w="60960" h="341630">
                <a:moveTo>
                  <a:pt x="60959" y="341375"/>
                </a:moveTo>
                <a:lnTo>
                  <a:pt x="0" y="341375"/>
                </a:lnTo>
                <a:lnTo>
                  <a:pt x="0" y="0"/>
                </a:lnTo>
                <a:lnTo>
                  <a:pt x="60959" y="0"/>
                </a:lnTo>
                <a:lnTo>
                  <a:pt x="60959" y="341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38432" y="609790"/>
            <a:ext cx="300990" cy="353060"/>
          </a:xfrm>
          <a:custGeom>
            <a:avLst/>
            <a:gdLst/>
            <a:ahLst/>
            <a:cxnLst/>
            <a:rect l="l" t="t" r="r" b="b"/>
            <a:pathLst>
              <a:path w="300989" h="353059">
                <a:moveTo>
                  <a:pt x="151066" y="352520"/>
                </a:moveTo>
                <a:lnTo>
                  <a:pt x="104038" y="345447"/>
                </a:lnTo>
                <a:lnTo>
                  <a:pt x="64103" y="325659"/>
                </a:lnTo>
                <a:lnTo>
                  <a:pt x="32996" y="292981"/>
                </a:lnTo>
                <a:lnTo>
                  <a:pt x="10668" y="248793"/>
                </a:lnTo>
                <a:lnTo>
                  <a:pt x="809" y="194277"/>
                </a:lnTo>
                <a:lnTo>
                  <a:pt x="0" y="174021"/>
                </a:lnTo>
                <a:lnTo>
                  <a:pt x="809" y="153964"/>
                </a:lnTo>
                <a:lnTo>
                  <a:pt x="10668" y="100774"/>
                </a:lnTo>
                <a:lnTo>
                  <a:pt x="32996" y="57831"/>
                </a:lnTo>
                <a:lnTo>
                  <a:pt x="64103" y="26003"/>
                </a:lnTo>
                <a:lnTo>
                  <a:pt x="104038" y="5826"/>
                </a:lnTo>
                <a:lnTo>
                  <a:pt x="151066" y="0"/>
                </a:lnTo>
                <a:lnTo>
                  <a:pt x="166806" y="596"/>
                </a:lnTo>
                <a:lnTo>
                  <a:pt x="212026" y="10763"/>
                </a:lnTo>
                <a:lnTo>
                  <a:pt x="248754" y="35194"/>
                </a:lnTo>
                <a:lnTo>
                  <a:pt x="264173" y="51911"/>
                </a:lnTo>
                <a:lnTo>
                  <a:pt x="151066" y="51911"/>
                </a:lnTo>
                <a:lnTo>
                  <a:pt x="131556" y="53912"/>
                </a:lnTo>
                <a:lnTo>
                  <a:pt x="85439" y="84010"/>
                </a:lnTo>
                <a:lnTo>
                  <a:pt x="68294" y="123265"/>
                </a:lnTo>
                <a:lnTo>
                  <a:pt x="62579" y="174021"/>
                </a:lnTo>
                <a:lnTo>
                  <a:pt x="62888" y="188334"/>
                </a:lnTo>
                <a:lnTo>
                  <a:pt x="72390" y="237053"/>
                </a:lnTo>
                <a:lnTo>
                  <a:pt x="92964" y="273248"/>
                </a:lnTo>
                <a:lnTo>
                  <a:pt x="131552" y="298406"/>
                </a:lnTo>
                <a:lnTo>
                  <a:pt x="151066" y="300704"/>
                </a:lnTo>
                <a:lnTo>
                  <a:pt x="262890" y="300704"/>
                </a:lnTo>
                <a:lnTo>
                  <a:pt x="259365" y="305276"/>
                </a:lnTo>
                <a:lnTo>
                  <a:pt x="225209" y="333779"/>
                </a:lnTo>
                <a:lnTo>
                  <a:pt x="182689" y="349281"/>
                </a:lnTo>
                <a:lnTo>
                  <a:pt x="167020" y="351686"/>
                </a:lnTo>
                <a:lnTo>
                  <a:pt x="151066" y="352520"/>
                </a:lnTo>
                <a:close/>
              </a:path>
              <a:path w="300989" h="353059">
                <a:moveTo>
                  <a:pt x="262890" y="300704"/>
                </a:moveTo>
                <a:lnTo>
                  <a:pt x="151066" y="300704"/>
                </a:lnTo>
                <a:lnTo>
                  <a:pt x="160210" y="300131"/>
                </a:lnTo>
                <a:lnTo>
                  <a:pt x="169354" y="298406"/>
                </a:lnTo>
                <a:lnTo>
                  <a:pt x="209073" y="273248"/>
                </a:lnTo>
                <a:lnTo>
                  <a:pt x="228361" y="237053"/>
                </a:lnTo>
                <a:lnTo>
                  <a:pt x="237624" y="188334"/>
                </a:lnTo>
                <a:lnTo>
                  <a:pt x="237934" y="174021"/>
                </a:lnTo>
                <a:lnTo>
                  <a:pt x="236505" y="147058"/>
                </a:lnTo>
                <a:lnTo>
                  <a:pt x="225075" y="102347"/>
                </a:lnTo>
                <a:lnTo>
                  <a:pt x="201644" y="69953"/>
                </a:lnTo>
                <a:lnTo>
                  <a:pt x="151066" y="51911"/>
                </a:lnTo>
                <a:lnTo>
                  <a:pt x="264173" y="51911"/>
                </a:lnTo>
                <a:lnTo>
                  <a:pt x="283797" y="85329"/>
                </a:lnTo>
                <a:lnTo>
                  <a:pt x="298037" y="135076"/>
                </a:lnTo>
                <a:lnTo>
                  <a:pt x="300513" y="174021"/>
                </a:lnTo>
                <a:lnTo>
                  <a:pt x="299918" y="194277"/>
                </a:lnTo>
                <a:lnTo>
                  <a:pt x="289845" y="248793"/>
                </a:lnTo>
                <a:lnTo>
                  <a:pt x="268843" y="292981"/>
                </a:lnTo>
                <a:lnTo>
                  <a:pt x="262890" y="3007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307621" y="615981"/>
            <a:ext cx="253365" cy="340360"/>
          </a:xfrm>
          <a:custGeom>
            <a:avLst/>
            <a:gdLst/>
            <a:ahLst/>
            <a:cxnLst/>
            <a:rect l="l" t="t" r="r" b="b"/>
            <a:pathLst>
              <a:path w="253364" h="340359">
                <a:moveTo>
                  <a:pt x="59436" y="340233"/>
                </a:moveTo>
                <a:lnTo>
                  <a:pt x="0" y="340233"/>
                </a:lnTo>
                <a:lnTo>
                  <a:pt x="0" y="0"/>
                </a:lnTo>
                <a:lnTo>
                  <a:pt x="114395" y="0"/>
                </a:lnTo>
                <a:lnTo>
                  <a:pt x="127587" y="285"/>
                </a:lnTo>
                <a:lnTo>
                  <a:pt x="174285" y="7405"/>
                </a:lnTo>
                <a:lnTo>
                  <a:pt x="211240" y="27622"/>
                </a:lnTo>
                <a:lnTo>
                  <a:pt x="226683" y="47244"/>
                </a:lnTo>
                <a:lnTo>
                  <a:pt x="59436" y="47244"/>
                </a:lnTo>
                <a:lnTo>
                  <a:pt x="59436" y="158686"/>
                </a:lnTo>
                <a:lnTo>
                  <a:pt x="224082" y="158686"/>
                </a:lnTo>
                <a:lnTo>
                  <a:pt x="221170" y="163258"/>
                </a:lnTo>
                <a:lnTo>
                  <a:pt x="211178" y="174736"/>
                </a:lnTo>
                <a:lnTo>
                  <a:pt x="199596" y="184213"/>
                </a:lnTo>
                <a:lnTo>
                  <a:pt x="186585" y="191976"/>
                </a:lnTo>
                <a:lnTo>
                  <a:pt x="172307" y="198310"/>
                </a:lnTo>
                <a:lnTo>
                  <a:pt x="177517" y="207454"/>
                </a:lnTo>
                <a:lnTo>
                  <a:pt x="59436" y="207454"/>
                </a:lnTo>
                <a:lnTo>
                  <a:pt x="59436" y="340233"/>
                </a:lnTo>
                <a:close/>
              </a:path>
              <a:path w="253364" h="340359">
                <a:moveTo>
                  <a:pt x="224082" y="158686"/>
                </a:moveTo>
                <a:lnTo>
                  <a:pt x="108299" y="158686"/>
                </a:lnTo>
                <a:lnTo>
                  <a:pt x="124563" y="157829"/>
                </a:lnTo>
                <a:lnTo>
                  <a:pt x="138969" y="155257"/>
                </a:lnTo>
                <a:lnTo>
                  <a:pt x="175355" y="126218"/>
                </a:lnTo>
                <a:lnTo>
                  <a:pt x="179927" y="100679"/>
                </a:lnTo>
                <a:lnTo>
                  <a:pt x="178784" y="86948"/>
                </a:lnTo>
                <a:lnTo>
                  <a:pt x="151376" y="54316"/>
                </a:lnTo>
                <a:lnTo>
                  <a:pt x="108299" y="47244"/>
                </a:lnTo>
                <a:lnTo>
                  <a:pt x="226683" y="47244"/>
                </a:lnTo>
                <a:lnTo>
                  <a:pt x="238886" y="86638"/>
                </a:lnTo>
                <a:lnTo>
                  <a:pt x="239458" y="100679"/>
                </a:lnTo>
                <a:lnTo>
                  <a:pt x="238315" y="119244"/>
                </a:lnTo>
                <a:lnTo>
                  <a:pt x="234886" y="135969"/>
                </a:lnTo>
                <a:lnTo>
                  <a:pt x="229171" y="150694"/>
                </a:lnTo>
                <a:lnTo>
                  <a:pt x="224082" y="158686"/>
                </a:lnTo>
                <a:close/>
              </a:path>
              <a:path w="253364" h="340359">
                <a:moveTo>
                  <a:pt x="253174" y="340233"/>
                </a:moveTo>
                <a:lnTo>
                  <a:pt x="184499" y="340233"/>
                </a:lnTo>
                <a:lnTo>
                  <a:pt x="111347" y="207454"/>
                </a:lnTo>
                <a:lnTo>
                  <a:pt x="177517" y="207454"/>
                </a:lnTo>
                <a:lnTo>
                  <a:pt x="253174" y="34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724911" y="614172"/>
            <a:ext cx="60960" cy="341630"/>
          </a:xfrm>
          <a:custGeom>
            <a:avLst/>
            <a:gdLst/>
            <a:ahLst/>
            <a:cxnLst/>
            <a:rect l="l" t="t" r="r" b="b"/>
            <a:pathLst>
              <a:path w="60960" h="341630">
                <a:moveTo>
                  <a:pt x="60960" y="341375"/>
                </a:moveTo>
                <a:lnTo>
                  <a:pt x="0" y="341375"/>
                </a:lnTo>
                <a:lnTo>
                  <a:pt x="0" y="0"/>
                </a:lnTo>
                <a:lnTo>
                  <a:pt x="60960" y="0"/>
                </a:lnTo>
                <a:lnTo>
                  <a:pt x="60960" y="341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871977" y="615981"/>
            <a:ext cx="255270" cy="340360"/>
          </a:xfrm>
          <a:custGeom>
            <a:avLst/>
            <a:gdLst/>
            <a:ahLst/>
            <a:cxnLst/>
            <a:rect l="l" t="t" r="r" b="b"/>
            <a:pathLst>
              <a:path w="255269" h="340359">
                <a:moveTo>
                  <a:pt x="254698" y="340233"/>
                </a:moveTo>
                <a:lnTo>
                  <a:pt x="193738" y="340233"/>
                </a:lnTo>
                <a:lnTo>
                  <a:pt x="86963" y="148018"/>
                </a:lnTo>
                <a:lnTo>
                  <a:pt x="51816" y="76295"/>
                </a:lnTo>
                <a:lnTo>
                  <a:pt x="50292" y="76295"/>
                </a:lnTo>
                <a:lnTo>
                  <a:pt x="55983" y="147573"/>
                </a:lnTo>
                <a:lnTo>
                  <a:pt x="57912" y="190690"/>
                </a:lnTo>
                <a:lnTo>
                  <a:pt x="57912" y="340233"/>
                </a:lnTo>
                <a:lnTo>
                  <a:pt x="0" y="340233"/>
                </a:lnTo>
                <a:lnTo>
                  <a:pt x="0" y="0"/>
                </a:lnTo>
                <a:lnTo>
                  <a:pt x="62484" y="0"/>
                </a:lnTo>
                <a:lnTo>
                  <a:pt x="167735" y="190690"/>
                </a:lnTo>
                <a:lnTo>
                  <a:pt x="202882" y="263937"/>
                </a:lnTo>
                <a:lnTo>
                  <a:pt x="205930" y="263937"/>
                </a:lnTo>
                <a:lnTo>
                  <a:pt x="203453" y="236112"/>
                </a:lnTo>
                <a:lnTo>
                  <a:pt x="201858" y="221463"/>
                </a:lnTo>
                <a:lnTo>
                  <a:pt x="199834" y="205930"/>
                </a:lnTo>
                <a:lnTo>
                  <a:pt x="197739" y="176403"/>
                </a:lnTo>
                <a:lnTo>
                  <a:pt x="197048" y="161996"/>
                </a:lnTo>
                <a:lnTo>
                  <a:pt x="196786" y="148018"/>
                </a:lnTo>
                <a:lnTo>
                  <a:pt x="196786" y="0"/>
                </a:lnTo>
                <a:lnTo>
                  <a:pt x="254698" y="0"/>
                </a:lnTo>
                <a:lnTo>
                  <a:pt x="254698" y="34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213633" y="615860"/>
            <a:ext cx="206375" cy="340360"/>
          </a:xfrm>
          <a:custGeom>
            <a:avLst/>
            <a:gdLst/>
            <a:ahLst/>
            <a:cxnLst/>
            <a:rect l="l" t="t" r="r" b="b"/>
            <a:pathLst>
              <a:path w="206375" h="340359">
                <a:moveTo>
                  <a:pt x="205930" y="0"/>
                </a:moveTo>
                <a:lnTo>
                  <a:pt x="0" y="0"/>
                </a:lnTo>
                <a:lnTo>
                  <a:pt x="0" y="50800"/>
                </a:lnTo>
                <a:lnTo>
                  <a:pt x="0" y="146050"/>
                </a:lnTo>
                <a:lnTo>
                  <a:pt x="0" y="198120"/>
                </a:lnTo>
                <a:lnTo>
                  <a:pt x="0" y="340360"/>
                </a:lnTo>
                <a:lnTo>
                  <a:pt x="61061" y="340360"/>
                </a:lnTo>
                <a:lnTo>
                  <a:pt x="61061" y="198120"/>
                </a:lnTo>
                <a:lnTo>
                  <a:pt x="184594" y="198120"/>
                </a:lnTo>
                <a:lnTo>
                  <a:pt x="184594" y="146050"/>
                </a:lnTo>
                <a:lnTo>
                  <a:pt x="61061" y="146050"/>
                </a:lnTo>
                <a:lnTo>
                  <a:pt x="61061" y="50800"/>
                </a:lnTo>
                <a:lnTo>
                  <a:pt x="205930" y="50800"/>
                </a:lnTo>
                <a:lnTo>
                  <a:pt x="2059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479101" y="609790"/>
            <a:ext cx="1097280" cy="353060"/>
          </a:xfrm>
          <a:custGeom>
            <a:avLst/>
            <a:gdLst/>
            <a:ahLst/>
            <a:cxnLst/>
            <a:rect l="l" t="t" r="r" b="b"/>
            <a:pathLst>
              <a:path w="1097279" h="353059">
                <a:moveTo>
                  <a:pt x="253174" y="346430"/>
                </a:moveTo>
                <a:lnTo>
                  <a:pt x="177507" y="213652"/>
                </a:lnTo>
                <a:lnTo>
                  <a:pt x="172300" y="204508"/>
                </a:lnTo>
                <a:lnTo>
                  <a:pt x="186575" y="198170"/>
                </a:lnTo>
                <a:lnTo>
                  <a:pt x="199593" y="190411"/>
                </a:lnTo>
                <a:lnTo>
                  <a:pt x="211175" y="180936"/>
                </a:lnTo>
                <a:lnTo>
                  <a:pt x="221170" y="169456"/>
                </a:lnTo>
                <a:lnTo>
                  <a:pt x="224078" y="164884"/>
                </a:lnTo>
                <a:lnTo>
                  <a:pt x="229171" y="156895"/>
                </a:lnTo>
                <a:lnTo>
                  <a:pt x="234886" y="142163"/>
                </a:lnTo>
                <a:lnTo>
                  <a:pt x="238315" y="125437"/>
                </a:lnTo>
                <a:lnTo>
                  <a:pt x="239458" y="106870"/>
                </a:lnTo>
                <a:lnTo>
                  <a:pt x="238887" y="92837"/>
                </a:lnTo>
                <a:lnTo>
                  <a:pt x="227101" y="53441"/>
                </a:lnTo>
                <a:lnTo>
                  <a:pt x="195148" y="22123"/>
                </a:lnTo>
                <a:lnTo>
                  <a:pt x="179920" y="15265"/>
                </a:lnTo>
                <a:lnTo>
                  <a:pt x="179920" y="106870"/>
                </a:lnTo>
                <a:lnTo>
                  <a:pt x="178777" y="120637"/>
                </a:lnTo>
                <a:lnTo>
                  <a:pt x="151371" y="157162"/>
                </a:lnTo>
                <a:lnTo>
                  <a:pt x="108292" y="164884"/>
                </a:lnTo>
                <a:lnTo>
                  <a:pt x="60960" y="164884"/>
                </a:lnTo>
                <a:lnTo>
                  <a:pt x="60960" y="53441"/>
                </a:lnTo>
                <a:lnTo>
                  <a:pt x="108292" y="53441"/>
                </a:lnTo>
                <a:lnTo>
                  <a:pt x="151371" y="60515"/>
                </a:lnTo>
                <a:lnTo>
                  <a:pt x="178777" y="93141"/>
                </a:lnTo>
                <a:lnTo>
                  <a:pt x="179920" y="106870"/>
                </a:lnTo>
                <a:lnTo>
                  <a:pt x="179920" y="15265"/>
                </a:lnTo>
                <a:lnTo>
                  <a:pt x="140677" y="7340"/>
                </a:lnTo>
                <a:lnTo>
                  <a:pt x="114388" y="6197"/>
                </a:lnTo>
                <a:lnTo>
                  <a:pt x="0" y="6197"/>
                </a:lnTo>
                <a:lnTo>
                  <a:pt x="0" y="346430"/>
                </a:lnTo>
                <a:lnTo>
                  <a:pt x="60960" y="346430"/>
                </a:lnTo>
                <a:lnTo>
                  <a:pt x="60960" y="213652"/>
                </a:lnTo>
                <a:lnTo>
                  <a:pt x="112864" y="213652"/>
                </a:lnTo>
                <a:lnTo>
                  <a:pt x="186016" y="346430"/>
                </a:lnTo>
                <a:lnTo>
                  <a:pt x="253174" y="346430"/>
                </a:lnTo>
                <a:close/>
              </a:path>
              <a:path w="1097279" h="353059">
                <a:moveTo>
                  <a:pt x="555205" y="346430"/>
                </a:moveTo>
                <a:lnTo>
                  <a:pt x="525246" y="254889"/>
                </a:lnTo>
                <a:lnTo>
                  <a:pt x="509257" y="206032"/>
                </a:lnTo>
                <a:lnTo>
                  <a:pt x="458825" y="51917"/>
                </a:lnTo>
                <a:lnTo>
                  <a:pt x="451472" y="29476"/>
                </a:lnTo>
                <a:lnTo>
                  <a:pt x="451472" y="206032"/>
                </a:lnTo>
                <a:lnTo>
                  <a:pt x="364515" y="206032"/>
                </a:lnTo>
                <a:lnTo>
                  <a:pt x="376707" y="164884"/>
                </a:lnTo>
                <a:lnTo>
                  <a:pt x="380377" y="151117"/>
                </a:lnTo>
                <a:lnTo>
                  <a:pt x="388277" y="123647"/>
                </a:lnTo>
                <a:lnTo>
                  <a:pt x="391947" y="109918"/>
                </a:lnTo>
                <a:lnTo>
                  <a:pt x="395376" y="95288"/>
                </a:lnTo>
                <a:lnTo>
                  <a:pt x="402234" y="66548"/>
                </a:lnTo>
                <a:lnTo>
                  <a:pt x="405663" y="51917"/>
                </a:lnTo>
                <a:lnTo>
                  <a:pt x="408800" y="51917"/>
                </a:lnTo>
                <a:lnTo>
                  <a:pt x="412229" y="66548"/>
                </a:lnTo>
                <a:lnTo>
                  <a:pt x="419087" y="95288"/>
                </a:lnTo>
                <a:lnTo>
                  <a:pt x="422516" y="109918"/>
                </a:lnTo>
                <a:lnTo>
                  <a:pt x="426859" y="123647"/>
                </a:lnTo>
                <a:lnTo>
                  <a:pt x="434949" y="151117"/>
                </a:lnTo>
                <a:lnTo>
                  <a:pt x="439280" y="164884"/>
                </a:lnTo>
                <a:lnTo>
                  <a:pt x="451472" y="206032"/>
                </a:lnTo>
                <a:lnTo>
                  <a:pt x="451472" y="29476"/>
                </a:lnTo>
                <a:lnTo>
                  <a:pt x="443852" y="6197"/>
                </a:lnTo>
                <a:lnTo>
                  <a:pt x="373659" y="6197"/>
                </a:lnTo>
                <a:lnTo>
                  <a:pt x="262305" y="346430"/>
                </a:lnTo>
                <a:lnTo>
                  <a:pt x="323367" y="346430"/>
                </a:lnTo>
                <a:lnTo>
                  <a:pt x="350799" y="254889"/>
                </a:lnTo>
                <a:lnTo>
                  <a:pt x="465188" y="254889"/>
                </a:lnTo>
                <a:lnTo>
                  <a:pt x="491096" y="346430"/>
                </a:lnTo>
                <a:lnTo>
                  <a:pt x="555205" y="346430"/>
                </a:lnTo>
                <a:close/>
              </a:path>
              <a:path w="1097279" h="353059">
                <a:moveTo>
                  <a:pt x="817524" y="251841"/>
                </a:moveTo>
                <a:lnTo>
                  <a:pt x="810387" y="211416"/>
                </a:lnTo>
                <a:lnTo>
                  <a:pt x="783590" y="178625"/>
                </a:lnTo>
                <a:lnTo>
                  <a:pt x="748944" y="158788"/>
                </a:lnTo>
                <a:lnTo>
                  <a:pt x="703135" y="140398"/>
                </a:lnTo>
                <a:lnTo>
                  <a:pt x="697039" y="137350"/>
                </a:lnTo>
                <a:lnTo>
                  <a:pt x="689419" y="134302"/>
                </a:lnTo>
                <a:lnTo>
                  <a:pt x="683323" y="131254"/>
                </a:lnTo>
                <a:lnTo>
                  <a:pt x="675703" y="128206"/>
                </a:lnTo>
                <a:lnTo>
                  <a:pt x="671131" y="125158"/>
                </a:lnTo>
                <a:lnTo>
                  <a:pt x="665035" y="122110"/>
                </a:lnTo>
                <a:lnTo>
                  <a:pt x="660463" y="117538"/>
                </a:lnTo>
                <a:lnTo>
                  <a:pt x="655891" y="114490"/>
                </a:lnTo>
                <a:lnTo>
                  <a:pt x="654367" y="109918"/>
                </a:lnTo>
                <a:lnTo>
                  <a:pt x="651319" y="103822"/>
                </a:lnTo>
                <a:lnTo>
                  <a:pt x="649795" y="99250"/>
                </a:lnTo>
                <a:lnTo>
                  <a:pt x="649795" y="91630"/>
                </a:lnTo>
                <a:lnTo>
                  <a:pt x="671842" y="57708"/>
                </a:lnTo>
                <a:lnTo>
                  <a:pt x="703135" y="51917"/>
                </a:lnTo>
                <a:lnTo>
                  <a:pt x="713409" y="52463"/>
                </a:lnTo>
                <a:lnTo>
                  <a:pt x="759612" y="69075"/>
                </a:lnTo>
                <a:lnTo>
                  <a:pt x="776376" y="80962"/>
                </a:lnTo>
                <a:lnTo>
                  <a:pt x="806856" y="42773"/>
                </a:lnTo>
                <a:lnTo>
                  <a:pt x="772998" y="17056"/>
                </a:lnTo>
                <a:lnTo>
                  <a:pt x="731939" y="2489"/>
                </a:lnTo>
                <a:lnTo>
                  <a:pt x="703135" y="0"/>
                </a:lnTo>
                <a:lnTo>
                  <a:pt x="690841" y="317"/>
                </a:lnTo>
                <a:lnTo>
                  <a:pt x="646544" y="10820"/>
                </a:lnTo>
                <a:lnTo>
                  <a:pt x="613283" y="33794"/>
                </a:lnTo>
                <a:lnTo>
                  <a:pt x="592594" y="66535"/>
                </a:lnTo>
                <a:lnTo>
                  <a:pt x="588733" y="94678"/>
                </a:lnTo>
                <a:lnTo>
                  <a:pt x="589038" y="104419"/>
                </a:lnTo>
                <a:lnTo>
                  <a:pt x="601306" y="142316"/>
                </a:lnTo>
                <a:lnTo>
                  <a:pt x="633031" y="172504"/>
                </a:lnTo>
                <a:lnTo>
                  <a:pt x="638759" y="176784"/>
                </a:lnTo>
                <a:lnTo>
                  <a:pt x="644652" y="180505"/>
                </a:lnTo>
                <a:lnTo>
                  <a:pt x="650811" y="183642"/>
                </a:lnTo>
                <a:lnTo>
                  <a:pt x="657415" y="186220"/>
                </a:lnTo>
                <a:lnTo>
                  <a:pt x="703135" y="206032"/>
                </a:lnTo>
                <a:lnTo>
                  <a:pt x="718375" y="212128"/>
                </a:lnTo>
                <a:lnTo>
                  <a:pt x="724471" y="215176"/>
                </a:lnTo>
                <a:lnTo>
                  <a:pt x="732180" y="218224"/>
                </a:lnTo>
                <a:lnTo>
                  <a:pt x="736752" y="221272"/>
                </a:lnTo>
                <a:lnTo>
                  <a:pt x="741324" y="225933"/>
                </a:lnTo>
                <a:lnTo>
                  <a:pt x="745896" y="228981"/>
                </a:lnTo>
                <a:lnTo>
                  <a:pt x="750468" y="233553"/>
                </a:lnTo>
                <a:lnTo>
                  <a:pt x="751992" y="238125"/>
                </a:lnTo>
                <a:lnTo>
                  <a:pt x="755040" y="242697"/>
                </a:lnTo>
                <a:lnTo>
                  <a:pt x="756564" y="248793"/>
                </a:lnTo>
                <a:lnTo>
                  <a:pt x="756564" y="256413"/>
                </a:lnTo>
                <a:lnTo>
                  <a:pt x="732688" y="293598"/>
                </a:lnTo>
                <a:lnTo>
                  <a:pt x="697039" y="300710"/>
                </a:lnTo>
                <a:lnTo>
                  <a:pt x="685368" y="299897"/>
                </a:lnTo>
                <a:lnTo>
                  <a:pt x="638632" y="283921"/>
                </a:lnTo>
                <a:lnTo>
                  <a:pt x="608545" y="260985"/>
                </a:lnTo>
                <a:lnTo>
                  <a:pt x="573493" y="302234"/>
                </a:lnTo>
                <a:lnTo>
                  <a:pt x="614248" y="332232"/>
                </a:lnTo>
                <a:lnTo>
                  <a:pt x="662178" y="349097"/>
                </a:lnTo>
                <a:lnTo>
                  <a:pt x="695515" y="352526"/>
                </a:lnTo>
                <a:lnTo>
                  <a:pt x="709841" y="351980"/>
                </a:lnTo>
                <a:lnTo>
                  <a:pt x="747420" y="344906"/>
                </a:lnTo>
                <a:lnTo>
                  <a:pt x="785520" y="322046"/>
                </a:lnTo>
                <a:lnTo>
                  <a:pt x="809904" y="289941"/>
                </a:lnTo>
                <a:lnTo>
                  <a:pt x="817194" y="261874"/>
                </a:lnTo>
                <a:lnTo>
                  <a:pt x="817524" y="251841"/>
                </a:lnTo>
                <a:close/>
              </a:path>
              <a:path w="1097279" h="353059">
                <a:moveTo>
                  <a:pt x="1096708" y="5689"/>
                </a:moveTo>
                <a:lnTo>
                  <a:pt x="840486" y="5689"/>
                </a:lnTo>
                <a:lnTo>
                  <a:pt x="840486" y="56489"/>
                </a:lnTo>
                <a:lnTo>
                  <a:pt x="938022" y="56489"/>
                </a:lnTo>
                <a:lnTo>
                  <a:pt x="938022" y="346049"/>
                </a:lnTo>
                <a:lnTo>
                  <a:pt x="999070" y="346049"/>
                </a:lnTo>
                <a:lnTo>
                  <a:pt x="999070" y="56489"/>
                </a:lnTo>
                <a:lnTo>
                  <a:pt x="1096708" y="56489"/>
                </a:lnTo>
                <a:lnTo>
                  <a:pt x="1096708" y="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633817" y="615981"/>
            <a:ext cx="253365" cy="340360"/>
          </a:xfrm>
          <a:custGeom>
            <a:avLst/>
            <a:gdLst/>
            <a:ahLst/>
            <a:cxnLst/>
            <a:rect l="l" t="t" r="r" b="b"/>
            <a:pathLst>
              <a:path w="253364" h="340359">
                <a:moveTo>
                  <a:pt x="59436" y="340233"/>
                </a:moveTo>
                <a:lnTo>
                  <a:pt x="0" y="340233"/>
                </a:lnTo>
                <a:lnTo>
                  <a:pt x="0" y="0"/>
                </a:lnTo>
                <a:lnTo>
                  <a:pt x="114395" y="0"/>
                </a:lnTo>
                <a:lnTo>
                  <a:pt x="127587" y="285"/>
                </a:lnTo>
                <a:lnTo>
                  <a:pt x="174285" y="7405"/>
                </a:lnTo>
                <a:lnTo>
                  <a:pt x="211240" y="27622"/>
                </a:lnTo>
                <a:lnTo>
                  <a:pt x="226683" y="47244"/>
                </a:lnTo>
                <a:lnTo>
                  <a:pt x="59436" y="47244"/>
                </a:lnTo>
                <a:lnTo>
                  <a:pt x="59436" y="158686"/>
                </a:lnTo>
                <a:lnTo>
                  <a:pt x="224082" y="158686"/>
                </a:lnTo>
                <a:lnTo>
                  <a:pt x="221170" y="163258"/>
                </a:lnTo>
                <a:lnTo>
                  <a:pt x="211178" y="174736"/>
                </a:lnTo>
                <a:lnTo>
                  <a:pt x="199596" y="184213"/>
                </a:lnTo>
                <a:lnTo>
                  <a:pt x="186585" y="191976"/>
                </a:lnTo>
                <a:lnTo>
                  <a:pt x="172307" y="198310"/>
                </a:lnTo>
                <a:lnTo>
                  <a:pt x="177517" y="207454"/>
                </a:lnTo>
                <a:lnTo>
                  <a:pt x="59436" y="207454"/>
                </a:lnTo>
                <a:lnTo>
                  <a:pt x="59436" y="340233"/>
                </a:lnTo>
                <a:close/>
              </a:path>
              <a:path w="253364" h="340359">
                <a:moveTo>
                  <a:pt x="224082" y="158686"/>
                </a:moveTo>
                <a:lnTo>
                  <a:pt x="108299" y="158686"/>
                </a:lnTo>
                <a:lnTo>
                  <a:pt x="124563" y="157829"/>
                </a:lnTo>
                <a:lnTo>
                  <a:pt x="138969" y="155257"/>
                </a:lnTo>
                <a:lnTo>
                  <a:pt x="175355" y="126218"/>
                </a:lnTo>
                <a:lnTo>
                  <a:pt x="179927" y="100679"/>
                </a:lnTo>
                <a:lnTo>
                  <a:pt x="178784" y="86948"/>
                </a:lnTo>
                <a:lnTo>
                  <a:pt x="151376" y="54316"/>
                </a:lnTo>
                <a:lnTo>
                  <a:pt x="108299" y="47244"/>
                </a:lnTo>
                <a:lnTo>
                  <a:pt x="226683" y="47244"/>
                </a:lnTo>
                <a:lnTo>
                  <a:pt x="238886" y="86638"/>
                </a:lnTo>
                <a:lnTo>
                  <a:pt x="239458" y="100679"/>
                </a:lnTo>
                <a:lnTo>
                  <a:pt x="238315" y="119244"/>
                </a:lnTo>
                <a:lnTo>
                  <a:pt x="234886" y="135969"/>
                </a:lnTo>
                <a:lnTo>
                  <a:pt x="229171" y="150694"/>
                </a:lnTo>
                <a:lnTo>
                  <a:pt x="224082" y="158686"/>
                </a:lnTo>
                <a:close/>
              </a:path>
              <a:path w="253364" h="340359">
                <a:moveTo>
                  <a:pt x="253174" y="340233"/>
                </a:moveTo>
                <a:lnTo>
                  <a:pt x="184499" y="340233"/>
                </a:lnTo>
                <a:lnTo>
                  <a:pt x="111347" y="207454"/>
                </a:lnTo>
                <a:lnTo>
                  <a:pt x="177517" y="207454"/>
                </a:lnTo>
                <a:lnTo>
                  <a:pt x="253174" y="34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4943379" y="615981"/>
            <a:ext cx="258445" cy="346710"/>
          </a:xfrm>
          <a:custGeom>
            <a:avLst/>
            <a:gdLst/>
            <a:ahLst/>
            <a:cxnLst/>
            <a:rect l="l" t="t" r="r" b="b"/>
            <a:pathLst>
              <a:path w="258445" h="346709">
                <a:moveTo>
                  <a:pt x="128206" y="346328"/>
                </a:moveTo>
                <a:lnTo>
                  <a:pt x="87393" y="341185"/>
                </a:lnTo>
                <a:lnTo>
                  <a:pt x="43695" y="319182"/>
                </a:lnTo>
                <a:lnTo>
                  <a:pt x="20478" y="288940"/>
                </a:lnTo>
                <a:lnTo>
                  <a:pt x="5183" y="246719"/>
                </a:lnTo>
                <a:lnTo>
                  <a:pt x="0" y="190690"/>
                </a:lnTo>
                <a:lnTo>
                  <a:pt x="0" y="0"/>
                </a:lnTo>
                <a:lnTo>
                  <a:pt x="59531" y="0"/>
                </a:lnTo>
                <a:lnTo>
                  <a:pt x="59531" y="195262"/>
                </a:lnTo>
                <a:lnTo>
                  <a:pt x="59840" y="208445"/>
                </a:lnTo>
                <a:lnTo>
                  <a:pt x="68199" y="251436"/>
                </a:lnTo>
                <a:lnTo>
                  <a:pt x="94345" y="285766"/>
                </a:lnTo>
                <a:lnTo>
                  <a:pt x="128206" y="294512"/>
                </a:lnTo>
                <a:lnTo>
                  <a:pt x="135945" y="293989"/>
                </a:lnTo>
                <a:lnTo>
                  <a:pt x="175164" y="278250"/>
                </a:lnTo>
                <a:lnTo>
                  <a:pt x="196619" y="231990"/>
                </a:lnTo>
                <a:lnTo>
                  <a:pt x="199834" y="195262"/>
                </a:lnTo>
                <a:lnTo>
                  <a:pt x="199834" y="0"/>
                </a:lnTo>
                <a:lnTo>
                  <a:pt x="257841" y="0"/>
                </a:lnTo>
                <a:lnTo>
                  <a:pt x="257841" y="190690"/>
                </a:lnTo>
                <a:lnTo>
                  <a:pt x="257270" y="210724"/>
                </a:lnTo>
                <a:lnTo>
                  <a:pt x="248697" y="262413"/>
                </a:lnTo>
                <a:lnTo>
                  <a:pt x="230481" y="299998"/>
                </a:lnTo>
                <a:lnTo>
                  <a:pt x="193549" y="332898"/>
                </a:lnTo>
                <a:lnTo>
                  <a:pt x="156590" y="344042"/>
                </a:lnTo>
                <a:lnTo>
                  <a:pt x="142755" y="345757"/>
                </a:lnTo>
                <a:lnTo>
                  <a:pt x="128206" y="346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268264" y="609790"/>
            <a:ext cx="537210" cy="353060"/>
          </a:xfrm>
          <a:custGeom>
            <a:avLst/>
            <a:gdLst/>
            <a:ahLst/>
            <a:cxnLst/>
            <a:rect l="l" t="t" r="r" b="b"/>
            <a:pathLst>
              <a:path w="537210" h="353059">
                <a:moveTo>
                  <a:pt x="260896" y="303758"/>
                </a:moveTo>
                <a:lnTo>
                  <a:pt x="225844" y="265557"/>
                </a:lnTo>
                <a:lnTo>
                  <a:pt x="218668" y="273253"/>
                </a:lnTo>
                <a:lnTo>
                  <a:pt x="211086" y="280225"/>
                </a:lnTo>
                <a:lnTo>
                  <a:pt x="176593" y="298411"/>
                </a:lnTo>
                <a:lnTo>
                  <a:pt x="155638" y="300710"/>
                </a:lnTo>
                <a:lnTo>
                  <a:pt x="135051" y="298462"/>
                </a:lnTo>
                <a:lnTo>
                  <a:pt x="100698" y="281343"/>
                </a:lnTo>
                <a:lnTo>
                  <a:pt x="75844" y="248500"/>
                </a:lnTo>
                <a:lnTo>
                  <a:pt x="62750" y="202717"/>
                </a:lnTo>
                <a:lnTo>
                  <a:pt x="61061" y="175552"/>
                </a:lnTo>
                <a:lnTo>
                  <a:pt x="61607" y="161226"/>
                </a:lnTo>
                <a:lnTo>
                  <a:pt x="68681" y="123634"/>
                </a:lnTo>
                <a:lnTo>
                  <a:pt x="88493" y="85534"/>
                </a:lnTo>
                <a:lnTo>
                  <a:pt x="127596" y="57061"/>
                </a:lnTo>
                <a:lnTo>
                  <a:pt x="157162" y="51917"/>
                </a:lnTo>
                <a:lnTo>
                  <a:pt x="166928" y="52463"/>
                </a:lnTo>
                <a:lnTo>
                  <a:pt x="205943" y="68313"/>
                </a:lnTo>
                <a:lnTo>
                  <a:pt x="219748" y="79438"/>
                </a:lnTo>
                <a:lnTo>
                  <a:pt x="253276" y="42773"/>
                </a:lnTo>
                <a:lnTo>
                  <a:pt x="212026" y="12293"/>
                </a:lnTo>
                <a:lnTo>
                  <a:pt x="171958" y="622"/>
                </a:lnTo>
                <a:lnTo>
                  <a:pt x="157162" y="0"/>
                </a:lnTo>
                <a:lnTo>
                  <a:pt x="140563" y="596"/>
                </a:lnTo>
                <a:lnTo>
                  <a:pt x="96113" y="10769"/>
                </a:lnTo>
                <a:lnTo>
                  <a:pt x="56680" y="35204"/>
                </a:lnTo>
                <a:lnTo>
                  <a:pt x="26200" y="71780"/>
                </a:lnTo>
                <a:lnTo>
                  <a:pt x="6477" y="119126"/>
                </a:lnTo>
                <a:lnTo>
                  <a:pt x="622" y="156819"/>
                </a:lnTo>
                <a:lnTo>
                  <a:pt x="0" y="177076"/>
                </a:lnTo>
                <a:lnTo>
                  <a:pt x="622" y="197332"/>
                </a:lnTo>
                <a:lnTo>
                  <a:pt x="6477" y="235026"/>
                </a:lnTo>
                <a:lnTo>
                  <a:pt x="26009" y="281571"/>
                </a:lnTo>
                <a:lnTo>
                  <a:pt x="55130" y="317398"/>
                </a:lnTo>
                <a:lnTo>
                  <a:pt x="93065" y="340334"/>
                </a:lnTo>
                <a:lnTo>
                  <a:pt x="138163" y="351904"/>
                </a:lnTo>
                <a:lnTo>
                  <a:pt x="154114" y="352526"/>
                </a:lnTo>
                <a:lnTo>
                  <a:pt x="169837" y="351688"/>
                </a:lnTo>
                <a:lnTo>
                  <a:pt x="213550" y="340334"/>
                </a:lnTo>
                <a:lnTo>
                  <a:pt x="250088" y="314617"/>
                </a:lnTo>
                <a:lnTo>
                  <a:pt x="260896" y="303758"/>
                </a:lnTo>
                <a:close/>
              </a:path>
              <a:path w="537210" h="353059">
                <a:moveTo>
                  <a:pt x="537019" y="5689"/>
                </a:moveTo>
                <a:lnTo>
                  <a:pt x="279184" y="5689"/>
                </a:lnTo>
                <a:lnTo>
                  <a:pt x="279184" y="56489"/>
                </a:lnTo>
                <a:lnTo>
                  <a:pt x="378333" y="56489"/>
                </a:lnTo>
                <a:lnTo>
                  <a:pt x="378333" y="346049"/>
                </a:lnTo>
                <a:lnTo>
                  <a:pt x="437870" y="346049"/>
                </a:lnTo>
                <a:lnTo>
                  <a:pt x="437870" y="56489"/>
                </a:lnTo>
                <a:lnTo>
                  <a:pt x="537019" y="56489"/>
                </a:lnTo>
                <a:lnTo>
                  <a:pt x="537019" y="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860160" y="615981"/>
            <a:ext cx="257810" cy="346710"/>
          </a:xfrm>
          <a:custGeom>
            <a:avLst/>
            <a:gdLst/>
            <a:ahLst/>
            <a:cxnLst/>
            <a:rect l="l" t="t" r="r" b="b"/>
            <a:pathLst>
              <a:path w="257810" h="346709">
                <a:moveTo>
                  <a:pt x="129635" y="346328"/>
                </a:moveTo>
                <a:lnTo>
                  <a:pt x="88272" y="341185"/>
                </a:lnTo>
                <a:lnTo>
                  <a:pt x="43639" y="319182"/>
                </a:lnTo>
                <a:lnTo>
                  <a:pt x="20383" y="288940"/>
                </a:lnTo>
                <a:lnTo>
                  <a:pt x="5143" y="246719"/>
                </a:lnTo>
                <a:lnTo>
                  <a:pt x="0" y="190690"/>
                </a:lnTo>
                <a:lnTo>
                  <a:pt x="0" y="0"/>
                </a:lnTo>
                <a:lnTo>
                  <a:pt x="59531" y="0"/>
                </a:lnTo>
                <a:lnTo>
                  <a:pt x="59531" y="195262"/>
                </a:lnTo>
                <a:lnTo>
                  <a:pt x="59840" y="208445"/>
                </a:lnTo>
                <a:lnTo>
                  <a:pt x="68199" y="251436"/>
                </a:lnTo>
                <a:lnTo>
                  <a:pt x="94988" y="285766"/>
                </a:lnTo>
                <a:lnTo>
                  <a:pt x="129635" y="294512"/>
                </a:lnTo>
                <a:lnTo>
                  <a:pt x="136707" y="293989"/>
                </a:lnTo>
                <a:lnTo>
                  <a:pt x="175163" y="278250"/>
                </a:lnTo>
                <a:lnTo>
                  <a:pt x="196619" y="231990"/>
                </a:lnTo>
                <a:lnTo>
                  <a:pt x="199834" y="195262"/>
                </a:lnTo>
                <a:lnTo>
                  <a:pt x="199834" y="0"/>
                </a:lnTo>
                <a:lnTo>
                  <a:pt x="257746" y="0"/>
                </a:lnTo>
                <a:lnTo>
                  <a:pt x="257746" y="190690"/>
                </a:lnTo>
                <a:lnTo>
                  <a:pt x="257174" y="210724"/>
                </a:lnTo>
                <a:lnTo>
                  <a:pt x="248602" y="262413"/>
                </a:lnTo>
                <a:lnTo>
                  <a:pt x="230385" y="299998"/>
                </a:lnTo>
                <a:lnTo>
                  <a:pt x="193547" y="332898"/>
                </a:lnTo>
                <a:lnTo>
                  <a:pt x="156733" y="344042"/>
                </a:lnTo>
                <a:lnTo>
                  <a:pt x="143318" y="345757"/>
                </a:lnTo>
                <a:lnTo>
                  <a:pt x="129635" y="346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201822" y="615981"/>
            <a:ext cx="253365" cy="340360"/>
          </a:xfrm>
          <a:custGeom>
            <a:avLst/>
            <a:gdLst/>
            <a:ahLst/>
            <a:cxnLst/>
            <a:rect l="l" t="t" r="r" b="b"/>
            <a:pathLst>
              <a:path w="253364" h="340359">
                <a:moveTo>
                  <a:pt x="61055" y="340233"/>
                </a:moveTo>
                <a:lnTo>
                  <a:pt x="0" y="340233"/>
                </a:lnTo>
                <a:lnTo>
                  <a:pt x="0" y="0"/>
                </a:lnTo>
                <a:lnTo>
                  <a:pt x="115919" y="0"/>
                </a:lnTo>
                <a:lnTo>
                  <a:pt x="128483" y="285"/>
                </a:lnTo>
                <a:lnTo>
                  <a:pt x="175902" y="7405"/>
                </a:lnTo>
                <a:lnTo>
                  <a:pt x="212097" y="27622"/>
                </a:lnTo>
                <a:lnTo>
                  <a:pt x="227102" y="47244"/>
                </a:lnTo>
                <a:lnTo>
                  <a:pt x="61055" y="47244"/>
                </a:lnTo>
                <a:lnTo>
                  <a:pt x="61055" y="158686"/>
                </a:lnTo>
                <a:lnTo>
                  <a:pt x="225606" y="158686"/>
                </a:lnTo>
                <a:lnTo>
                  <a:pt x="222694" y="163258"/>
                </a:lnTo>
                <a:lnTo>
                  <a:pt x="212693" y="174736"/>
                </a:lnTo>
                <a:lnTo>
                  <a:pt x="200977" y="184213"/>
                </a:lnTo>
                <a:lnTo>
                  <a:pt x="187547" y="191976"/>
                </a:lnTo>
                <a:lnTo>
                  <a:pt x="172402" y="198310"/>
                </a:lnTo>
                <a:lnTo>
                  <a:pt x="177612" y="207454"/>
                </a:lnTo>
                <a:lnTo>
                  <a:pt x="61055" y="207454"/>
                </a:lnTo>
                <a:lnTo>
                  <a:pt x="61055" y="340233"/>
                </a:lnTo>
                <a:close/>
              </a:path>
              <a:path w="253364" h="340359">
                <a:moveTo>
                  <a:pt x="225606" y="158686"/>
                </a:moveTo>
                <a:lnTo>
                  <a:pt x="109823" y="158686"/>
                </a:lnTo>
                <a:lnTo>
                  <a:pt x="125887" y="157829"/>
                </a:lnTo>
                <a:lnTo>
                  <a:pt x="139969" y="155257"/>
                </a:lnTo>
                <a:lnTo>
                  <a:pt x="176974" y="126218"/>
                </a:lnTo>
                <a:lnTo>
                  <a:pt x="181546" y="100679"/>
                </a:lnTo>
                <a:lnTo>
                  <a:pt x="180403" y="86948"/>
                </a:lnTo>
                <a:lnTo>
                  <a:pt x="152980" y="54316"/>
                </a:lnTo>
                <a:lnTo>
                  <a:pt x="109823" y="47244"/>
                </a:lnTo>
                <a:lnTo>
                  <a:pt x="227102" y="47244"/>
                </a:lnTo>
                <a:lnTo>
                  <a:pt x="240172" y="86638"/>
                </a:lnTo>
                <a:lnTo>
                  <a:pt x="240982" y="100679"/>
                </a:lnTo>
                <a:lnTo>
                  <a:pt x="239839" y="119244"/>
                </a:lnTo>
                <a:lnTo>
                  <a:pt x="236410" y="135969"/>
                </a:lnTo>
                <a:lnTo>
                  <a:pt x="230695" y="150694"/>
                </a:lnTo>
                <a:lnTo>
                  <a:pt x="225606" y="158686"/>
                </a:lnTo>
                <a:close/>
              </a:path>
              <a:path w="253364" h="340359">
                <a:moveTo>
                  <a:pt x="253269" y="340233"/>
                </a:moveTo>
                <a:lnTo>
                  <a:pt x="186118" y="340233"/>
                </a:lnTo>
                <a:lnTo>
                  <a:pt x="112871" y="207454"/>
                </a:lnTo>
                <a:lnTo>
                  <a:pt x="177612" y="207454"/>
                </a:lnTo>
                <a:lnTo>
                  <a:pt x="253269" y="34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514528" y="615860"/>
            <a:ext cx="209550" cy="340360"/>
          </a:xfrm>
          <a:custGeom>
            <a:avLst/>
            <a:gdLst/>
            <a:ahLst/>
            <a:cxnLst/>
            <a:rect l="l" t="t" r="r" b="b"/>
            <a:pathLst>
              <a:path w="209550" h="340359">
                <a:moveTo>
                  <a:pt x="208978" y="288290"/>
                </a:moveTo>
                <a:lnTo>
                  <a:pt x="59524" y="288290"/>
                </a:lnTo>
                <a:lnTo>
                  <a:pt x="59524" y="189230"/>
                </a:lnTo>
                <a:lnTo>
                  <a:pt x="181546" y="189230"/>
                </a:lnTo>
                <a:lnTo>
                  <a:pt x="181546" y="137160"/>
                </a:lnTo>
                <a:lnTo>
                  <a:pt x="59524" y="137160"/>
                </a:lnTo>
                <a:lnTo>
                  <a:pt x="59524" y="50800"/>
                </a:lnTo>
                <a:lnTo>
                  <a:pt x="204406" y="50800"/>
                </a:lnTo>
                <a:lnTo>
                  <a:pt x="204406" y="0"/>
                </a:lnTo>
                <a:lnTo>
                  <a:pt x="0" y="0"/>
                </a:lnTo>
                <a:lnTo>
                  <a:pt x="0" y="50800"/>
                </a:lnTo>
                <a:lnTo>
                  <a:pt x="0" y="137160"/>
                </a:lnTo>
                <a:lnTo>
                  <a:pt x="0" y="189230"/>
                </a:lnTo>
                <a:lnTo>
                  <a:pt x="0" y="288290"/>
                </a:lnTo>
                <a:lnTo>
                  <a:pt x="0" y="340360"/>
                </a:lnTo>
                <a:lnTo>
                  <a:pt x="208978" y="340360"/>
                </a:lnTo>
                <a:lnTo>
                  <a:pt x="208978" y="2882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6882181" y="609790"/>
            <a:ext cx="582930" cy="353060"/>
          </a:xfrm>
          <a:custGeom>
            <a:avLst/>
            <a:gdLst/>
            <a:ahLst/>
            <a:cxnLst/>
            <a:rect l="l" t="t" r="r" b="b"/>
            <a:pathLst>
              <a:path w="582929" h="353059">
                <a:moveTo>
                  <a:pt x="260794" y="303758"/>
                </a:moveTo>
                <a:lnTo>
                  <a:pt x="227266" y="265557"/>
                </a:lnTo>
                <a:lnTo>
                  <a:pt x="220129" y="273253"/>
                </a:lnTo>
                <a:lnTo>
                  <a:pt x="212407" y="280225"/>
                </a:lnTo>
                <a:lnTo>
                  <a:pt x="177076" y="298411"/>
                </a:lnTo>
                <a:lnTo>
                  <a:pt x="155549" y="300710"/>
                </a:lnTo>
                <a:lnTo>
                  <a:pt x="134975" y="298462"/>
                </a:lnTo>
                <a:lnTo>
                  <a:pt x="100647" y="281343"/>
                </a:lnTo>
                <a:lnTo>
                  <a:pt x="75996" y="248500"/>
                </a:lnTo>
                <a:lnTo>
                  <a:pt x="63944" y="202717"/>
                </a:lnTo>
                <a:lnTo>
                  <a:pt x="62484" y="175552"/>
                </a:lnTo>
                <a:lnTo>
                  <a:pt x="62801" y="161226"/>
                </a:lnTo>
                <a:lnTo>
                  <a:pt x="73177" y="112763"/>
                </a:lnTo>
                <a:lnTo>
                  <a:pt x="95567" y="77812"/>
                </a:lnTo>
                <a:lnTo>
                  <a:pt x="128168" y="57061"/>
                </a:lnTo>
                <a:lnTo>
                  <a:pt x="158597" y="51917"/>
                </a:lnTo>
                <a:lnTo>
                  <a:pt x="167690" y="52463"/>
                </a:lnTo>
                <a:lnTo>
                  <a:pt x="207264" y="68313"/>
                </a:lnTo>
                <a:lnTo>
                  <a:pt x="221170" y="79438"/>
                </a:lnTo>
                <a:lnTo>
                  <a:pt x="254698" y="42773"/>
                </a:lnTo>
                <a:lnTo>
                  <a:pt x="213550" y="12293"/>
                </a:lnTo>
                <a:lnTo>
                  <a:pt x="172529" y="622"/>
                </a:lnTo>
                <a:lnTo>
                  <a:pt x="157073" y="0"/>
                </a:lnTo>
                <a:lnTo>
                  <a:pt x="141338" y="596"/>
                </a:lnTo>
                <a:lnTo>
                  <a:pt x="96113" y="10769"/>
                </a:lnTo>
                <a:lnTo>
                  <a:pt x="57442" y="35204"/>
                </a:lnTo>
                <a:lnTo>
                  <a:pt x="27241" y="71780"/>
                </a:lnTo>
                <a:lnTo>
                  <a:pt x="7073" y="119126"/>
                </a:lnTo>
                <a:lnTo>
                  <a:pt x="838" y="156819"/>
                </a:lnTo>
                <a:lnTo>
                  <a:pt x="0" y="177076"/>
                </a:lnTo>
                <a:lnTo>
                  <a:pt x="838" y="197332"/>
                </a:lnTo>
                <a:lnTo>
                  <a:pt x="7073" y="235026"/>
                </a:lnTo>
                <a:lnTo>
                  <a:pt x="26670" y="281571"/>
                </a:lnTo>
                <a:lnTo>
                  <a:pt x="56349" y="317398"/>
                </a:lnTo>
                <a:lnTo>
                  <a:pt x="94589" y="340334"/>
                </a:lnTo>
                <a:lnTo>
                  <a:pt x="138950" y="351904"/>
                </a:lnTo>
                <a:lnTo>
                  <a:pt x="155549" y="352526"/>
                </a:lnTo>
                <a:lnTo>
                  <a:pt x="171246" y="351688"/>
                </a:lnTo>
                <a:lnTo>
                  <a:pt x="213550" y="340334"/>
                </a:lnTo>
                <a:lnTo>
                  <a:pt x="250202" y="314617"/>
                </a:lnTo>
                <a:lnTo>
                  <a:pt x="260794" y="303758"/>
                </a:lnTo>
                <a:close/>
              </a:path>
              <a:path w="582929" h="353059">
                <a:moveTo>
                  <a:pt x="582650" y="174028"/>
                </a:moveTo>
                <a:lnTo>
                  <a:pt x="580174" y="135077"/>
                </a:lnTo>
                <a:lnTo>
                  <a:pt x="565937" y="85331"/>
                </a:lnTo>
                <a:lnTo>
                  <a:pt x="546315" y="51917"/>
                </a:lnTo>
                <a:lnTo>
                  <a:pt x="520065" y="26441"/>
                </a:lnTo>
                <a:lnTo>
                  <a:pt x="520065" y="174028"/>
                </a:lnTo>
                <a:lnTo>
                  <a:pt x="519760" y="188341"/>
                </a:lnTo>
                <a:lnTo>
                  <a:pt x="510501" y="237058"/>
                </a:lnTo>
                <a:lnTo>
                  <a:pt x="491210" y="273253"/>
                </a:lnTo>
                <a:lnTo>
                  <a:pt x="451485" y="298411"/>
                </a:lnTo>
                <a:lnTo>
                  <a:pt x="433197" y="300710"/>
                </a:lnTo>
                <a:lnTo>
                  <a:pt x="423151" y="300139"/>
                </a:lnTo>
                <a:lnTo>
                  <a:pt x="381673" y="280225"/>
                </a:lnTo>
                <a:lnTo>
                  <a:pt x="358813" y="247459"/>
                </a:lnTo>
                <a:lnTo>
                  <a:pt x="346049" y="201663"/>
                </a:lnTo>
                <a:lnTo>
                  <a:pt x="344716" y="174028"/>
                </a:lnTo>
                <a:lnTo>
                  <a:pt x="346138" y="147066"/>
                </a:lnTo>
                <a:lnTo>
                  <a:pt x="357568" y="102349"/>
                </a:lnTo>
                <a:lnTo>
                  <a:pt x="381025" y="69964"/>
                </a:lnTo>
                <a:lnTo>
                  <a:pt x="433197" y="51917"/>
                </a:lnTo>
                <a:lnTo>
                  <a:pt x="451777" y="53924"/>
                </a:lnTo>
                <a:lnTo>
                  <a:pt x="497205" y="84010"/>
                </a:lnTo>
                <a:lnTo>
                  <a:pt x="514350" y="123266"/>
                </a:lnTo>
                <a:lnTo>
                  <a:pt x="520065" y="174028"/>
                </a:lnTo>
                <a:lnTo>
                  <a:pt x="520065" y="26441"/>
                </a:lnTo>
                <a:lnTo>
                  <a:pt x="479285" y="5829"/>
                </a:lnTo>
                <a:lnTo>
                  <a:pt x="433197" y="0"/>
                </a:lnTo>
                <a:lnTo>
                  <a:pt x="416547" y="596"/>
                </a:lnTo>
                <a:lnTo>
                  <a:pt x="372148" y="10769"/>
                </a:lnTo>
                <a:lnTo>
                  <a:pt x="334860" y="35204"/>
                </a:lnTo>
                <a:lnTo>
                  <a:pt x="306527" y="71018"/>
                </a:lnTo>
                <a:lnTo>
                  <a:pt x="288569" y="117360"/>
                </a:lnTo>
                <a:lnTo>
                  <a:pt x="282130" y="174028"/>
                </a:lnTo>
                <a:lnTo>
                  <a:pt x="282943" y="194284"/>
                </a:lnTo>
                <a:lnTo>
                  <a:pt x="288569" y="231978"/>
                </a:lnTo>
                <a:lnTo>
                  <a:pt x="306527" y="279285"/>
                </a:lnTo>
                <a:lnTo>
                  <a:pt x="334860" y="316115"/>
                </a:lnTo>
                <a:lnTo>
                  <a:pt x="372148" y="340334"/>
                </a:lnTo>
                <a:lnTo>
                  <a:pt x="416547" y="351688"/>
                </a:lnTo>
                <a:lnTo>
                  <a:pt x="433197" y="352526"/>
                </a:lnTo>
                <a:lnTo>
                  <a:pt x="449160" y="351688"/>
                </a:lnTo>
                <a:lnTo>
                  <a:pt x="494157" y="340334"/>
                </a:lnTo>
                <a:lnTo>
                  <a:pt x="530885" y="316115"/>
                </a:lnTo>
                <a:lnTo>
                  <a:pt x="545020" y="300710"/>
                </a:lnTo>
                <a:lnTo>
                  <a:pt x="550976" y="292989"/>
                </a:lnTo>
                <a:lnTo>
                  <a:pt x="571982" y="248793"/>
                </a:lnTo>
                <a:lnTo>
                  <a:pt x="582053" y="194284"/>
                </a:lnTo>
                <a:lnTo>
                  <a:pt x="582650" y="1740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7533513" y="615981"/>
            <a:ext cx="255270" cy="340360"/>
          </a:xfrm>
          <a:custGeom>
            <a:avLst/>
            <a:gdLst/>
            <a:ahLst/>
            <a:cxnLst/>
            <a:rect l="l" t="t" r="r" b="b"/>
            <a:pathLst>
              <a:path w="255270" h="340359">
                <a:moveTo>
                  <a:pt x="254698" y="340233"/>
                </a:moveTo>
                <a:lnTo>
                  <a:pt x="192214" y="340233"/>
                </a:lnTo>
                <a:lnTo>
                  <a:pt x="86963" y="148018"/>
                </a:lnTo>
                <a:lnTo>
                  <a:pt x="51816" y="76295"/>
                </a:lnTo>
                <a:lnTo>
                  <a:pt x="48768" y="76295"/>
                </a:lnTo>
                <a:lnTo>
                  <a:pt x="51244" y="103917"/>
                </a:lnTo>
                <a:lnTo>
                  <a:pt x="52839" y="118086"/>
                </a:lnTo>
                <a:lnTo>
                  <a:pt x="54864" y="132683"/>
                </a:lnTo>
                <a:lnTo>
                  <a:pt x="55745" y="147573"/>
                </a:lnTo>
                <a:lnTo>
                  <a:pt x="56197" y="162294"/>
                </a:lnTo>
                <a:lnTo>
                  <a:pt x="56387" y="190690"/>
                </a:lnTo>
                <a:lnTo>
                  <a:pt x="56387" y="340233"/>
                </a:lnTo>
                <a:lnTo>
                  <a:pt x="0" y="340233"/>
                </a:lnTo>
                <a:lnTo>
                  <a:pt x="0" y="0"/>
                </a:lnTo>
                <a:lnTo>
                  <a:pt x="60960" y="0"/>
                </a:lnTo>
                <a:lnTo>
                  <a:pt x="167735" y="190690"/>
                </a:lnTo>
                <a:lnTo>
                  <a:pt x="202882" y="263937"/>
                </a:lnTo>
                <a:lnTo>
                  <a:pt x="204406" y="263937"/>
                </a:lnTo>
                <a:lnTo>
                  <a:pt x="198715" y="191095"/>
                </a:lnTo>
                <a:lnTo>
                  <a:pt x="197739" y="176403"/>
                </a:lnTo>
                <a:lnTo>
                  <a:pt x="197048" y="161996"/>
                </a:lnTo>
                <a:lnTo>
                  <a:pt x="196786" y="148018"/>
                </a:lnTo>
                <a:lnTo>
                  <a:pt x="196786" y="0"/>
                </a:lnTo>
                <a:lnTo>
                  <a:pt x="254698" y="0"/>
                </a:lnTo>
                <a:lnTo>
                  <a:pt x="254698" y="3402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7850790" y="609790"/>
            <a:ext cx="245745" cy="353060"/>
          </a:xfrm>
          <a:custGeom>
            <a:avLst/>
            <a:gdLst/>
            <a:ahLst/>
            <a:cxnLst/>
            <a:rect l="l" t="t" r="r" b="b"/>
            <a:pathLst>
              <a:path w="245745" h="353059">
                <a:moveTo>
                  <a:pt x="123539" y="352520"/>
                </a:moveTo>
                <a:lnTo>
                  <a:pt x="72666" y="344805"/>
                </a:lnTo>
                <a:lnTo>
                  <a:pt x="26479" y="323945"/>
                </a:lnTo>
                <a:lnTo>
                  <a:pt x="0" y="302228"/>
                </a:lnTo>
                <a:lnTo>
                  <a:pt x="36576" y="260985"/>
                </a:lnTo>
                <a:lnTo>
                  <a:pt x="46005" y="269581"/>
                </a:lnTo>
                <a:lnTo>
                  <a:pt x="56006" y="277177"/>
                </a:lnTo>
                <a:lnTo>
                  <a:pt x="100857" y="297644"/>
                </a:lnTo>
                <a:lnTo>
                  <a:pt x="125063" y="300704"/>
                </a:lnTo>
                <a:lnTo>
                  <a:pt x="138183" y="299869"/>
                </a:lnTo>
                <a:lnTo>
                  <a:pt x="175498" y="282130"/>
                </a:lnTo>
                <a:lnTo>
                  <a:pt x="184499" y="256413"/>
                </a:lnTo>
                <a:lnTo>
                  <a:pt x="184499" y="248793"/>
                </a:lnTo>
                <a:lnTo>
                  <a:pt x="182975" y="242697"/>
                </a:lnTo>
                <a:lnTo>
                  <a:pt x="173831" y="228981"/>
                </a:lnTo>
                <a:lnTo>
                  <a:pt x="169259" y="225933"/>
                </a:lnTo>
                <a:lnTo>
                  <a:pt x="164687" y="221265"/>
                </a:lnTo>
                <a:lnTo>
                  <a:pt x="146399" y="212121"/>
                </a:lnTo>
                <a:lnTo>
                  <a:pt x="131159" y="206025"/>
                </a:lnTo>
                <a:lnTo>
                  <a:pt x="83820" y="186213"/>
                </a:lnTo>
                <a:lnTo>
                  <a:pt x="48196" y="164496"/>
                </a:lnTo>
                <a:lnTo>
                  <a:pt x="21336" y="128206"/>
                </a:lnTo>
                <a:lnTo>
                  <a:pt x="15240" y="94678"/>
                </a:lnTo>
                <a:lnTo>
                  <a:pt x="15811" y="85305"/>
                </a:lnTo>
                <a:lnTo>
                  <a:pt x="29241" y="49172"/>
                </a:lnTo>
                <a:lnTo>
                  <a:pt x="55530" y="21193"/>
                </a:lnTo>
                <a:lnTo>
                  <a:pt x="94447" y="3254"/>
                </a:lnTo>
                <a:lnTo>
                  <a:pt x="129635" y="0"/>
                </a:lnTo>
                <a:lnTo>
                  <a:pt x="144470" y="596"/>
                </a:lnTo>
                <a:lnTo>
                  <a:pt x="187547" y="10763"/>
                </a:lnTo>
                <a:lnTo>
                  <a:pt x="224288" y="33051"/>
                </a:lnTo>
                <a:lnTo>
                  <a:pt x="234886" y="42767"/>
                </a:lnTo>
                <a:lnTo>
                  <a:pt x="204406" y="80962"/>
                </a:lnTo>
                <a:lnTo>
                  <a:pt x="196128" y="74573"/>
                </a:lnTo>
                <a:lnTo>
                  <a:pt x="187404" y="69068"/>
                </a:lnTo>
                <a:lnTo>
                  <a:pt x="151161" y="54006"/>
                </a:lnTo>
                <a:lnTo>
                  <a:pt x="129635" y="51911"/>
                </a:lnTo>
                <a:lnTo>
                  <a:pt x="118538" y="52506"/>
                </a:lnTo>
                <a:lnTo>
                  <a:pt x="79831" y="75390"/>
                </a:lnTo>
                <a:lnTo>
                  <a:pt x="76200" y="91630"/>
                </a:lnTo>
                <a:lnTo>
                  <a:pt x="76200" y="99250"/>
                </a:lnTo>
                <a:lnTo>
                  <a:pt x="77724" y="103822"/>
                </a:lnTo>
                <a:lnTo>
                  <a:pt x="80772" y="109918"/>
                </a:lnTo>
                <a:lnTo>
                  <a:pt x="83820" y="114490"/>
                </a:lnTo>
                <a:lnTo>
                  <a:pt x="88487" y="117538"/>
                </a:lnTo>
                <a:lnTo>
                  <a:pt x="93059" y="122110"/>
                </a:lnTo>
                <a:lnTo>
                  <a:pt x="97631" y="125158"/>
                </a:lnTo>
                <a:lnTo>
                  <a:pt x="109823" y="131254"/>
                </a:lnTo>
                <a:lnTo>
                  <a:pt x="117443" y="134302"/>
                </a:lnTo>
                <a:lnTo>
                  <a:pt x="123539" y="137350"/>
                </a:lnTo>
                <a:lnTo>
                  <a:pt x="176879" y="158781"/>
                </a:lnTo>
                <a:lnTo>
                  <a:pt x="210740" y="178617"/>
                </a:lnTo>
                <a:lnTo>
                  <a:pt x="237529" y="211407"/>
                </a:lnTo>
                <a:lnTo>
                  <a:pt x="245554" y="251841"/>
                </a:lnTo>
                <a:lnTo>
                  <a:pt x="245006" y="261866"/>
                </a:lnTo>
                <a:lnTo>
                  <a:pt x="233052" y="298854"/>
                </a:lnTo>
                <a:lnTo>
                  <a:pt x="205010" y="328612"/>
                </a:lnTo>
                <a:lnTo>
                  <a:pt x="163401" y="348019"/>
                </a:lnTo>
                <a:lnTo>
                  <a:pt x="137207" y="351972"/>
                </a:lnTo>
                <a:lnTo>
                  <a:pt x="123539" y="352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8157400" y="615981"/>
            <a:ext cx="257810" cy="346710"/>
          </a:xfrm>
          <a:custGeom>
            <a:avLst/>
            <a:gdLst/>
            <a:ahLst/>
            <a:cxnLst/>
            <a:rect l="l" t="t" r="r" b="b"/>
            <a:pathLst>
              <a:path w="257809" h="346709">
                <a:moveTo>
                  <a:pt x="128111" y="346328"/>
                </a:moveTo>
                <a:lnTo>
                  <a:pt x="87311" y="341185"/>
                </a:lnTo>
                <a:lnTo>
                  <a:pt x="43600" y="319182"/>
                </a:lnTo>
                <a:lnTo>
                  <a:pt x="19811" y="288940"/>
                </a:lnTo>
                <a:lnTo>
                  <a:pt x="5143" y="246719"/>
                </a:lnTo>
                <a:lnTo>
                  <a:pt x="0" y="190690"/>
                </a:lnTo>
                <a:lnTo>
                  <a:pt x="0" y="0"/>
                </a:lnTo>
                <a:lnTo>
                  <a:pt x="59436" y="0"/>
                </a:lnTo>
                <a:lnTo>
                  <a:pt x="59436" y="195262"/>
                </a:lnTo>
                <a:lnTo>
                  <a:pt x="59721" y="208445"/>
                </a:lnTo>
                <a:lnTo>
                  <a:pt x="67460" y="251436"/>
                </a:lnTo>
                <a:lnTo>
                  <a:pt x="94290" y="285766"/>
                </a:lnTo>
                <a:lnTo>
                  <a:pt x="128111" y="294512"/>
                </a:lnTo>
                <a:lnTo>
                  <a:pt x="135850" y="293989"/>
                </a:lnTo>
                <a:lnTo>
                  <a:pt x="175069" y="278250"/>
                </a:lnTo>
                <a:lnTo>
                  <a:pt x="193643" y="242601"/>
                </a:lnTo>
                <a:lnTo>
                  <a:pt x="199739" y="195262"/>
                </a:lnTo>
                <a:lnTo>
                  <a:pt x="199739" y="0"/>
                </a:lnTo>
                <a:lnTo>
                  <a:pt x="257746" y="0"/>
                </a:lnTo>
                <a:lnTo>
                  <a:pt x="257746" y="190690"/>
                </a:lnTo>
                <a:lnTo>
                  <a:pt x="257174" y="210724"/>
                </a:lnTo>
                <a:lnTo>
                  <a:pt x="248602" y="262413"/>
                </a:lnTo>
                <a:lnTo>
                  <a:pt x="230385" y="299998"/>
                </a:lnTo>
                <a:lnTo>
                  <a:pt x="193467" y="332898"/>
                </a:lnTo>
                <a:lnTo>
                  <a:pt x="156495" y="344042"/>
                </a:lnTo>
                <a:lnTo>
                  <a:pt x="142660" y="345757"/>
                </a:lnTo>
                <a:lnTo>
                  <a:pt x="128111" y="346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499056" y="615479"/>
            <a:ext cx="1008380" cy="340995"/>
          </a:xfrm>
          <a:custGeom>
            <a:avLst/>
            <a:gdLst/>
            <a:ahLst/>
            <a:cxnLst/>
            <a:rect l="l" t="t" r="r" b="b"/>
            <a:pathLst>
              <a:path w="1008379" h="340994">
                <a:moveTo>
                  <a:pt x="202882" y="288759"/>
                </a:moveTo>
                <a:lnTo>
                  <a:pt x="60960" y="288759"/>
                </a:lnTo>
                <a:lnTo>
                  <a:pt x="60960" y="469"/>
                </a:lnTo>
                <a:lnTo>
                  <a:pt x="0" y="469"/>
                </a:lnTo>
                <a:lnTo>
                  <a:pt x="0" y="288759"/>
                </a:lnTo>
                <a:lnTo>
                  <a:pt x="0" y="340829"/>
                </a:lnTo>
                <a:lnTo>
                  <a:pt x="202882" y="340829"/>
                </a:lnTo>
                <a:lnTo>
                  <a:pt x="202882" y="288759"/>
                </a:lnTo>
                <a:close/>
              </a:path>
              <a:path w="1008379" h="340994">
                <a:moveTo>
                  <a:pt x="427101" y="0"/>
                </a:moveTo>
                <a:lnTo>
                  <a:pt x="169252" y="0"/>
                </a:lnTo>
                <a:lnTo>
                  <a:pt x="169252" y="50800"/>
                </a:lnTo>
                <a:lnTo>
                  <a:pt x="266890" y="50800"/>
                </a:lnTo>
                <a:lnTo>
                  <a:pt x="266890" y="340360"/>
                </a:lnTo>
                <a:lnTo>
                  <a:pt x="327939" y="340360"/>
                </a:lnTo>
                <a:lnTo>
                  <a:pt x="327939" y="50800"/>
                </a:lnTo>
                <a:lnTo>
                  <a:pt x="427101" y="50800"/>
                </a:lnTo>
                <a:lnTo>
                  <a:pt x="427101" y="0"/>
                </a:lnTo>
                <a:close/>
              </a:path>
              <a:path w="1008379" h="340994">
                <a:moveTo>
                  <a:pt x="710755" y="340741"/>
                </a:moveTo>
                <a:lnTo>
                  <a:pt x="680796" y="249199"/>
                </a:lnTo>
                <a:lnTo>
                  <a:pt x="664806" y="200342"/>
                </a:lnTo>
                <a:lnTo>
                  <a:pt x="614375" y="46228"/>
                </a:lnTo>
                <a:lnTo>
                  <a:pt x="607021" y="23787"/>
                </a:lnTo>
                <a:lnTo>
                  <a:pt x="607021" y="200342"/>
                </a:lnTo>
                <a:lnTo>
                  <a:pt x="520153" y="200342"/>
                </a:lnTo>
                <a:lnTo>
                  <a:pt x="532345" y="159194"/>
                </a:lnTo>
                <a:lnTo>
                  <a:pt x="536016" y="145427"/>
                </a:lnTo>
                <a:lnTo>
                  <a:pt x="543928" y="117957"/>
                </a:lnTo>
                <a:lnTo>
                  <a:pt x="547585" y="104228"/>
                </a:lnTo>
                <a:lnTo>
                  <a:pt x="551040" y="89598"/>
                </a:lnTo>
                <a:lnTo>
                  <a:pt x="554634" y="75234"/>
                </a:lnTo>
                <a:lnTo>
                  <a:pt x="558520" y="60858"/>
                </a:lnTo>
                <a:lnTo>
                  <a:pt x="562825" y="46228"/>
                </a:lnTo>
                <a:lnTo>
                  <a:pt x="564349" y="46228"/>
                </a:lnTo>
                <a:lnTo>
                  <a:pt x="567804" y="60858"/>
                </a:lnTo>
                <a:lnTo>
                  <a:pt x="571398" y="75234"/>
                </a:lnTo>
                <a:lnTo>
                  <a:pt x="575284" y="89598"/>
                </a:lnTo>
                <a:lnTo>
                  <a:pt x="579589" y="104228"/>
                </a:lnTo>
                <a:lnTo>
                  <a:pt x="583044" y="117957"/>
                </a:lnTo>
                <a:lnTo>
                  <a:pt x="586638" y="131673"/>
                </a:lnTo>
                <a:lnTo>
                  <a:pt x="590524" y="145427"/>
                </a:lnTo>
                <a:lnTo>
                  <a:pt x="594829" y="159194"/>
                </a:lnTo>
                <a:lnTo>
                  <a:pt x="607021" y="200342"/>
                </a:lnTo>
                <a:lnTo>
                  <a:pt x="607021" y="23787"/>
                </a:lnTo>
                <a:lnTo>
                  <a:pt x="599401" y="508"/>
                </a:lnTo>
                <a:lnTo>
                  <a:pt x="529297" y="508"/>
                </a:lnTo>
                <a:lnTo>
                  <a:pt x="417957" y="340741"/>
                </a:lnTo>
                <a:lnTo>
                  <a:pt x="478917" y="340741"/>
                </a:lnTo>
                <a:lnTo>
                  <a:pt x="506437" y="249199"/>
                </a:lnTo>
                <a:lnTo>
                  <a:pt x="620839" y="249199"/>
                </a:lnTo>
                <a:lnTo>
                  <a:pt x="646747" y="340741"/>
                </a:lnTo>
                <a:lnTo>
                  <a:pt x="710755" y="340741"/>
                </a:lnTo>
                <a:close/>
              </a:path>
              <a:path w="1008379" h="340994">
                <a:moveTo>
                  <a:pt x="1008214" y="508"/>
                </a:moveTo>
                <a:lnTo>
                  <a:pt x="950302" y="508"/>
                </a:lnTo>
                <a:lnTo>
                  <a:pt x="950353" y="162509"/>
                </a:lnTo>
                <a:lnTo>
                  <a:pt x="950683" y="176911"/>
                </a:lnTo>
                <a:lnTo>
                  <a:pt x="951598" y="191604"/>
                </a:lnTo>
                <a:lnTo>
                  <a:pt x="953350" y="206438"/>
                </a:lnTo>
                <a:lnTo>
                  <a:pt x="957922" y="264439"/>
                </a:lnTo>
                <a:lnTo>
                  <a:pt x="954874" y="264439"/>
                </a:lnTo>
                <a:lnTo>
                  <a:pt x="919734" y="191198"/>
                </a:lnTo>
                <a:lnTo>
                  <a:pt x="814476" y="508"/>
                </a:lnTo>
                <a:lnTo>
                  <a:pt x="751992" y="508"/>
                </a:lnTo>
                <a:lnTo>
                  <a:pt x="751992" y="340741"/>
                </a:lnTo>
                <a:lnTo>
                  <a:pt x="809904" y="340741"/>
                </a:lnTo>
                <a:lnTo>
                  <a:pt x="809904" y="191198"/>
                </a:lnTo>
                <a:lnTo>
                  <a:pt x="809650" y="177215"/>
                </a:lnTo>
                <a:lnTo>
                  <a:pt x="808951" y="162801"/>
                </a:lnTo>
                <a:lnTo>
                  <a:pt x="807986" y="148082"/>
                </a:lnTo>
                <a:lnTo>
                  <a:pt x="802284" y="76796"/>
                </a:lnTo>
                <a:lnTo>
                  <a:pt x="803808" y="76796"/>
                </a:lnTo>
                <a:lnTo>
                  <a:pt x="838962" y="148526"/>
                </a:lnTo>
                <a:lnTo>
                  <a:pt x="945730" y="340741"/>
                </a:lnTo>
                <a:lnTo>
                  <a:pt x="1008214" y="340741"/>
                </a:lnTo>
                <a:lnTo>
                  <a:pt x="1008214" y="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563761" y="615479"/>
            <a:ext cx="256540" cy="340360"/>
          </a:xfrm>
          <a:custGeom>
            <a:avLst/>
            <a:gdLst/>
            <a:ahLst/>
            <a:cxnLst/>
            <a:rect l="l" t="t" r="r" b="b"/>
            <a:pathLst>
              <a:path w="256540" h="340359">
                <a:moveTo>
                  <a:pt x="256222" y="0"/>
                </a:moveTo>
                <a:lnTo>
                  <a:pt x="0" y="0"/>
                </a:lnTo>
                <a:lnTo>
                  <a:pt x="0" y="50800"/>
                </a:lnTo>
                <a:lnTo>
                  <a:pt x="97536" y="50800"/>
                </a:lnTo>
                <a:lnTo>
                  <a:pt x="97536" y="340360"/>
                </a:lnTo>
                <a:lnTo>
                  <a:pt x="158597" y="340360"/>
                </a:lnTo>
                <a:lnTo>
                  <a:pt x="158597" y="50800"/>
                </a:lnTo>
                <a:lnTo>
                  <a:pt x="256222" y="50800"/>
                </a:lnTo>
                <a:lnTo>
                  <a:pt x="2562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4237196" y="1404842"/>
            <a:ext cx="776605" cy="290195"/>
            <a:chOff x="4237196" y="1404842"/>
            <a:chExt cx="776605" cy="290195"/>
          </a:xfrm>
        </p:grpSpPr>
        <p:sp>
          <p:nvSpPr>
            <p:cNvPr id="25" name="object 25" descr=""/>
            <p:cNvSpPr/>
            <p:nvPr/>
          </p:nvSpPr>
          <p:spPr>
            <a:xfrm>
              <a:off x="4237190" y="1404848"/>
              <a:ext cx="381635" cy="290195"/>
            </a:xfrm>
            <a:custGeom>
              <a:avLst/>
              <a:gdLst/>
              <a:ahLst/>
              <a:cxnLst/>
              <a:rect l="l" t="t" r="r" b="b"/>
              <a:pathLst>
                <a:path w="381635" h="290194">
                  <a:moveTo>
                    <a:pt x="195262" y="251841"/>
                  </a:moveTo>
                  <a:lnTo>
                    <a:pt x="175361" y="232029"/>
                  </a:lnTo>
                  <a:lnTo>
                    <a:pt x="169354" y="238582"/>
                  </a:lnTo>
                  <a:lnTo>
                    <a:pt x="162788" y="244411"/>
                  </a:lnTo>
                  <a:lnTo>
                    <a:pt x="124777" y="260438"/>
                  </a:lnTo>
                  <a:lnTo>
                    <a:pt x="115925" y="260985"/>
                  </a:lnTo>
                  <a:lnTo>
                    <a:pt x="106159" y="260438"/>
                  </a:lnTo>
                  <a:lnTo>
                    <a:pt x="67449" y="244411"/>
                  </a:lnTo>
                  <a:lnTo>
                    <a:pt x="43103" y="207518"/>
                  </a:lnTo>
                  <a:lnTo>
                    <a:pt x="34048" y="164973"/>
                  </a:lnTo>
                  <a:lnTo>
                    <a:pt x="33528" y="152679"/>
                  </a:lnTo>
                  <a:lnTo>
                    <a:pt x="34048" y="141249"/>
                  </a:lnTo>
                  <a:lnTo>
                    <a:pt x="43319" y="100177"/>
                  </a:lnTo>
                  <a:lnTo>
                    <a:pt x="68783" y="63906"/>
                  </a:lnTo>
                  <a:lnTo>
                    <a:pt x="107683" y="47675"/>
                  </a:lnTo>
                  <a:lnTo>
                    <a:pt x="117449" y="47332"/>
                  </a:lnTo>
                  <a:lnTo>
                    <a:pt x="125183" y="47650"/>
                  </a:lnTo>
                  <a:lnTo>
                    <a:pt x="164185" y="66294"/>
                  </a:lnTo>
                  <a:lnTo>
                    <a:pt x="169265" y="71716"/>
                  </a:lnTo>
                  <a:lnTo>
                    <a:pt x="187642" y="50380"/>
                  </a:lnTo>
                  <a:lnTo>
                    <a:pt x="149136" y="23520"/>
                  </a:lnTo>
                  <a:lnTo>
                    <a:pt x="115925" y="18376"/>
                  </a:lnTo>
                  <a:lnTo>
                    <a:pt x="103632" y="18948"/>
                  </a:lnTo>
                  <a:lnTo>
                    <a:pt x="59245" y="32664"/>
                  </a:lnTo>
                  <a:lnTo>
                    <a:pt x="25831" y="63779"/>
                  </a:lnTo>
                  <a:lnTo>
                    <a:pt x="7620" y="97726"/>
                  </a:lnTo>
                  <a:lnTo>
                    <a:pt x="546" y="138696"/>
                  </a:lnTo>
                  <a:lnTo>
                    <a:pt x="0" y="154203"/>
                  </a:lnTo>
                  <a:lnTo>
                    <a:pt x="546" y="169900"/>
                  </a:lnTo>
                  <a:lnTo>
                    <a:pt x="7620" y="212115"/>
                  </a:lnTo>
                  <a:lnTo>
                    <a:pt x="32004" y="254889"/>
                  </a:lnTo>
                  <a:lnTo>
                    <a:pt x="68580" y="280797"/>
                  </a:lnTo>
                  <a:lnTo>
                    <a:pt x="114401" y="289941"/>
                  </a:lnTo>
                  <a:lnTo>
                    <a:pt x="126657" y="289369"/>
                  </a:lnTo>
                  <a:lnTo>
                    <a:pt x="168605" y="274777"/>
                  </a:lnTo>
                  <a:lnTo>
                    <a:pt x="195262" y="251841"/>
                  </a:lnTo>
                  <a:close/>
                </a:path>
                <a:path w="381635" h="290194">
                  <a:moveTo>
                    <a:pt x="292887" y="286893"/>
                  </a:moveTo>
                  <a:lnTo>
                    <a:pt x="289839" y="262509"/>
                  </a:lnTo>
                  <a:lnTo>
                    <a:pt x="277558" y="262509"/>
                  </a:lnTo>
                  <a:lnTo>
                    <a:pt x="276034" y="259461"/>
                  </a:lnTo>
                  <a:lnTo>
                    <a:pt x="272986" y="257937"/>
                  </a:lnTo>
                  <a:lnTo>
                    <a:pt x="272986" y="0"/>
                  </a:lnTo>
                  <a:lnTo>
                    <a:pt x="239458" y="0"/>
                  </a:lnTo>
                  <a:lnTo>
                    <a:pt x="239458" y="245745"/>
                  </a:lnTo>
                  <a:lnTo>
                    <a:pt x="240004" y="256336"/>
                  </a:lnTo>
                  <a:lnTo>
                    <a:pt x="265938" y="289344"/>
                  </a:lnTo>
                  <a:lnTo>
                    <a:pt x="274510" y="289941"/>
                  </a:lnTo>
                  <a:lnTo>
                    <a:pt x="285178" y="289941"/>
                  </a:lnTo>
                  <a:lnTo>
                    <a:pt x="288226" y="288417"/>
                  </a:lnTo>
                  <a:lnTo>
                    <a:pt x="291363" y="288417"/>
                  </a:lnTo>
                  <a:lnTo>
                    <a:pt x="292887" y="286893"/>
                  </a:lnTo>
                  <a:close/>
                </a:path>
                <a:path w="381635" h="290194">
                  <a:moveTo>
                    <a:pt x="373659" y="91630"/>
                  </a:moveTo>
                  <a:lnTo>
                    <a:pt x="341655" y="91630"/>
                  </a:lnTo>
                  <a:lnTo>
                    <a:pt x="341655" y="285369"/>
                  </a:lnTo>
                  <a:lnTo>
                    <a:pt x="373659" y="285369"/>
                  </a:lnTo>
                  <a:lnTo>
                    <a:pt x="373659" y="91630"/>
                  </a:lnTo>
                  <a:close/>
                </a:path>
                <a:path w="381635" h="290194">
                  <a:moveTo>
                    <a:pt x="381279" y="22948"/>
                  </a:moveTo>
                  <a:lnTo>
                    <a:pt x="375183" y="13804"/>
                  </a:lnTo>
                  <a:lnTo>
                    <a:pt x="370611" y="10756"/>
                  </a:lnTo>
                  <a:lnTo>
                    <a:pt x="364515" y="7708"/>
                  </a:lnTo>
                  <a:lnTo>
                    <a:pt x="352323" y="7708"/>
                  </a:lnTo>
                  <a:lnTo>
                    <a:pt x="346227" y="10756"/>
                  </a:lnTo>
                  <a:lnTo>
                    <a:pt x="341655" y="13804"/>
                  </a:lnTo>
                  <a:lnTo>
                    <a:pt x="337083" y="18376"/>
                  </a:lnTo>
                  <a:lnTo>
                    <a:pt x="335559" y="22948"/>
                  </a:lnTo>
                  <a:lnTo>
                    <a:pt x="335559" y="35140"/>
                  </a:lnTo>
                  <a:lnTo>
                    <a:pt x="337083" y="41236"/>
                  </a:lnTo>
                  <a:lnTo>
                    <a:pt x="341655" y="44284"/>
                  </a:lnTo>
                  <a:lnTo>
                    <a:pt x="346227" y="48856"/>
                  </a:lnTo>
                  <a:lnTo>
                    <a:pt x="352323" y="50380"/>
                  </a:lnTo>
                  <a:lnTo>
                    <a:pt x="364515" y="50380"/>
                  </a:lnTo>
                  <a:lnTo>
                    <a:pt x="370611" y="48856"/>
                  </a:lnTo>
                  <a:lnTo>
                    <a:pt x="375183" y="44284"/>
                  </a:lnTo>
                  <a:lnTo>
                    <a:pt x="379755" y="41236"/>
                  </a:lnTo>
                  <a:lnTo>
                    <a:pt x="381279" y="35140"/>
                  </a:lnTo>
                  <a:lnTo>
                    <a:pt x="381279" y="22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9057" y="1496472"/>
              <a:ext cx="176879" cy="193738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8891" y="1490376"/>
              <a:ext cx="164687" cy="204406"/>
            </a:xfrm>
            <a:prstGeom prst="rect">
              <a:avLst/>
            </a:prstGeom>
          </p:spPr>
        </p:pic>
      </p:grpSp>
      <p:sp>
        <p:nvSpPr>
          <p:cNvPr id="28" name="object 28" descr=""/>
          <p:cNvSpPr/>
          <p:nvPr/>
        </p:nvSpPr>
        <p:spPr>
          <a:xfrm>
            <a:off x="5144738" y="1427797"/>
            <a:ext cx="187960" cy="262890"/>
          </a:xfrm>
          <a:custGeom>
            <a:avLst/>
            <a:gdLst/>
            <a:ahLst/>
            <a:cxnLst/>
            <a:rect l="l" t="t" r="r" b="b"/>
            <a:pathLst>
              <a:path w="187960" h="262889">
                <a:moveTo>
                  <a:pt x="187642" y="262413"/>
                </a:moveTo>
                <a:lnTo>
                  <a:pt x="152590" y="262413"/>
                </a:lnTo>
                <a:lnTo>
                  <a:pt x="58007" y="97631"/>
                </a:lnTo>
                <a:lnTo>
                  <a:pt x="29051" y="42671"/>
                </a:lnTo>
                <a:lnTo>
                  <a:pt x="27527" y="42671"/>
                </a:lnTo>
                <a:lnTo>
                  <a:pt x="28432" y="53014"/>
                </a:lnTo>
                <a:lnTo>
                  <a:pt x="29670" y="73626"/>
                </a:lnTo>
                <a:lnTo>
                  <a:pt x="31456" y="94202"/>
                </a:lnTo>
                <a:lnTo>
                  <a:pt x="31908" y="104489"/>
                </a:lnTo>
                <a:lnTo>
                  <a:pt x="32099" y="125063"/>
                </a:lnTo>
                <a:lnTo>
                  <a:pt x="32099" y="262413"/>
                </a:lnTo>
                <a:lnTo>
                  <a:pt x="0" y="262413"/>
                </a:lnTo>
                <a:lnTo>
                  <a:pt x="0" y="0"/>
                </a:lnTo>
                <a:lnTo>
                  <a:pt x="35147" y="0"/>
                </a:lnTo>
                <a:lnTo>
                  <a:pt x="129730" y="164782"/>
                </a:lnTo>
                <a:lnTo>
                  <a:pt x="158686" y="219741"/>
                </a:lnTo>
                <a:lnTo>
                  <a:pt x="160210" y="219741"/>
                </a:lnTo>
                <a:lnTo>
                  <a:pt x="159305" y="209439"/>
                </a:lnTo>
                <a:lnTo>
                  <a:pt x="158067" y="188800"/>
                </a:lnTo>
                <a:lnTo>
                  <a:pt x="156281" y="167330"/>
                </a:lnTo>
                <a:lnTo>
                  <a:pt x="155829" y="156590"/>
                </a:lnTo>
                <a:lnTo>
                  <a:pt x="155638" y="135826"/>
                </a:lnTo>
                <a:lnTo>
                  <a:pt x="155638" y="0"/>
                </a:lnTo>
                <a:lnTo>
                  <a:pt x="187642" y="0"/>
                </a:lnTo>
                <a:lnTo>
                  <a:pt x="187642" y="2624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85815" y="1490376"/>
            <a:ext cx="179927" cy="204406"/>
          </a:xfrm>
          <a:prstGeom prst="rect">
            <a:avLst/>
          </a:prstGeom>
        </p:spPr>
      </p:pic>
      <p:grpSp>
        <p:nvGrpSpPr>
          <p:cNvPr id="30" name="object 30" descr=""/>
          <p:cNvGrpSpPr/>
          <p:nvPr/>
        </p:nvGrpSpPr>
        <p:grpSpPr>
          <a:xfrm>
            <a:off x="5617654" y="1490376"/>
            <a:ext cx="407670" cy="200025"/>
            <a:chOff x="5617654" y="1490376"/>
            <a:chExt cx="407670" cy="200025"/>
          </a:xfrm>
        </p:grpSpPr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7654" y="1490376"/>
              <a:ext cx="106775" cy="19983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5754909" y="1490376"/>
              <a:ext cx="270510" cy="200025"/>
            </a:xfrm>
            <a:custGeom>
              <a:avLst/>
              <a:gdLst/>
              <a:ahLst/>
              <a:cxnLst/>
              <a:rect l="l" t="t" r="r" b="b"/>
              <a:pathLst>
                <a:path w="270510" h="200025">
                  <a:moveTo>
                    <a:pt x="270033" y="199834"/>
                  </a:moveTo>
                  <a:lnTo>
                    <a:pt x="236410" y="199834"/>
                  </a:lnTo>
                  <a:lnTo>
                    <a:pt x="236410" y="80867"/>
                  </a:lnTo>
                  <a:lnTo>
                    <a:pt x="235839" y="67977"/>
                  </a:lnTo>
                  <a:lnTo>
                    <a:pt x="215836" y="32194"/>
                  </a:lnTo>
                  <a:lnTo>
                    <a:pt x="199834" y="28955"/>
                  </a:lnTo>
                  <a:lnTo>
                    <a:pt x="188998" y="30932"/>
                  </a:lnTo>
                  <a:lnTo>
                    <a:pt x="177153" y="36766"/>
                  </a:lnTo>
                  <a:lnTo>
                    <a:pt x="164432" y="46315"/>
                  </a:lnTo>
                  <a:lnTo>
                    <a:pt x="150971" y="59436"/>
                  </a:lnTo>
                  <a:lnTo>
                    <a:pt x="150971" y="199834"/>
                  </a:lnTo>
                  <a:lnTo>
                    <a:pt x="118967" y="199834"/>
                  </a:lnTo>
                  <a:lnTo>
                    <a:pt x="118967" y="80867"/>
                  </a:lnTo>
                  <a:lnTo>
                    <a:pt x="118395" y="67977"/>
                  </a:lnTo>
                  <a:lnTo>
                    <a:pt x="98393" y="32194"/>
                  </a:lnTo>
                  <a:lnTo>
                    <a:pt x="82391" y="28955"/>
                  </a:lnTo>
                  <a:lnTo>
                    <a:pt x="70912" y="30932"/>
                  </a:lnTo>
                  <a:lnTo>
                    <a:pt x="59138" y="36766"/>
                  </a:lnTo>
                  <a:lnTo>
                    <a:pt x="46775" y="46315"/>
                  </a:lnTo>
                  <a:lnTo>
                    <a:pt x="33528" y="59436"/>
                  </a:lnTo>
                  <a:lnTo>
                    <a:pt x="33528" y="199834"/>
                  </a:lnTo>
                  <a:lnTo>
                    <a:pt x="0" y="199834"/>
                  </a:lnTo>
                  <a:lnTo>
                    <a:pt x="0" y="6096"/>
                  </a:lnTo>
                  <a:lnTo>
                    <a:pt x="27432" y="6096"/>
                  </a:lnTo>
                  <a:lnTo>
                    <a:pt x="30480" y="33528"/>
                  </a:lnTo>
                  <a:lnTo>
                    <a:pt x="32004" y="33528"/>
                  </a:lnTo>
                  <a:lnTo>
                    <a:pt x="67556" y="5143"/>
                  </a:lnTo>
                  <a:lnTo>
                    <a:pt x="93059" y="0"/>
                  </a:lnTo>
                  <a:lnTo>
                    <a:pt x="103036" y="595"/>
                  </a:lnTo>
                  <a:lnTo>
                    <a:pt x="138398" y="22098"/>
                  </a:lnTo>
                  <a:lnTo>
                    <a:pt x="146399" y="38100"/>
                  </a:lnTo>
                  <a:lnTo>
                    <a:pt x="153534" y="29741"/>
                  </a:lnTo>
                  <a:lnTo>
                    <a:pt x="184999" y="6429"/>
                  </a:lnTo>
                  <a:lnTo>
                    <a:pt x="210502" y="0"/>
                  </a:lnTo>
                  <a:lnTo>
                    <a:pt x="224480" y="1166"/>
                  </a:lnTo>
                  <a:lnTo>
                    <a:pt x="260992" y="30338"/>
                  </a:lnTo>
                  <a:lnTo>
                    <a:pt x="270033" y="76295"/>
                  </a:lnTo>
                  <a:lnTo>
                    <a:pt x="270033" y="1998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78283" y="1490376"/>
            <a:ext cx="150971" cy="204406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91834" y="1490376"/>
            <a:ext cx="155638" cy="199834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96027" y="2205227"/>
            <a:ext cx="1104899" cy="1431036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1027175" y="4005072"/>
            <a:ext cx="8642985" cy="3142615"/>
            <a:chOff x="1027175" y="4005072"/>
            <a:chExt cx="8642985" cy="3142615"/>
          </a:xfrm>
        </p:grpSpPr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7175" y="4005072"/>
              <a:ext cx="8642603" cy="314248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229867" y="4158996"/>
              <a:ext cx="8237220" cy="2738755"/>
            </a:xfrm>
            <a:custGeom>
              <a:avLst/>
              <a:gdLst/>
              <a:ahLst/>
              <a:cxnLst/>
              <a:rect l="l" t="t" r="r" b="b"/>
              <a:pathLst>
                <a:path w="8237220" h="2738754">
                  <a:moveTo>
                    <a:pt x="8237219" y="2738627"/>
                  </a:moveTo>
                  <a:lnTo>
                    <a:pt x="0" y="2738627"/>
                  </a:lnTo>
                  <a:lnTo>
                    <a:pt x="0" y="0"/>
                  </a:lnTo>
                  <a:lnTo>
                    <a:pt x="8237219" y="0"/>
                  </a:lnTo>
                  <a:lnTo>
                    <a:pt x="8237219" y="2738627"/>
                  </a:lnTo>
                  <a:close/>
                </a:path>
              </a:pathLst>
            </a:custGeom>
            <a:solidFill>
              <a:srgbClr val="2628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2878" y="4253960"/>
              <a:ext cx="105251" cy="15411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20989" y="4298156"/>
              <a:ext cx="90011" cy="11296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41480" y="4296632"/>
              <a:ext cx="91535" cy="111442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61972" y="4296632"/>
              <a:ext cx="88487" cy="11296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74843" y="4263104"/>
              <a:ext cx="99155" cy="148018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06097" y="4250912"/>
              <a:ext cx="93059" cy="157162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18969" y="4296632"/>
              <a:ext cx="105251" cy="11449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47080" y="4296632"/>
              <a:ext cx="91535" cy="11144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78918" y="4264628"/>
              <a:ext cx="106775" cy="14649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907029" y="4263104"/>
              <a:ext cx="215074" cy="14801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3165348" y="4340352"/>
              <a:ext cx="66040" cy="18415"/>
            </a:xfrm>
            <a:custGeom>
              <a:avLst/>
              <a:gdLst/>
              <a:ahLst/>
              <a:cxnLst/>
              <a:rect l="l" t="t" r="r" b="b"/>
              <a:pathLst>
                <a:path w="66039" h="18414">
                  <a:moveTo>
                    <a:pt x="65532" y="18288"/>
                  </a:moveTo>
                  <a:lnTo>
                    <a:pt x="0" y="18288"/>
                  </a:lnTo>
                  <a:lnTo>
                    <a:pt x="0" y="0"/>
                  </a:lnTo>
                  <a:lnTo>
                    <a:pt x="65532" y="0"/>
                  </a:lnTo>
                  <a:lnTo>
                    <a:pt x="65532" y="18288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73171" y="4267676"/>
              <a:ext cx="97631" cy="140398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99758" y="4253960"/>
              <a:ext cx="335565" cy="157162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8184" y="4250912"/>
              <a:ext cx="93059" cy="157162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47576" y="4511802"/>
              <a:ext cx="1293495" cy="198405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3398234" y="4525613"/>
              <a:ext cx="84455" cy="15240"/>
            </a:xfrm>
            <a:custGeom>
              <a:avLst/>
              <a:gdLst/>
              <a:ahLst/>
              <a:cxnLst/>
              <a:rect l="l" t="t" r="r" b="b"/>
              <a:pathLst>
                <a:path w="84454" h="15239">
                  <a:moveTo>
                    <a:pt x="0" y="0"/>
                  </a:moveTo>
                  <a:lnTo>
                    <a:pt x="83915" y="0"/>
                  </a:lnTo>
                  <a:lnTo>
                    <a:pt x="83915" y="15239"/>
                  </a:lnTo>
                  <a:lnTo>
                    <a:pt x="0" y="15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759707" y="4247864"/>
              <a:ext cx="1296543" cy="46234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398228" y="4513427"/>
              <a:ext cx="1781810" cy="152400"/>
            </a:xfrm>
            <a:custGeom>
              <a:avLst/>
              <a:gdLst/>
              <a:ahLst/>
              <a:cxnLst/>
              <a:rect l="l" t="t" r="r" b="b"/>
              <a:pathLst>
                <a:path w="1781810" h="152400">
                  <a:moveTo>
                    <a:pt x="83921" y="135382"/>
                  </a:moveTo>
                  <a:lnTo>
                    <a:pt x="51816" y="135382"/>
                  </a:lnTo>
                  <a:lnTo>
                    <a:pt x="51816" y="27432"/>
                  </a:lnTo>
                  <a:lnTo>
                    <a:pt x="32004" y="27432"/>
                  </a:lnTo>
                  <a:lnTo>
                    <a:pt x="32004" y="135382"/>
                  </a:lnTo>
                  <a:lnTo>
                    <a:pt x="0" y="135382"/>
                  </a:lnTo>
                  <a:lnTo>
                    <a:pt x="0" y="151892"/>
                  </a:lnTo>
                  <a:lnTo>
                    <a:pt x="83921" y="151892"/>
                  </a:lnTo>
                  <a:lnTo>
                    <a:pt x="83921" y="135382"/>
                  </a:lnTo>
                  <a:close/>
                </a:path>
                <a:path w="1781810" h="152400">
                  <a:moveTo>
                    <a:pt x="213550" y="12192"/>
                  </a:moveTo>
                  <a:lnTo>
                    <a:pt x="111353" y="12192"/>
                  </a:lnTo>
                  <a:lnTo>
                    <a:pt x="111353" y="27432"/>
                  </a:lnTo>
                  <a:lnTo>
                    <a:pt x="154025" y="27432"/>
                  </a:lnTo>
                  <a:lnTo>
                    <a:pt x="154025" y="151892"/>
                  </a:lnTo>
                  <a:lnTo>
                    <a:pt x="172402" y="151892"/>
                  </a:lnTo>
                  <a:lnTo>
                    <a:pt x="172402" y="27432"/>
                  </a:lnTo>
                  <a:lnTo>
                    <a:pt x="213550" y="27432"/>
                  </a:lnTo>
                  <a:lnTo>
                    <a:pt x="213550" y="12192"/>
                  </a:lnTo>
                  <a:close/>
                </a:path>
                <a:path w="1781810" h="152400">
                  <a:moveTo>
                    <a:pt x="1781644" y="135890"/>
                  </a:moveTo>
                  <a:lnTo>
                    <a:pt x="1749552" y="135890"/>
                  </a:lnTo>
                  <a:lnTo>
                    <a:pt x="1749552" y="15240"/>
                  </a:lnTo>
                  <a:lnTo>
                    <a:pt x="1749552" y="0"/>
                  </a:lnTo>
                  <a:lnTo>
                    <a:pt x="1699260" y="0"/>
                  </a:lnTo>
                  <a:lnTo>
                    <a:pt x="1699260" y="15240"/>
                  </a:lnTo>
                  <a:lnTo>
                    <a:pt x="1729740" y="15240"/>
                  </a:lnTo>
                  <a:lnTo>
                    <a:pt x="1729740" y="135890"/>
                  </a:lnTo>
                  <a:lnTo>
                    <a:pt x="1694688" y="135890"/>
                  </a:lnTo>
                  <a:lnTo>
                    <a:pt x="1694688" y="152400"/>
                  </a:lnTo>
                  <a:lnTo>
                    <a:pt x="1781644" y="152400"/>
                  </a:lnTo>
                  <a:lnTo>
                    <a:pt x="1781644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20188" y="4557617"/>
              <a:ext cx="114395" cy="108299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55920" y="4511802"/>
              <a:ext cx="86963" cy="154114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65743" y="4522565"/>
              <a:ext cx="97631" cy="14497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96902" y="4513325"/>
              <a:ext cx="86963" cy="152590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31884" y="4556093"/>
              <a:ext cx="224218" cy="111442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177438" y="4556093"/>
              <a:ext cx="96107" cy="11144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07073" y="4556093"/>
              <a:ext cx="88487" cy="109823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43484" y="4522565"/>
              <a:ext cx="93059" cy="143351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668643" y="4525613"/>
              <a:ext cx="85344" cy="141922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897433" y="4557617"/>
              <a:ext cx="106775" cy="152590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024020" y="4556093"/>
              <a:ext cx="96107" cy="111442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47559" y="4556093"/>
              <a:ext cx="88487" cy="11144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275670" y="4556093"/>
              <a:ext cx="88487" cy="109823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394638" y="4556093"/>
              <a:ext cx="83915" cy="111442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29620" y="4556093"/>
              <a:ext cx="96107" cy="111442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745539" y="4557617"/>
              <a:ext cx="106775" cy="108299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876698" y="4556093"/>
              <a:ext cx="93059" cy="154114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992618" y="4556093"/>
              <a:ext cx="96107" cy="111442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123777" y="4522565"/>
              <a:ext cx="202882" cy="144970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361806" y="4511802"/>
              <a:ext cx="86868" cy="154114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483822" y="4556093"/>
              <a:ext cx="83820" cy="111442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598216" y="4556093"/>
              <a:ext cx="96107" cy="111442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941480" y="4823174"/>
              <a:ext cx="88487" cy="111347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065019" y="4823174"/>
              <a:ext cx="83915" cy="111347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190178" y="4823174"/>
              <a:ext cx="88701" cy="109823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300001" y="4823174"/>
              <a:ext cx="100679" cy="111347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431161" y="4823174"/>
              <a:ext cx="82391" cy="111347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551652" y="4823174"/>
              <a:ext cx="82391" cy="111347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778918" y="4791075"/>
              <a:ext cx="111347" cy="141922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913125" y="4778883"/>
              <a:ext cx="86963" cy="154114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158775" y="4823174"/>
              <a:ext cx="88701" cy="109823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033617" y="4823174"/>
              <a:ext cx="83915" cy="111347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268599" y="4823174"/>
              <a:ext cx="100679" cy="111347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399758" y="4823174"/>
              <a:ext cx="82391" cy="111347"/>
            </a:xfrm>
            <a:prstGeom prst="rect">
              <a:avLst/>
            </a:prstGeom>
          </p:spPr>
        </p:pic>
        <p:pic>
          <p:nvPicPr>
            <p:cNvPr id="91" name="object 91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511105" y="4778883"/>
              <a:ext cx="335565" cy="155733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991546" y="4789551"/>
              <a:ext cx="97631" cy="144970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118229" y="4823174"/>
              <a:ext cx="96107" cy="111347"/>
            </a:xfrm>
            <a:prstGeom prst="rect">
              <a:avLst/>
            </a:prstGeom>
          </p:spPr>
        </p:pic>
        <p:pic>
          <p:nvPicPr>
            <p:cNvPr id="94" name="object 94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244816" y="4823174"/>
              <a:ext cx="83915" cy="111347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365307" y="4780407"/>
              <a:ext cx="86963" cy="152590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485798" y="4823174"/>
              <a:ext cx="86963" cy="10982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600193" y="4823174"/>
              <a:ext cx="100679" cy="111347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4729823" y="4780419"/>
              <a:ext cx="86995" cy="152400"/>
            </a:xfrm>
            <a:custGeom>
              <a:avLst/>
              <a:gdLst/>
              <a:ahLst/>
              <a:cxnLst/>
              <a:rect l="l" t="t" r="r" b="b"/>
              <a:pathLst>
                <a:path w="86995" h="152400">
                  <a:moveTo>
                    <a:pt x="86969" y="135890"/>
                  </a:moveTo>
                  <a:lnTo>
                    <a:pt x="54965" y="135890"/>
                  </a:lnTo>
                  <a:lnTo>
                    <a:pt x="54965" y="15240"/>
                  </a:lnTo>
                  <a:lnTo>
                    <a:pt x="54965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153" y="15240"/>
                  </a:lnTo>
                  <a:lnTo>
                    <a:pt x="35153" y="135890"/>
                  </a:lnTo>
                  <a:lnTo>
                    <a:pt x="0" y="135890"/>
                  </a:lnTo>
                  <a:lnTo>
                    <a:pt x="0" y="152400"/>
                  </a:lnTo>
                  <a:lnTo>
                    <a:pt x="86969" y="152400"/>
                  </a:lnTo>
                  <a:lnTo>
                    <a:pt x="86969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842700" y="4823174"/>
              <a:ext cx="100679" cy="111347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963286" y="4823174"/>
              <a:ext cx="102203" cy="154114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5092922" y="4778883"/>
              <a:ext cx="86963" cy="154114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208841" y="4823174"/>
              <a:ext cx="96107" cy="111347"/>
            </a:xfrm>
            <a:prstGeom prst="rect">
              <a:avLst/>
            </a:prstGeom>
          </p:spPr>
        </p:pic>
        <p:pic>
          <p:nvPicPr>
            <p:cNvPr id="103" name="object 103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336952" y="4823174"/>
              <a:ext cx="82391" cy="111347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5463539" y="4897945"/>
              <a:ext cx="52069" cy="71755"/>
            </a:xfrm>
            <a:custGeom>
              <a:avLst/>
              <a:gdLst/>
              <a:ahLst/>
              <a:cxnLst/>
              <a:rect l="l" t="t" r="r" b="b"/>
              <a:pathLst>
                <a:path w="52070" h="71754">
                  <a:moveTo>
                    <a:pt x="9144" y="71723"/>
                  </a:moveTo>
                  <a:lnTo>
                    <a:pt x="0" y="71723"/>
                  </a:lnTo>
                  <a:lnTo>
                    <a:pt x="0" y="56387"/>
                  </a:lnTo>
                  <a:lnTo>
                    <a:pt x="7620" y="56387"/>
                  </a:lnTo>
                  <a:lnTo>
                    <a:pt x="10668" y="54863"/>
                  </a:lnTo>
                  <a:lnTo>
                    <a:pt x="13716" y="54863"/>
                  </a:lnTo>
                  <a:lnTo>
                    <a:pt x="22955" y="50291"/>
                  </a:lnTo>
                  <a:lnTo>
                    <a:pt x="24479" y="48767"/>
                  </a:lnTo>
                  <a:lnTo>
                    <a:pt x="26003" y="45719"/>
                  </a:lnTo>
                  <a:lnTo>
                    <a:pt x="27527" y="44195"/>
                  </a:lnTo>
                  <a:lnTo>
                    <a:pt x="29051" y="41147"/>
                  </a:lnTo>
                  <a:lnTo>
                    <a:pt x="29051" y="35051"/>
                  </a:lnTo>
                  <a:lnTo>
                    <a:pt x="27527" y="33527"/>
                  </a:lnTo>
                  <a:lnTo>
                    <a:pt x="27527" y="30479"/>
                  </a:lnTo>
                  <a:lnTo>
                    <a:pt x="21336" y="24383"/>
                  </a:lnTo>
                  <a:lnTo>
                    <a:pt x="21336" y="22859"/>
                  </a:lnTo>
                  <a:lnTo>
                    <a:pt x="18288" y="19811"/>
                  </a:lnTo>
                  <a:lnTo>
                    <a:pt x="18288" y="10667"/>
                  </a:lnTo>
                  <a:lnTo>
                    <a:pt x="19812" y="9143"/>
                  </a:lnTo>
                  <a:lnTo>
                    <a:pt x="19812" y="6095"/>
                  </a:lnTo>
                  <a:lnTo>
                    <a:pt x="24479" y="1523"/>
                  </a:lnTo>
                  <a:lnTo>
                    <a:pt x="26003" y="1523"/>
                  </a:lnTo>
                  <a:lnTo>
                    <a:pt x="27527" y="0"/>
                  </a:lnTo>
                  <a:lnTo>
                    <a:pt x="38195" y="0"/>
                  </a:lnTo>
                  <a:lnTo>
                    <a:pt x="39719" y="1523"/>
                  </a:lnTo>
                  <a:lnTo>
                    <a:pt x="42767" y="3047"/>
                  </a:lnTo>
                  <a:lnTo>
                    <a:pt x="47339" y="7619"/>
                  </a:lnTo>
                  <a:lnTo>
                    <a:pt x="51911" y="16763"/>
                  </a:lnTo>
                  <a:lnTo>
                    <a:pt x="51911" y="32003"/>
                  </a:lnTo>
                  <a:lnTo>
                    <a:pt x="50387" y="36575"/>
                  </a:lnTo>
                  <a:lnTo>
                    <a:pt x="48863" y="42671"/>
                  </a:lnTo>
                  <a:lnTo>
                    <a:pt x="22955" y="67151"/>
                  </a:lnTo>
                  <a:lnTo>
                    <a:pt x="16764" y="70199"/>
                  </a:lnTo>
                  <a:lnTo>
                    <a:pt x="9144" y="71723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696902" y="4823174"/>
              <a:ext cx="83915" cy="111347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5819013" y="4780419"/>
              <a:ext cx="86995" cy="152400"/>
            </a:xfrm>
            <a:custGeom>
              <a:avLst/>
              <a:gdLst/>
              <a:ahLst/>
              <a:cxnLst/>
              <a:rect l="l" t="t" r="r" b="b"/>
              <a:pathLst>
                <a:path w="86995" h="152400">
                  <a:moveTo>
                    <a:pt x="86868" y="135890"/>
                  </a:moveTo>
                  <a:lnTo>
                    <a:pt x="54864" y="135890"/>
                  </a:lnTo>
                  <a:lnTo>
                    <a:pt x="54864" y="15240"/>
                  </a:lnTo>
                  <a:lnTo>
                    <a:pt x="54864" y="0"/>
                  </a:lnTo>
                  <a:lnTo>
                    <a:pt x="4572" y="0"/>
                  </a:lnTo>
                  <a:lnTo>
                    <a:pt x="4572" y="15240"/>
                  </a:lnTo>
                  <a:lnTo>
                    <a:pt x="36576" y="15240"/>
                  </a:lnTo>
                  <a:lnTo>
                    <a:pt x="36576" y="135890"/>
                  </a:lnTo>
                  <a:lnTo>
                    <a:pt x="0" y="135890"/>
                  </a:lnTo>
                  <a:lnTo>
                    <a:pt x="0" y="152400"/>
                  </a:lnTo>
                  <a:lnTo>
                    <a:pt x="86868" y="152400"/>
                  </a:lnTo>
                  <a:lnTo>
                    <a:pt x="86868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931884" y="4823079"/>
              <a:ext cx="102203" cy="111442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059995" y="4824698"/>
              <a:ext cx="86963" cy="109823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175914" y="4780407"/>
              <a:ext cx="91535" cy="154114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424517" y="4778788"/>
              <a:ext cx="1754219" cy="190880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944528" y="5045963"/>
              <a:ext cx="1270634" cy="198310"/>
            </a:xfrm>
            <a:prstGeom prst="rect">
              <a:avLst/>
            </a:prstGeom>
          </p:spPr>
        </p:pic>
        <p:pic>
          <p:nvPicPr>
            <p:cNvPr id="112" name="object 112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399758" y="5045963"/>
              <a:ext cx="1060132" cy="198310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604766" y="5090160"/>
              <a:ext cx="88487" cy="111442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728305" y="5090160"/>
              <a:ext cx="86963" cy="109823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844224" y="5047488"/>
              <a:ext cx="91535" cy="154114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086826" y="5047488"/>
              <a:ext cx="944213" cy="154114"/>
            </a:xfrm>
            <a:prstGeom prst="rect">
              <a:avLst/>
            </a:prstGeom>
          </p:spPr>
        </p:pic>
        <p:pic>
          <p:nvPicPr>
            <p:cNvPr id="117" name="object 117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174390" y="5056632"/>
              <a:ext cx="1278255" cy="187642"/>
            </a:xfrm>
            <a:prstGeom prst="rect">
              <a:avLst/>
            </a:prstGeom>
          </p:spPr>
        </p:pic>
        <p:pic>
          <p:nvPicPr>
            <p:cNvPr id="118" name="object 118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622000" y="5091684"/>
              <a:ext cx="112871" cy="108394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757731" y="5045963"/>
              <a:ext cx="85439" cy="154114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866030" y="5056632"/>
              <a:ext cx="97631" cy="144970"/>
            </a:xfrm>
            <a:prstGeom prst="rect">
              <a:avLst/>
            </a:prstGeom>
          </p:spPr>
        </p:pic>
        <p:pic>
          <p:nvPicPr>
            <p:cNvPr id="121" name="object 121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997190" y="5047488"/>
              <a:ext cx="86963" cy="152590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8236648" y="5090160"/>
              <a:ext cx="90011" cy="111442"/>
            </a:xfrm>
            <a:prstGeom prst="rect">
              <a:avLst/>
            </a:prstGeom>
          </p:spPr>
        </p:pic>
        <p:pic>
          <p:nvPicPr>
            <p:cNvPr id="123" name="object 123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935384" y="5312949"/>
              <a:ext cx="224218" cy="155734"/>
            </a:xfrm>
            <a:prstGeom prst="rect">
              <a:avLst/>
            </a:prstGeom>
          </p:spPr>
        </p:pic>
        <p:pic>
          <p:nvPicPr>
            <p:cNvPr id="124" name="object 124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185606" y="5357241"/>
              <a:ext cx="83819" cy="111442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307526" y="5358860"/>
              <a:ext cx="86963" cy="109823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431161" y="5355717"/>
              <a:ext cx="82391" cy="112966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791110" y="5355716"/>
              <a:ext cx="86963" cy="111442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2662999" y="5355717"/>
              <a:ext cx="100679" cy="112966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022949" y="5323713"/>
              <a:ext cx="97631" cy="144970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277742" y="5312949"/>
              <a:ext cx="85439" cy="154209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154203" y="5314473"/>
              <a:ext cx="86868" cy="152685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401282" y="5355716"/>
              <a:ext cx="88487" cy="111442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3512629" y="5314474"/>
              <a:ext cx="91535" cy="154209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3649980" y="5314569"/>
              <a:ext cx="198755" cy="152400"/>
            </a:xfrm>
            <a:custGeom>
              <a:avLst/>
              <a:gdLst/>
              <a:ahLst/>
              <a:cxnLst/>
              <a:rect l="l" t="t" r="r" b="b"/>
              <a:pathLst>
                <a:path w="198754" h="152400">
                  <a:moveTo>
                    <a:pt x="65519" y="83439"/>
                  </a:moveTo>
                  <a:lnTo>
                    <a:pt x="0" y="83439"/>
                  </a:lnTo>
                  <a:lnTo>
                    <a:pt x="0" y="101739"/>
                  </a:lnTo>
                  <a:lnTo>
                    <a:pt x="65519" y="101739"/>
                  </a:lnTo>
                  <a:lnTo>
                    <a:pt x="65519" y="83439"/>
                  </a:lnTo>
                  <a:close/>
                </a:path>
                <a:path w="198754" h="152400">
                  <a:moveTo>
                    <a:pt x="198208" y="135890"/>
                  </a:moveTo>
                  <a:lnTo>
                    <a:pt x="166204" y="135890"/>
                  </a:lnTo>
                  <a:lnTo>
                    <a:pt x="166204" y="15240"/>
                  </a:lnTo>
                  <a:lnTo>
                    <a:pt x="166204" y="0"/>
                  </a:lnTo>
                  <a:lnTo>
                    <a:pt x="114300" y="0"/>
                  </a:lnTo>
                  <a:lnTo>
                    <a:pt x="114300" y="15240"/>
                  </a:lnTo>
                  <a:lnTo>
                    <a:pt x="146392" y="15240"/>
                  </a:lnTo>
                  <a:lnTo>
                    <a:pt x="146392" y="135890"/>
                  </a:lnTo>
                  <a:lnTo>
                    <a:pt x="111252" y="135890"/>
                  </a:lnTo>
                  <a:lnTo>
                    <a:pt x="111252" y="152400"/>
                  </a:lnTo>
                  <a:lnTo>
                    <a:pt x="198208" y="152400"/>
                  </a:lnTo>
                  <a:lnTo>
                    <a:pt x="198208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881723" y="5312949"/>
              <a:ext cx="86963" cy="154114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4002309" y="5355716"/>
              <a:ext cx="86867" cy="111442"/>
            </a:xfrm>
            <a:prstGeom prst="rect">
              <a:avLst/>
            </a:prstGeom>
          </p:spPr>
        </p:pic>
        <p:pic>
          <p:nvPicPr>
            <p:cNvPr id="137" name="object 137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118229" y="5355717"/>
              <a:ext cx="96107" cy="112966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368355" y="5355717"/>
              <a:ext cx="82391" cy="112966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485798" y="5358764"/>
              <a:ext cx="86963" cy="109918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4607813" y="5355716"/>
              <a:ext cx="91535" cy="154114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728305" y="5355716"/>
              <a:ext cx="93059" cy="154114"/>
            </a:xfrm>
            <a:prstGeom prst="rect">
              <a:avLst/>
            </a:prstGeom>
          </p:spPr>
        </p:pic>
        <p:pic>
          <p:nvPicPr>
            <p:cNvPr id="142" name="object 142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4842700" y="5355717"/>
              <a:ext cx="100679" cy="112966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4975478" y="5323713"/>
              <a:ext cx="202882" cy="144970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5237797" y="5432012"/>
              <a:ext cx="35560" cy="36830"/>
            </a:xfrm>
            <a:custGeom>
              <a:avLst/>
              <a:gdLst/>
              <a:ahLst/>
              <a:cxnLst/>
              <a:rect l="l" t="t" r="r" b="b"/>
              <a:pathLst>
                <a:path w="35560" h="36829">
                  <a:moveTo>
                    <a:pt x="19811" y="36671"/>
                  </a:moveTo>
                  <a:lnTo>
                    <a:pt x="12191" y="36671"/>
                  </a:lnTo>
                  <a:lnTo>
                    <a:pt x="9143" y="33623"/>
                  </a:lnTo>
                  <a:lnTo>
                    <a:pt x="6095" y="32099"/>
                  </a:lnTo>
                  <a:lnTo>
                    <a:pt x="1523" y="27432"/>
                  </a:lnTo>
                  <a:lnTo>
                    <a:pt x="1523" y="25908"/>
                  </a:lnTo>
                  <a:lnTo>
                    <a:pt x="0" y="22859"/>
                  </a:lnTo>
                  <a:lnTo>
                    <a:pt x="0" y="13716"/>
                  </a:lnTo>
                  <a:lnTo>
                    <a:pt x="1523" y="12192"/>
                  </a:lnTo>
                  <a:lnTo>
                    <a:pt x="1523" y="9144"/>
                  </a:lnTo>
                  <a:lnTo>
                    <a:pt x="6095" y="4572"/>
                  </a:lnTo>
                  <a:lnTo>
                    <a:pt x="9143" y="3048"/>
                  </a:lnTo>
                  <a:lnTo>
                    <a:pt x="10667" y="1524"/>
                  </a:lnTo>
                  <a:lnTo>
                    <a:pt x="12191" y="1524"/>
                  </a:lnTo>
                  <a:lnTo>
                    <a:pt x="15239" y="0"/>
                  </a:lnTo>
                  <a:lnTo>
                    <a:pt x="18287" y="0"/>
                  </a:lnTo>
                  <a:lnTo>
                    <a:pt x="19811" y="0"/>
                  </a:lnTo>
                  <a:lnTo>
                    <a:pt x="22859" y="1524"/>
                  </a:lnTo>
                  <a:lnTo>
                    <a:pt x="24383" y="1524"/>
                  </a:lnTo>
                  <a:lnTo>
                    <a:pt x="27431" y="3048"/>
                  </a:lnTo>
                  <a:lnTo>
                    <a:pt x="33527" y="9144"/>
                  </a:lnTo>
                  <a:lnTo>
                    <a:pt x="33527" y="12192"/>
                  </a:lnTo>
                  <a:lnTo>
                    <a:pt x="35147" y="13716"/>
                  </a:lnTo>
                  <a:lnTo>
                    <a:pt x="35147" y="22859"/>
                  </a:lnTo>
                  <a:lnTo>
                    <a:pt x="33527" y="25908"/>
                  </a:lnTo>
                  <a:lnTo>
                    <a:pt x="33527" y="27432"/>
                  </a:lnTo>
                  <a:lnTo>
                    <a:pt x="27431" y="33623"/>
                  </a:lnTo>
                  <a:lnTo>
                    <a:pt x="24383" y="35147"/>
                  </a:lnTo>
                  <a:lnTo>
                    <a:pt x="22859" y="35147"/>
                  </a:lnTo>
                  <a:lnTo>
                    <a:pt x="19811" y="36671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443727" y="5312949"/>
              <a:ext cx="349281" cy="155734"/>
            </a:xfrm>
            <a:prstGeom prst="rect">
              <a:avLst/>
            </a:prstGeom>
          </p:spPr>
        </p:pic>
        <p:pic>
          <p:nvPicPr>
            <p:cNvPr id="146" name="object 146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814440" y="5355717"/>
              <a:ext cx="94488" cy="112966"/>
            </a:xfrm>
            <a:prstGeom prst="rect">
              <a:avLst/>
            </a:prstGeom>
          </p:spPr>
        </p:pic>
        <p:pic>
          <p:nvPicPr>
            <p:cNvPr id="147" name="object 147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944076" y="5355716"/>
              <a:ext cx="88487" cy="111442"/>
            </a:xfrm>
            <a:prstGeom prst="rect">
              <a:avLst/>
            </a:prstGeom>
          </p:spPr>
        </p:pic>
        <p:pic>
          <p:nvPicPr>
            <p:cNvPr id="148" name="object 148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6063043" y="5355717"/>
              <a:ext cx="82391" cy="112966"/>
            </a:xfrm>
            <a:prstGeom prst="rect">
              <a:avLst/>
            </a:prstGeom>
          </p:spPr>
        </p:pic>
        <p:pic>
          <p:nvPicPr>
            <p:cNvPr id="149" name="object 149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299453" y="5355716"/>
              <a:ext cx="90011" cy="112966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418420" y="5314474"/>
              <a:ext cx="91535" cy="154209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534340" y="5358764"/>
              <a:ext cx="106775" cy="108394"/>
            </a:xfrm>
            <a:prstGeom prst="rect">
              <a:avLst/>
            </a:prstGeom>
          </p:spPr>
        </p:pic>
        <p:pic>
          <p:nvPicPr>
            <p:cNvPr id="152" name="object 152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6662546" y="5355716"/>
              <a:ext cx="89916" cy="112966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787610" y="5355716"/>
              <a:ext cx="86963" cy="111442"/>
            </a:xfrm>
            <a:prstGeom prst="rect">
              <a:avLst/>
            </a:prstGeom>
          </p:spPr>
        </p:pic>
        <p:pic>
          <p:nvPicPr>
            <p:cNvPr id="154" name="object 154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908101" y="5357241"/>
              <a:ext cx="83915" cy="111442"/>
            </a:xfrm>
            <a:prstGeom prst="rect">
              <a:avLst/>
            </a:prstGeom>
          </p:spPr>
        </p:pic>
        <p:pic>
          <p:nvPicPr>
            <p:cNvPr id="155" name="object 155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7024020" y="5355717"/>
              <a:ext cx="96107" cy="112966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7144512" y="5314474"/>
              <a:ext cx="91535" cy="154209"/>
            </a:xfrm>
            <a:prstGeom prst="rect">
              <a:avLst/>
            </a:prstGeom>
          </p:spPr>
        </p:pic>
        <p:pic>
          <p:nvPicPr>
            <p:cNvPr id="157" name="object 157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7394638" y="5314473"/>
              <a:ext cx="94583" cy="152685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7513701" y="5355716"/>
              <a:ext cx="86868" cy="111442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7628096" y="5355717"/>
              <a:ext cx="227266" cy="112966"/>
            </a:xfrm>
            <a:prstGeom prst="rect">
              <a:avLst/>
            </a:prstGeom>
          </p:spPr>
        </p:pic>
        <p:sp>
          <p:nvSpPr>
            <p:cNvPr id="160" name="object 160" descr=""/>
            <p:cNvSpPr/>
            <p:nvPr/>
          </p:nvSpPr>
          <p:spPr>
            <a:xfrm>
              <a:off x="7878216" y="5314569"/>
              <a:ext cx="86995" cy="152400"/>
            </a:xfrm>
            <a:custGeom>
              <a:avLst/>
              <a:gdLst/>
              <a:ahLst/>
              <a:cxnLst/>
              <a:rect l="l" t="t" r="r" b="b"/>
              <a:pathLst>
                <a:path w="86995" h="152400">
                  <a:moveTo>
                    <a:pt x="86956" y="135890"/>
                  </a:moveTo>
                  <a:lnTo>
                    <a:pt x="54864" y="135890"/>
                  </a:lnTo>
                  <a:lnTo>
                    <a:pt x="54864" y="15240"/>
                  </a:lnTo>
                  <a:lnTo>
                    <a:pt x="54864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052" y="15240"/>
                  </a:lnTo>
                  <a:lnTo>
                    <a:pt x="35052" y="135890"/>
                  </a:lnTo>
                  <a:lnTo>
                    <a:pt x="0" y="135890"/>
                  </a:lnTo>
                  <a:lnTo>
                    <a:pt x="0" y="152400"/>
                  </a:lnTo>
                  <a:lnTo>
                    <a:pt x="86956" y="152400"/>
                  </a:lnTo>
                  <a:lnTo>
                    <a:pt x="86956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992618" y="5355717"/>
              <a:ext cx="96107" cy="112966"/>
            </a:xfrm>
            <a:prstGeom prst="rect">
              <a:avLst/>
            </a:prstGeom>
          </p:spPr>
        </p:pic>
        <p:pic>
          <p:nvPicPr>
            <p:cNvPr id="162" name="object 162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8113109" y="5314474"/>
              <a:ext cx="91535" cy="154209"/>
            </a:xfrm>
            <a:prstGeom prst="rect">
              <a:avLst/>
            </a:prstGeom>
          </p:spPr>
        </p:pic>
        <p:pic>
          <p:nvPicPr>
            <p:cNvPr id="163" name="object 163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8233600" y="5355717"/>
              <a:ext cx="102203" cy="155638"/>
            </a:xfrm>
            <a:prstGeom prst="rect">
              <a:avLst/>
            </a:prstGeom>
          </p:spPr>
        </p:pic>
        <p:pic>
          <p:nvPicPr>
            <p:cNvPr id="164" name="object 164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8357140" y="5355717"/>
              <a:ext cx="94583" cy="112966"/>
            </a:xfrm>
            <a:prstGeom prst="rect">
              <a:avLst/>
            </a:prstGeom>
          </p:spPr>
        </p:pic>
        <p:pic>
          <p:nvPicPr>
            <p:cNvPr id="165" name="object 165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8596693" y="5313044"/>
              <a:ext cx="224218" cy="155638"/>
            </a:xfrm>
            <a:prstGeom prst="rect">
              <a:avLst/>
            </a:prstGeom>
          </p:spPr>
        </p:pic>
        <p:sp>
          <p:nvSpPr>
            <p:cNvPr id="166" name="object 166" descr=""/>
            <p:cNvSpPr/>
            <p:nvPr/>
          </p:nvSpPr>
          <p:spPr>
            <a:xfrm>
              <a:off x="1944522" y="5583339"/>
              <a:ext cx="215265" cy="139700"/>
            </a:xfrm>
            <a:custGeom>
              <a:avLst/>
              <a:gdLst/>
              <a:ahLst/>
              <a:cxnLst/>
              <a:rect l="l" t="t" r="r" b="b"/>
              <a:pathLst>
                <a:path w="215264" h="139700">
                  <a:moveTo>
                    <a:pt x="8543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33616" y="16510"/>
                  </a:lnTo>
                  <a:lnTo>
                    <a:pt x="33616" y="124460"/>
                  </a:lnTo>
                  <a:lnTo>
                    <a:pt x="0" y="124460"/>
                  </a:lnTo>
                  <a:lnTo>
                    <a:pt x="0" y="139700"/>
                  </a:lnTo>
                  <a:lnTo>
                    <a:pt x="85432" y="139700"/>
                  </a:lnTo>
                  <a:lnTo>
                    <a:pt x="85432" y="124460"/>
                  </a:lnTo>
                  <a:lnTo>
                    <a:pt x="51904" y="124460"/>
                  </a:lnTo>
                  <a:lnTo>
                    <a:pt x="51904" y="16510"/>
                  </a:lnTo>
                  <a:lnTo>
                    <a:pt x="85432" y="16510"/>
                  </a:lnTo>
                  <a:lnTo>
                    <a:pt x="85432" y="0"/>
                  </a:lnTo>
                  <a:close/>
                </a:path>
                <a:path w="215264" h="139700">
                  <a:moveTo>
                    <a:pt x="215074" y="0"/>
                  </a:moveTo>
                  <a:lnTo>
                    <a:pt x="112864" y="0"/>
                  </a:lnTo>
                  <a:lnTo>
                    <a:pt x="112864" y="16510"/>
                  </a:lnTo>
                  <a:lnTo>
                    <a:pt x="154114" y="16510"/>
                  </a:lnTo>
                  <a:lnTo>
                    <a:pt x="154114" y="139700"/>
                  </a:lnTo>
                  <a:lnTo>
                    <a:pt x="173926" y="139700"/>
                  </a:lnTo>
                  <a:lnTo>
                    <a:pt x="173926" y="16510"/>
                  </a:lnTo>
                  <a:lnTo>
                    <a:pt x="215074" y="16510"/>
                  </a:lnTo>
                  <a:lnTo>
                    <a:pt x="215074" y="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2309145" y="5613653"/>
              <a:ext cx="83819" cy="112871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2423541" y="5613654"/>
              <a:ext cx="96107" cy="112871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2548604" y="5613654"/>
              <a:ext cx="83915" cy="111347"/>
            </a:xfrm>
            <a:prstGeom prst="rect">
              <a:avLst/>
            </a:prstGeom>
          </p:spPr>
        </p:pic>
        <p:pic>
          <p:nvPicPr>
            <p:cNvPr id="170" name="object 170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670619" y="5615178"/>
              <a:ext cx="86963" cy="111347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2795682" y="5613654"/>
              <a:ext cx="88796" cy="109823"/>
            </a:xfrm>
            <a:prstGeom prst="rect">
              <a:avLst/>
            </a:prstGeom>
          </p:spPr>
        </p:pic>
        <p:pic>
          <p:nvPicPr>
            <p:cNvPr id="172" name="object 172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2913125" y="5570887"/>
              <a:ext cx="86963" cy="152590"/>
            </a:xfrm>
            <a:prstGeom prst="rect">
              <a:avLst/>
            </a:prstGeom>
          </p:spPr>
        </p:pic>
        <p:pic>
          <p:nvPicPr>
            <p:cNvPr id="173" name="object 173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3022949" y="5581554"/>
              <a:ext cx="97631" cy="143446"/>
            </a:xfrm>
            <a:prstGeom prst="rect">
              <a:avLst/>
            </a:prstGeom>
          </p:spPr>
        </p:pic>
        <p:pic>
          <p:nvPicPr>
            <p:cNvPr id="174" name="object 174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3143535" y="5615178"/>
              <a:ext cx="106775" cy="154114"/>
            </a:xfrm>
            <a:prstGeom prst="rect">
              <a:avLst/>
            </a:prstGeom>
          </p:spPr>
        </p:pic>
        <p:pic>
          <p:nvPicPr>
            <p:cNvPr id="175" name="object 175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3393662" y="5613654"/>
              <a:ext cx="90011" cy="112871"/>
            </a:xfrm>
            <a:prstGeom prst="rect">
              <a:avLst/>
            </a:prstGeom>
          </p:spPr>
        </p:pic>
        <p:pic>
          <p:nvPicPr>
            <p:cNvPr id="176" name="object 176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3517201" y="5613654"/>
              <a:ext cx="86963" cy="109823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3633120" y="5572410"/>
              <a:ext cx="91535" cy="154114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3871055" y="5581554"/>
              <a:ext cx="97631" cy="143446"/>
            </a:xfrm>
            <a:prstGeom prst="rect">
              <a:avLst/>
            </a:prstGeom>
          </p:spPr>
        </p:pic>
        <p:pic>
          <p:nvPicPr>
            <p:cNvPr id="179" name="object 179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4002309" y="5572411"/>
              <a:ext cx="86867" cy="151066"/>
            </a:xfrm>
            <a:prstGeom prst="rect">
              <a:avLst/>
            </a:prstGeom>
          </p:spPr>
        </p:pic>
        <p:pic>
          <p:nvPicPr>
            <p:cNvPr id="180" name="object 180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127373" y="5613654"/>
              <a:ext cx="88796" cy="109823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4240244" y="5613654"/>
              <a:ext cx="94583" cy="112871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4362259" y="5613654"/>
              <a:ext cx="90011" cy="112871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4476654" y="5581554"/>
              <a:ext cx="96107" cy="143446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4720685" y="5581554"/>
              <a:ext cx="1279779" cy="187737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6183534" y="5572410"/>
              <a:ext cx="1052512" cy="195357"/>
            </a:xfrm>
            <a:prstGeom prst="rect">
              <a:avLst/>
            </a:prstGeom>
          </p:spPr>
        </p:pic>
        <p:pic>
          <p:nvPicPr>
            <p:cNvPr id="186" name="object 186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393114" y="5572410"/>
              <a:ext cx="216598" cy="196881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753159" y="5613654"/>
              <a:ext cx="88487" cy="112871"/>
            </a:xfrm>
            <a:prstGeom prst="rect">
              <a:avLst/>
            </a:prstGeom>
          </p:spPr>
        </p:pic>
        <p:pic>
          <p:nvPicPr>
            <p:cNvPr id="188" name="object 188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8000237" y="5613653"/>
              <a:ext cx="82391" cy="112871"/>
            </a:xfrm>
            <a:prstGeom prst="rect">
              <a:avLst/>
            </a:prstGeom>
          </p:spPr>
        </p:pic>
        <p:pic>
          <p:nvPicPr>
            <p:cNvPr id="189" name="object 189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8111585" y="5613654"/>
              <a:ext cx="100679" cy="112871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8241208" y="5572417"/>
              <a:ext cx="86995" cy="151130"/>
            </a:xfrm>
            <a:custGeom>
              <a:avLst/>
              <a:gdLst/>
              <a:ahLst/>
              <a:cxnLst/>
              <a:rect l="l" t="t" r="r" b="b"/>
              <a:pathLst>
                <a:path w="86995" h="151129">
                  <a:moveTo>
                    <a:pt x="86969" y="135890"/>
                  </a:moveTo>
                  <a:lnTo>
                    <a:pt x="54965" y="135890"/>
                  </a:lnTo>
                  <a:lnTo>
                    <a:pt x="54965" y="15240"/>
                  </a:lnTo>
                  <a:lnTo>
                    <a:pt x="54965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153" y="15240"/>
                  </a:lnTo>
                  <a:lnTo>
                    <a:pt x="35153" y="135890"/>
                  </a:lnTo>
                  <a:lnTo>
                    <a:pt x="0" y="135890"/>
                  </a:lnTo>
                  <a:lnTo>
                    <a:pt x="0" y="151130"/>
                  </a:lnTo>
                  <a:lnTo>
                    <a:pt x="86969" y="151130"/>
                  </a:lnTo>
                  <a:lnTo>
                    <a:pt x="86969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1" name="object 191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361711" y="5570887"/>
              <a:ext cx="86963" cy="152590"/>
            </a:xfrm>
            <a:prstGeom prst="rect">
              <a:avLst/>
            </a:prstGeom>
          </p:spPr>
        </p:pic>
        <p:pic>
          <p:nvPicPr>
            <p:cNvPr id="192" name="object 192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476202" y="5572410"/>
              <a:ext cx="91440" cy="154114"/>
            </a:xfrm>
            <a:prstGeom prst="rect">
              <a:avLst/>
            </a:prstGeom>
          </p:spPr>
        </p:pic>
        <p:pic>
          <p:nvPicPr>
            <p:cNvPr id="193" name="object 193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944528" y="5839491"/>
              <a:ext cx="1174527" cy="196786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3277742" y="5837967"/>
              <a:ext cx="85439" cy="152590"/>
            </a:xfrm>
            <a:prstGeom prst="rect">
              <a:avLst/>
            </a:prstGeom>
          </p:spPr>
        </p:pic>
        <p:pic>
          <p:nvPicPr>
            <p:cNvPr id="195" name="object 195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3396710" y="5880639"/>
              <a:ext cx="86963" cy="109918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3640734" y="5850420"/>
              <a:ext cx="213995" cy="139700"/>
            </a:xfrm>
            <a:custGeom>
              <a:avLst/>
              <a:gdLst/>
              <a:ahLst/>
              <a:cxnLst/>
              <a:rect l="l" t="t" r="r" b="b"/>
              <a:pathLst>
                <a:path w="213995" h="139700">
                  <a:moveTo>
                    <a:pt x="83908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32004" y="16510"/>
                  </a:lnTo>
                  <a:lnTo>
                    <a:pt x="32004" y="123190"/>
                  </a:lnTo>
                  <a:lnTo>
                    <a:pt x="0" y="123190"/>
                  </a:lnTo>
                  <a:lnTo>
                    <a:pt x="0" y="139700"/>
                  </a:lnTo>
                  <a:lnTo>
                    <a:pt x="83908" y="139700"/>
                  </a:lnTo>
                  <a:lnTo>
                    <a:pt x="83908" y="123190"/>
                  </a:lnTo>
                  <a:lnTo>
                    <a:pt x="51904" y="123190"/>
                  </a:lnTo>
                  <a:lnTo>
                    <a:pt x="51904" y="16510"/>
                  </a:lnTo>
                  <a:lnTo>
                    <a:pt x="83908" y="16510"/>
                  </a:lnTo>
                  <a:lnTo>
                    <a:pt x="83908" y="0"/>
                  </a:lnTo>
                  <a:close/>
                </a:path>
                <a:path w="213995" h="139700">
                  <a:moveTo>
                    <a:pt x="213550" y="0"/>
                  </a:moveTo>
                  <a:lnTo>
                    <a:pt x="111340" y="0"/>
                  </a:lnTo>
                  <a:lnTo>
                    <a:pt x="111340" y="16510"/>
                  </a:lnTo>
                  <a:lnTo>
                    <a:pt x="152590" y="16510"/>
                  </a:lnTo>
                  <a:lnTo>
                    <a:pt x="152590" y="139700"/>
                  </a:lnTo>
                  <a:lnTo>
                    <a:pt x="172402" y="139700"/>
                  </a:lnTo>
                  <a:lnTo>
                    <a:pt x="172402" y="16510"/>
                  </a:lnTo>
                  <a:lnTo>
                    <a:pt x="213550" y="16510"/>
                  </a:lnTo>
                  <a:lnTo>
                    <a:pt x="213550" y="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4005357" y="5848636"/>
              <a:ext cx="941070" cy="187642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5088350" y="5880639"/>
              <a:ext cx="90011" cy="111442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5213413" y="5880639"/>
              <a:ext cx="86963" cy="109918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5329332" y="5839491"/>
              <a:ext cx="91535" cy="152590"/>
            </a:xfrm>
            <a:prstGeom prst="rect">
              <a:avLst/>
            </a:prstGeom>
          </p:spPr>
        </p:pic>
        <p:pic>
          <p:nvPicPr>
            <p:cNvPr id="201" name="object 201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5568790" y="5837967"/>
              <a:ext cx="1278255" cy="196786"/>
            </a:xfrm>
            <a:prstGeom prst="rect">
              <a:avLst/>
            </a:prstGeom>
          </p:spPr>
        </p:pic>
        <p:pic>
          <p:nvPicPr>
            <p:cNvPr id="202" name="object 202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7013352" y="5850159"/>
              <a:ext cx="118967" cy="140398"/>
            </a:xfrm>
            <a:prstGeom prst="rect">
              <a:avLst/>
            </a:prstGeom>
          </p:spPr>
        </p:pic>
        <p:pic>
          <p:nvPicPr>
            <p:cNvPr id="203" name="object 203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274147" y="5880639"/>
              <a:ext cx="82391" cy="111442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7382446" y="5848636"/>
              <a:ext cx="97631" cy="143446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7518273" y="5880639"/>
              <a:ext cx="88392" cy="109918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7628096" y="5880639"/>
              <a:ext cx="100679" cy="111442"/>
            </a:xfrm>
            <a:prstGeom prst="rect">
              <a:avLst/>
            </a:prstGeom>
          </p:spPr>
        </p:pic>
        <p:pic>
          <p:nvPicPr>
            <p:cNvPr id="207" name="object 207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7756207" y="5880639"/>
              <a:ext cx="86963" cy="109918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7869078" y="5880639"/>
              <a:ext cx="102203" cy="155638"/>
            </a:xfrm>
            <a:prstGeom prst="rect">
              <a:avLst/>
            </a:prstGeom>
          </p:spPr>
        </p:pic>
        <p:pic>
          <p:nvPicPr>
            <p:cNvPr id="209" name="object 209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8108632" y="5848636"/>
              <a:ext cx="97535" cy="143446"/>
            </a:xfrm>
            <a:prstGeom prst="rect">
              <a:avLst/>
            </a:prstGeom>
          </p:spPr>
        </p:pic>
        <p:pic>
          <p:nvPicPr>
            <p:cNvPr id="210" name="object 210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8235124" y="5880639"/>
              <a:ext cx="96107" cy="111442"/>
            </a:xfrm>
            <a:prstGeom prst="rect">
              <a:avLst/>
            </a:prstGeom>
          </p:spPr>
        </p:pic>
        <p:pic>
          <p:nvPicPr>
            <p:cNvPr id="211" name="object 211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8358664" y="5880639"/>
              <a:ext cx="88487" cy="111442"/>
            </a:xfrm>
            <a:prstGeom prst="rect">
              <a:avLst/>
            </a:prstGeom>
          </p:spPr>
        </p:pic>
        <p:pic>
          <p:nvPicPr>
            <p:cNvPr id="212" name="object 212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8474678" y="5880639"/>
              <a:ext cx="102203" cy="109918"/>
            </a:xfrm>
            <a:prstGeom prst="rect">
              <a:avLst/>
            </a:prstGeom>
          </p:spPr>
        </p:pic>
        <p:pic>
          <p:nvPicPr>
            <p:cNvPr id="213" name="object 213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2914649" y="6106477"/>
              <a:ext cx="94583" cy="151066"/>
            </a:xfrm>
            <a:prstGeom prst="rect">
              <a:avLst/>
            </a:prstGeom>
          </p:spPr>
        </p:pic>
        <p:pic>
          <p:nvPicPr>
            <p:cNvPr id="214" name="object 214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3033617" y="6147721"/>
              <a:ext cx="86963" cy="109823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3148107" y="6147720"/>
              <a:ext cx="227266" cy="111442"/>
            </a:xfrm>
            <a:prstGeom prst="rect">
              <a:avLst/>
            </a:prstGeom>
          </p:spPr>
        </p:pic>
        <p:pic>
          <p:nvPicPr>
            <p:cNvPr id="216" name="object 216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3396710" y="6147721"/>
              <a:ext cx="86963" cy="109918"/>
            </a:xfrm>
            <a:prstGeom prst="rect">
              <a:avLst/>
            </a:prstGeom>
          </p:spPr>
        </p:pic>
        <p:pic>
          <p:nvPicPr>
            <p:cNvPr id="217" name="object 217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3630072" y="6104953"/>
              <a:ext cx="224218" cy="154209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3884771" y="6147721"/>
              <a:ext cx="90011" cy="109823"/>
            </a:xfrm>
            <a:prstGeom prst="rect">
              <a:avLst/>
            </a:prstGeom>
          </p:spPr>
        </p:pic>
        <p:pic>
          <p:nvPicPr>
            <p:cNvPr id="219" name="object 219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4122801" y="6147721"/>
              <a:ext cx="83820" cy="111442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4246334" y="6106579"/>
              <a:ext cx="85725" cy="151130"/>
            </a:xfrm>
            <a:custGeom>
              <a:avLst/>
              <a:gdLst/>
              <a:ahLst/>
              <a:cxnLst/>
              <a:rect l="l" t="t" r="r" b="b"/>
              <a:pathLst>
                <a:path w="85725" h="151129">
                  <a:moveTo>
                    <a:pt x="85432" y="135890"/>
                  </a:moveTo>
                  <a:lnTo>
                    <a:pt x="53340" y="135890"/>
                  </a:lnTo>
                  <a:lnTo>
                    <a:pt x="53340" y="15240"/>
                  </a:lnTo>
                  <a:lnTo>
                    <a:pt x="53340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052" y="15240"/>
                  </a:lnTo>
                  <a:lnTo>
                    <a:pt x="35052" y="135890"/>
                  </a:lnTo>
                  <a:lnTo>
                    <a:pt x="0" y="135890"/>
                  </a:lnTo>
                  <a:lnTo>
                    <a:pt x="0" y="151130"/>
                  </a:lnTo>
                  <a:lnTo>
                    <a:pt x="85432" y="151130"/>
                  </a:lnTo>
                  <a:lnTo>
                    <a:pt x="85432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4360735" y="6147720"/>
              <a:ext cx="96107" cy="111442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4484274" y="6147721"/>
              <a:ext cx="88487" cy="111442"/>
            </a:xfrm>
            <a:prstGeom prst="rect">
              <a:avLst/>
            </a:prstGeom>
          </p:spPr>
        </p:pic>
        <p:pic>
          <p:nvPicPr>
            <p:cNvPr id="223" name="object 223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4612385" y="6147721"/>
              <a:ext cx="88487" cy="109823"/>
            </a:xfrm>
            <a:prstGeom prst="rect">
              <a:avLst/>
            </a:prstGeom>
          </p:spPr>
        </p:pic>
        <p:pic>
          <p:nvPicPr>
            <p:cNvPr id="224" name="object 224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4848891" y="6104953"/>
              <a:ext cx="1540573" cy="154210"/>
            </a:xfrm>
            <a:prstGeom prst="rect">
              <a:avLst/>
            </a:prstGeom>
          </p:spPr>
        </p:pic>
        <p:pic>
          <p:nvPicPr>
            <p:cNvPr id="225" name="object 225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6541960" y="6147721"/>
              <a:ext cx="88487" cy="111442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6665594" y="6147721"/>
              <a:ext cx="86963" cy="109918"/>
            </a:xfrm>
            <a:prstGeom prst="rect">
              <a:avLst/>
            </a:prstGeom>
          </p:spPr>
        </p:pic>
        <p:pic>
          <p:nvPicPr>
            <p:cNvPr id="227" name="object 227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6781513" y="6106477"/>
              <a:ext cx="91535" cy="152685"/>
            </a:xfrm>
            <a:prstGeom prst="rect">
              <a:avLst/>
            </a:prstGeom>
          </p:spPr>
        </p:pic>
        <p:pic>
          <p:nvPicPr>
            <p:cNvPr id="228" name="object 228" descr="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7024020" y="6147720"/>
              <a:ext cx="96107" cy="111442"/>
            </a:xfrm>
            <a:prstGeom prst="rect">
              <a:avLst/>
            </a:prstGeom>
          </p:spPr>
        </p:pic>
        <p:pic>
          <p:nvPicPr>
            <p:cNvPr id="229" name="object 229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944528" y="6106572"/>
              <a:ext cx="1417129" cy="453199"/>
            </a:xfrm>
            <a:prstGeom prst="rect">
              <a:avLst/>
            </a:prstGeom>
          </p:spPr>
        </p:pic>
        <p:pic>
          <p:nvPicPr>
            <p:cNvPr id="230" name="object 230" descr="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7139939" y="6149245"/>
              <a:ext cx="108299" cy="108299"/>
            </a:xfrm>
            <a:prstGeom prst="rect">
              <a:avLst/>
            </a:prstGeom>
          </p:spPr>
        </p:pic>
        <p:pic>
          <p:nvPicPr>
            <p:cNvPr id="231" name="object 231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7271099" y="6147721"/>
              <a:ext cx="83915" cy="111442"/>
            </a:xfrm>
            <a:prstGeom prst="rect">
              <a:avLst/>
            </a:prstGeom>
          </p:spPr>
        </p:pic>
        <p:pic>
          <p:nvPicPr>
            <p:cNvPr id="232" name="object 232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7388542" y="6147720"/>
              <a:ext cx="94583" cy="111442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7515212" y="6106579"/>
              <a:ext cx="207645" cy="151130"/>
            </a:xfrm>
            <a:custGeom>
              <a:avLst/>
              <a:gdLst/>
              <a:ahLst/>
              <a:cxnLst/>
              <a:rect l="l" t="t" r="r" b="b"/>
              <a:pathLst>
                <a:path w="207645" h="151129">
                  <a:moveTo>
                    <a:pt x="86868" y="135890"/>
                  </a:moveTo>
                  <a:lnTo>
                    <a:pt x="53340" y="135890"/>
                  </a:lnTo>
                  <a:lnTo>
                    <a:pt x="53340" y="15240"/>
                  </a:lnTo>
                  <a:lnTo>
                    <a:pt x="53340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052" y="15240"/>
                  </a:lnTo>
                  <a:lnTo>
                    <a:pt x="35052" y="135890"/>
                  </a:lnTo>
                  <a:lnTo>
                    <a:pt x="0" y="135890"/>
                  </a:lnTo>
                  <a:lnTo>
                    <a:pt x="0" y="151130"/>
                  </a:lnTo>
                  <a:lnTo>
                    <a:pt x="86868" y="151130"/>
                  </a:lnTo>
                  <a:lnTo>
                    <a:pt x="86868" y="135890"/>
                  </a:lnTo>
                  <a:close/>
                </a:path>
                <a:path w="207645" h="151129">
                  <a:moveTo>
                    <a:pt x="207467" y="135890"/>
                  </a:moveTo>
                  <a:lnTo>
                    <a:pt x="175361" y="135890"/>
                  </a:lnTo>
                  <a:lnTo>
                    <a:pt x="175361" y="15240"/>
                  </a:lnTo>
                  <a:lnTo>
                    <a:pt x="175361" y="0"/>
                  </a:lnTo>
                  <a:lnTo>
                    <a:pt x="123545" y="0"/>
                  </a:lnTo>
                  <a:lnTo>
                    <a:pt x="123545" y="15240"/>
                  </a:lnTo>
                  <a:lnTo>
                    <a:pt x="155549" y="15240"/>
                  </a:lnTo>
                  <a:lnTo>
                    <a:pt x="155549" y="135890"/>
                  </a:lnTo>
                  <a:lnTo>
                    <a:pt x="120497" y="135890"/>
                  </a:lnTo>
                  <a:lnTo>
                    <a:pt x="120497" y="151130"/>
                  </a:lnTo>
                  <a:lnTo>
                    <a:pt x="207467" y="151130"/>
                  </a:lnTo>
                  <a:lnTo>
                    <a:pt x="207467" y="13589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4" name="object 234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7751635" y="6147720"/>
              <a:ext cx="94583" cy="111442"/>
            </a:xfrm>
            <a:prstGeom prst="rect">
              <a:avLst/>
            </a:prstGeom>
          </p:spPr>
        </p:pic>
        <p:pic>
          <p:nvPicPr>
            <p:cNvPr id="235" name="object 235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7876698" y="6147721"/>
              <a:ext cx="86963" cy="109918"/>
            </a:xfrm>
            <a:prstGeom prst="rect">
              <a:avLst/>
            </a:prstGeom>
          </p:spPr>
        </p:pic>
        <p:pic>
          <p:nvPicPr>
            <p:cNvPr id="236" name="object 236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988045" y="6115716"/>
              <a:ext cx="96107" cy="143446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3398228" y="6362890"/>
              <a:ext cx="86995" cy="152400"/>
            </a:xfrm>
            <a:custGeom>
              <a:avLst/>
              <a:gdLst/>
              <a:ahLst/>
              <a:cxnLst/>
              <a:rect l="l" t="t" r="r" b="b"/>
              <a:pathLst>
                <a:path w="86995" h="152400">
                  <a:moveTo>
                    <a:pt x="86969" y="137160"/>
                  </a:moveTo>
                  <a:lnTo>
                    <a:pt x="54864" y="137160"/>
                  </a:lnTo>
                  <a:lnTo>
                    <a:pt x="54864" y="15240"/>
                  </a:lnTo>
                  <a:lnTo>
                    <a:pt x="54864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052" y="15240"/>
                  </a:lnTo>
                  <a:lnTo>
                    <a:pt x="35052" y="137160"/>
                  </a:lnTo>
                  <a:lnTo>
                    <a:pt x="0" y="137160"/>
                  </a:lnTo>
                  <a:lnTo>
                    <a:pt x="0" y="152400"/>
                  </a:lnTo>
                  <a:lnTo>
                    <a:pt x="86969" y="152400"/>
                  </a:lnTo>
                  <a:lnTo>
                    <a:pt x="86969" y="13716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3640740" y="6405657"/>
              <a:ext cx="83915" cy="111347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3762756" y="6362890"/>
              <a:ext cx="94583" cy="152590"/>
            </a:xfrm>
            <a:prstGeom prst="rect">
              <a:avLst/>
            </a:prstGeom>
          </p:spPr>
        </p:pic>
        <p:pic>
          <p:nvPicPr>
            <p:cNvPr id="240" name="object 240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3881723" y="6361366"/>
              <a:ext cx="86963" cy="154114"/>
            </a:xfrm>
            <a:prstGeom prst="rect">
              <a:avLst/>
            </a:prstGeom>
          </p:spPr>
        </p:pic>
        <p:sp>
          <p:nvSpPr>
            <p:cNvPr id="241" name="object 241" descr=""/>
            <p:cNvSpPr/>
            <p:nvPr/>
          </p:nvSpPr>
          <p:spPr>
            <a:xfrm>
              <a:off x="4003827" y="6362890"/>
              <a:ext cx="207645" cy="152400"/>
            </a:xfrm>
            <a:custGeom>
              <a:avLst/>
              <a:gdLst/>
              <a:ahLst/>
              <a:cxnLst/>
              <a:rect l="l" t="t" r="r" b="b"/>
              <a:pathLst>
                <a:path w="207645" h="152400">
                  <a:moveTo>
                    <a:pt x="86868" y="137160"/>
                  </a:moveTo>
                  <a:lnTo>
                    <a:pt x="53340" y="137160"/>
                  </a:lnTo>
                  <a:lnTo>
                    <a:pt x="53340" y="15240"/>
                  </a:lnTo>
                  <a:lnTo>
                    <a:pt x="53340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052" y="15240"/>
                  </a:lnTo>
                  <a:lnTo>
                    <a:pt x="35052" y="137160"/>
                  </a:lnTo>
                  <a:lnTo>
                    <a:pt x="0" y="137160"/>
                  </a:lnTo>
                  <a:lnTo>
                    <a:pt x="0" y="152400"/>
                  </a:lnTo>
                  <a:lnTo>
                    <a:pt x="86868" y="152400"/>
                  </a:lnTo>
                  <a:lnTo>
                    <a:pt x="86868" y="137160"/>
                  </a:lnTo>
                  <a:close/>
                </a:path>
                <a:path w="207645" h="152400">
                  <a:moveTo>
                    <a:pt x="207454" y="137160"/>
                  </a:moveTo>
                  <a:lnTo>
                    <a:pt x="175348" y="137160"/>
                  </a:lnTo>
                  <a:lnTo>
                    <a:pt x="175348" y="15240"/>
                  </a:lnTo>
                  <a:lnTo>
                    <a:pt x="175348" y="0"/>
                  </a:lnTo>
                  <a:lnTo>
                    <a:pt x="125056" y="0"/>
                  </a:lnTo>
                  <a:lnTo>
                    <a:pt x="125056" y="15240"/>
                  </a:lnTo>
                  <a:lnTo>
                    <a:pt x="155536" y="15240"/>
                  </a:lnTo>
                  <a:lnTo>
                    <a:pt x="155536" y="137160"/>
                  </a:lnTo>
                  <a:lnTo>
                    <a:pt x="120484" y="137160"/>
                  </a:lnTo>
                  <a:lnTo>
                    <a:pt x="120484" y="152400"/>
                  </a:lnTo>
                  <a:lnTo>
                    <a:pt x="207454" y="152400"/>
                  </a:lnTo>
                  <a:lnTo>
                    <a:pt x="207454" y="13716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2" name="object 242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4246340" y="6405657"/>
              <a:ext cx="83915" cy="111347"/>
            </a:xfrm>
            <a:prstGeom prst="rect">
              <a:avLst/>
            </a:prstGeom>
          </p:spPr>
        </p:pic>
        <p:pic>
          <p:nvPicPr>
            <p:cNvPr id="243" name="object 243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4476654" y="6373558"/>
              <a:ext cx="96107" cy="143446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4725257" y="6405657"/>
              <a:ext cx="90011" cy="111347"/>
            </a:xfrm>
            <a:prstGeom prst="rect">
              <a:avLst/>
            </a:prstGeom>
          </p:spPr>
        </p:pic>
        <p:pic>
          <p:nvPicPr>
            <p:cNvPr id="245" name="object 245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4607813" y="6362890"/>
              <a:ext cx="86963" cy="152590"/>
            </a:xfrm>
            <a:prstGeom prst="rect">
              <a:avLst/>
            </a:prstGeom>
          </p:spPr>
        </p:pic>
        <p:pic>
          <p:nvPicPr>
            <p:cNvPr id="246" name="object 246" descr="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4839652" y="6373558"/>
              <a:ext cx="97631" cy="143446"/>
            </a:xfrm>
            <a:prstGeom prst="rect">
              <a:avLst/>
            </a:prstGeom>
          </p:spPr>
        </p:pic>
        <p:pic>
          <p:nvPicPr>
            <p:cNvPr id="247" name="object 247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5086826" y="6405657"/>
              <a:ext cx="96107" cy="111347"/>
            </a:xfrm>
            <a:prstGeom prst="rect">
              <a:avLst/>
            </a:prstGeom>
          </p:spPr>
        </p:pic>
        <p:pic>
          <p:nvPicPr>
            <p:cNvPr id="248" name="object 248" descr="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5213413" y="6405657"/>
              <a:ext cx="86963" cy="109823"/>
            </a:xfrm>
            <a:prstGeom prst="rect">
              <a:avLst/>
            </a:prstGeom>
          </p:spPr>
        </p:pic>
        <p:pic>
          <p:nvPicPr>
            <p:cNvPr id="249" name="object 249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5330856" y="6405657"/>
              <a:ext cx="90011" cy="111347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5454395" y="6362890"/>
              <a:ext cx="93059" cy="154114"/>
            </a:xfrm>
            <a:prstGeom prst="rect">
              <a:avLst/>
            </a:prstGeom>
          </p:spPr>
        </p:pic>
        <p:sp>
          <p:nvSpPr>
            <p:cNvPr id="251" name="object 251" descr=""/>
            <p:cNvSpPr/>
            <p:nvPr/>
          </p:nvSpPr>
          <p:spPr>
            <a:xfrm>
              <a:off x="5577929" y="6362890"/>
              <a:ext cx="85725" cy="152400"/>
            </a:xfrm>
            <a:custGeom>
              <a:avLst/>
              <a:gdLst/>
              <a:ahLst/>
              <a:cxnLst/>
              <a:rect l="l" t="t" r="r" b="b"/>
              <a:pathLst>
                <a:path w="85725" h="152400">
                  <a:moveTo>
                    <a:pt x="85432" y="137160"/>
                  </a:moveTo>
                  <a:lnTo>
                    <a:pt x="53428" y="137160"/>
                  </a:lnTo>
                  <a:lnTo>
                    <a:pt x="53428" y="15240"/>
                  </a:lnTo>
                  <a:lnTo>
                    <a:pt x="53428" y="0"/>
                  </a:lnTo>
                  <a:lnTo>
                    <a:pt x="3048" y="0"/>
                  </a:lnTo>
                  <a:lnTo>
                    <a:pt x="3048" y="15240"/>
                  </a:lnTo>
                  <a:lnTo>
                    <a:pt x="35140" y="15240"/>
                  </a:lnTo>
                  <a:lnTo>
                    <a:pt x="35140" y="137160"/>
                  </a:lnTo>
                  <a:lnTo>
                    <a:pt x="0" y="137160"/>
                  </a:lnTo>
                  <a:lnTo>
                    <a:pt x="0" y="152400"/>
                  </a:lnTo>
                  <a:lnTo>
                    <a:pt x="85432" y="152400"/>
                  </a:lnTo>
                  <a:lnTo>
                    <a:pt x="85432" y="13716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5692330" y="6405657"/>
              <a:ext cx="96107" cy="111347"/>
            </a:xfrm>
            <a:prstGeom prst="rect">
              <a:avLst/>
            </a:prstGeom>
          </p:spPr>
        </p:pic>
        <p:pic>
          <p:nvPicPr>
            <p:cNvPr id="253" name="object 253" descr="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5934932" y="6405657"/>
              <a:ext cx="96107" cy="111347"/>
            </a:xfrm>
            <a:prstGeom prst="rect">
              <a:avLst/>
            </a:prstGeom>
          </p:spPr>
        </p:pic>
        <p:pic>
          <p:nvPicPr>
            <p:cNvPr id="254" name="object 254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6052375" y="6361366"/>
              <a:ext cx="225742" cy="154114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6297929" y="6405657"/>
              <a:ext cx="96107" cy="111347"/>
            </a:xfrm>
            <a:prstGeom prst="rect">
              <a:avLst/>
            </a:prstGeom>
          </p:spPr>
        </p:pic>
        <p:pic>
          <p:nvPicPr>
            <p:cNvPr id="256" name="object 256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6422993" y="6405657"/>
              <a:ext cx="85439" cy="111347"/>
            </a:xfrm>
            <a:prstGeom prst="rect">
              <a:avLst/>
            </a:prstGeom>
          </p:spPr>
        </p:pic>
        <p:pic>
          <p:nvPicPr>
            <p:cNvPr id="257" name="object 257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6534340" y="6373558"/>
              <a:ext cx="97631" cy="143446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6776942" y="6407181"/>
              <a:ext cx="106775" cy="108299"/>
            </a:xfrm>
            <a:prstGeom prst="rect">
              <a:avLst/>
            </a:prstGeom>
          </p:spPr>
        </p:pic>
        <p:pic>
          <p:nvPicPr>
            <p:cNvPr id="259" name="object 259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6667119" y="6361366"/>
              <a:ext cx="86868" cy="154114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6903529" y="6405657"/>
              <a:ext cx="96107" cy="111347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7150608" y="6405657"/>
              <a:ext cx="83915" cy="111347"/>
            </a:xfrm>
            <a:prstGeom prst="rect">
              <a:avLst/>
            </a:prstGeom>
          </p:spPr>
        </p:pic>
        <p:pic>
          <p:nvPicPr>
            <p:cNvPr id="262" name="object 262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7263479" y="6405658"/>
              <a:ext cx="102203" cy="111347"/>
            </a:xfrm>
            <a:prstGeom prst="rect">
              <a:avLst/>
            </a:prstGeom>
          </p:spPr>
        </p:pic>
        <p:sp>
          <p:nvSpPr>
            <p:cNvPr id="263" name="object 263" descr=""/>
            <p:cNvSpPr/>
            <p:nvPr/>
          </p:nvSpPr>
          <p:spPr>
            <a:xfrm>
              <a:off x="7393114" y="6362890"/>
              <a:ext cx="86995" cy="152400"/>
            </a:xfrm>
            <a:custGeom>
              <a:avLst/>
              <a:gdLst/>
              <a:ahLst/>
              <a:cxnLst/>
              <a:rect l="l" t="t" r="r" b="b"/>
              <a:pathLst>
                <a:path w="86995" h="152400">
                  <a:moveTo>
                    <a:pt x="86956" y="137160"/>
                  </a:moveTo>
                  <a:lnTo>
                    <a:pt x="54952" y="137160"/>
                  </a:lnTo>
                  <a:lnTo>
                    <a:pt x="54952" y="15240"/>
                  </a:lnTo>
                  <a:lnTo>
                    <a:pt x="54952" y="0"/>
                  </a:lnTo>
                  <a:lnTo>
                    <a:pt x="4572" y="0"/>
                  </a:lnTo>
                  <a:lnTo>
                    <a:pt x="4572" y="15240"/>
                  </a:lnTo>
                  <a:lnTo>
                    <a:pt x="36664" y="15240"/>
                  </a:lnTo>
                  <a:lnTo>
                    <a:pt x="36664" y="137160"/>
                  </a:lnTo>
                  <a:lnTo>
                    <a:pt x="0" y="137160"/>
                  </a:lnTo>
                  <a:lnTo>
                    <a:pt x="0" y="152400"/>
                  </a:lnTo>
                  <a:lnTo>
                    <a:pt x="86956" y="152400"/>
                  </a:lnTo>
                  <a:lnTo>
                    <a:pt x="86956" y="137160"/>
                  </a:lnTo>
                  <a:close/>
                </a:path>
              </a:pathLst>
            </a:custGeom>
            <a:solidFill>
              <a:srgbClr val="7570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7515224" y="6361366"/>
              <a:ext cx="1269015" cy="155638"/>
            </a:xfrm>
            <a:prstGeom prst="rect">
              <a:avLst/>
            </a:prstGeom>
          </p:spPr>
        </p:pic>
        <p:pic>
          <p:nvPicPr>
            <p:cNvPr id="265" name="object 265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1709642" y="6626923"/>
              <a:ext cx="79343" cy="199834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1412748" y="4262628"/>
              <a:ext cx="94487" cy="144779"/>
            </a:xfrm>
            <a:prstGeom prst="rect">
              <a:avLst/>
            </a:prstGeom>
          </p:spPr>
        </p:pic>
        <p:pic>
          <p:nvPicPr>
            <p:cNvPr id="267" name="object 267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1414271" y="4520184"/>
              <a:ext cx="92963" cy="146303"/>
            </a:xfrm>
            <a:prstGeom prst="rect">
              <a:avLst/>
            </a:prstGeom>
          </p:spPr>
        </p:pic>
        <p:pic>
          <p:nvPicPr>
            <p:cNvPr id="268" name="object 268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1415795" y="4786884"/>
              <a:ext cx="89915" cy="147828"/>
            </a:xfrm>
            <a:prstGeom prst="rect">
              <a:avLst/>
            </a:prstGeom>
          </p:spPr>
        </p:pic>
        <p:pic>
          <p:nvPicPr>
            <p:cNvPr id="269" name="object 269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1402079" y="5056632"/>
              <a:ext cx="112775" cy="143255"/>
            </a:xfrm>
            <a:prstGeom prst="rect">
              <a:avLst/>
            </a:prstGeom>
          </p:spPr>
        </p:pic>
        <p:pic>
          <p:nvPicPr>
            <p:cNvPr id="270" name="object 270" descr="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1417320" y="5323332"/>
              <a:ext cx="86867" cy="144780"/>
            </a:xfrm>
            <a:prstGeom prst="rect">
              <a:avLst/>
            </a:prstGeom>
          </p:spPr>
        </p:pic>
        <p:pic>
          <p:nvPicPr>
            <p:cNvPr id="271" name="object 271" descr="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1411224" y="5579364"/>
              <a:ext cx="99059" cy="147827"/>
            </a:xfrm>
            <a:prstGeom prst="rect">
              <a:avLst/>
            </a:prstGeom>
          </p:spPr>
        </p:pic>
        <p:pic>
          <p:nvPicPr>
            <p:cNvPr id="272" name="object 272" descr="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1411224" y="5847588"/>
              <a:ext cx="96012" cy="144780"/>
            </a:xfrm>
            <a:prstGeom prst="rect">
              <a:avLst/>
            </a:prstGeom>
          </p:spPr>
        </p:pic>
        <p:pic>
          <p:nvPicPr>
            <p:cNvPr id="273" name="object 273" descr="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1411224" y="6112764"/>
              <a:ext cx="96012" cy="147828"/>
            </a:xfrm>
            <a:prstGeom prst="rect">
              <a:avLst/>
            </a:prstGeom>
          </p:spPr>
        </p:pic>
        <p:pic>
          <p:nvPicPr>
            <p:cNvPr id="274" name="object 274" descr="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1408175" y="6370320"/>
              <a:ext cx="99059" cy="144780"/>
            </a:xfrm>
            <a:prstGeom prst="rect">
              <a:avLst/>
            </a:prstGeom>
          </p:spPr>
        </p:pic>
        <p:pic>
          <p:nvPicPr>
            <p:cNvPr id="275" name="object 275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1292351" y="6637020"/>
              <a:ext cx="92963" cy="146303"/>
            </a:xfrm>
            <a:prstGeom prst="rect">
              <a:avLst/>
            </a:prstGeom>
          </p:spPr>
        </p:pic>
        <p:pic>
          <p:nvPicPr>
            <p:cNvPr id="276" name="object 276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1408175" y="6637020"/>
              <a:ext cx="103631" cy="149351"/>
            </a:xfrm>
            <a:prstGeom prst="rect">
              <a:avLst/>
            </a:prstGeom>
          </p:spPr>
        </p:pic>
      </p:grpSp>
      <p:grpSp>
        <p:nvGrpSpPr>
          <p:cNvPr id="277" name="object 277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278" name="object 278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279" name="object 279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280" name="object 280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309812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1524" y="36575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3048" y="18287"/>
                </a:lnTo>
                <a:lnTo>
                  <a:pt x="4572" y="13715"/>
                </a:lnTo>
                <a:lnTo>
                  <a:pt x="6096" y="10667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4571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3284" y="6095"/>
                </a:lnTo>
                <a:lnTo>
                  <a:pt x="1136427" y="9143"/>
                </a:lnTo>
                <a:lnTo>
                  <a:pt x="1139475" y="10667"/>
                </a:lnTo>
                <a:lnTo>
                  <a:pt x="1140999" y="13715"/>
                </a:lnTo>
                <a:lnTo>
                  <a:pt x="1142523" y="18287"/>
                </a:lnTo>
                <a:lnTo>
                  <a:pt x="1144047" y="21335"/>
                </a:lnTo>
                <a:lnTo>
                  <a:pt x="1144047" y="36575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57991" y="2749295"/>
            <a:ext cx="29209" cy="1621155"/>
          </a:xfrm>
          <a:custGeom>
            <a:avLst/>
            <a:gdLst/>
            <a:ahLst/>
            <a:cxnLst/>
            <a:rect l="l" t="t" r="r" b="b"/>
            <a:pathLst>
              <a:path w="29209" h="1621154">
                <a:moveTo>
                  <a:pt x="18288" y="1620583"/>
                </a:moveTo>
                <a:lnTo>
                  <a:pt x="10668" y="1620583"/>
                </a:lnTo>
                <a:lnTo>
                  <a:pt x="9144" y="1619059"/>
                </a:lnTo>
                <a:lnTo>
                  <a:pt x="7620" y="1619059"/>
                </a:lnTo>
                <a:lnTo>
                  <a:pt x="1524" y="1612963"/>
                </a:lnTo>
                <a:lnTo>
                  <a:pt x="1524" y="1611439"/>
                </a:lnTo>
                <a:lnTo>
                  <a:pt x="0" y="1609915"/>
                </a:lnTo>
                <a:lnTo>
                  <a:pt x="0" y="1606867"/>
                </a:lnTo>
                <a:lnTo>
                  <a:pt x="0" y="10667"/>
                </a:lnTo>
                <a:lnTo>
                  <a:pt x="1524" y="7620"/>
                </a:lnTo>
                <a:lnTo>
                  <a:pt x="1524" y="6095"/>
                </a:lnTo>
                <a:lnTo>
                  <a:pt x="4572" y="3047"/>
                </a:lnTo>
                <a:lnTo>
                  <a:pt x="6096" y="3047"/>
                </a:lnTo>
                <a:lnTo>
                  <a:pt x="9144" y="0"/>
                </a:lnTo>
                <a:lnTo>
                  <a:pt x="19812" y="0"/>
                </a:lnTo>
                <a:lnTo>
                  <a:pt x="22859" y="3047"/>
                </a:lnTo>
                <a:lnTo>
                  <a:pt x="24384" y="3047"/>
                </a:lnTo>
                <a:lnTo>
                  <a:pt x="27432" y="6095"/>
                </a:lnTo>
                <a:lnTo>
                  <a:pt x="27432" y="7620"/>
                </a:lnTo>
                <a:lnTo>
                  <a:pt x="28956" y="10667"/>
                </a:lnTo>
                <a:lnTo>
                  <a:pt x="28956" y="1609915"/>
                </a:lnTo>
                <a:lnTo>
                  <a:pt x="27432" y="1611439"/>
                </a:lnTo>
                <a:lnTo>
                  <a:pt x="27432" y="1612963"/>
                </a:lnTo>
                <a:lnTo>
                  <a:pt x="21336" y="1619059"/>
                </a:lnTo>
                <a:lnTo>
                  <a:pt x="19812" y="1619059"/>
                </a:lnTo>
                <a:lnTo>
                  <a:pt x="18288" y="16205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717262" y="2877026"/>
            <a:ext cx="351155" cy="267970"/>
            <a:chOff x="1717262" y="2877026"/>
            <a:chExt cx="351155" cy="267970"/>
          </a:xfrm>
        </p:grpSpPr>
        <p:sp>
          <p:nvSpPr>
            <p:cNvPr id="5" name="object 5" descr=""/>
            <p:cNvSpPr/>
            <p:nvPr/>
          </p:nvSpPr>
          <p:spPr>
            <a:xfrm>
              <a:off x="1717256" y="2877032"/>
              <a:ext cx="156210" cy="262890"/>
            </a:xfrm>
            <a:custGeom>
              <a:avLst/>
              <a:gdLst/>
              <a:ahLst/>
              <a:cxnLst/>
              <a:rect l="l" t="t" r="r" b="b"/>
              <a:pathLst>
                <a:path w="156210" h="262889">
                  <a:moveTo>
                    <a:pt x="155638" y="233680"/>
                  </a:moveTo>
                  <a:lnTo>
                    <a:pt x="33528" y="233680"/>
                  </a:lnTo>
                  <a:lnTo>
                    <a:pt x="33528" y="139700"/>
                  </a:lnTo>
                  <a:lnTo>
                    <a:pt x="132676" y="139700"/>
                  </a:lnTo>
                  <a:lnTo>
                    <a:pt x="132676" y="110490"/>
                  </a:lnTo>
                  <a:lnTo>
                    <a:pt x="33528" y="110490"/>
                  </a:lnTo>
                  <a:lnTo>
                    <a:pt x="33528" y="27940"/>
                  </a:lnTo>
                  <a:lnTo>
                    <a:pt x="151066" y="27940"/>
                  </a:lnTo>
                  <a:lnTo>
                    <a:pt x="151066" y="0"/>
                  </a:lnTo>
                  <a:lnTo>
                    <a:pt x="0" y="0"/>
                  </a:lnTo>
                  <a:lnTo>
                    <a:pt x="0" y="27940"/>
                  </a:lnTo>
                  <a:lnTo>
                    <a:pt x="0" y="110490"/>
                  </a:lnTo>
                  <a:lnTo>
                    <a:pt x="0" y="139700"/>
                  </a:lnTo>
                  <a:lnTo>
                    <a:pt x="0" y="233680"/>
                  </a:lnTo>
                  <a:lnTo>
                    <a:pt x="0" y="262890"/>
                  </a:lnTo>
                  <a:lnTo>
                    <a:pt x="155638" y="262890"/>
                  </a:lnTo>
                  <a:lnTo>
                    <a:pt x="155638" y="233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5572" y="2940081"/>
              <a:ext cx="152495" cy="204406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2129123" y="2854547"/>
            <a:ext cx="390525" cy="369570"/>
            <a:chOff x="2129123" y="2854547"/>
            <a:chExt cx="390525" cy="36957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29123" y="2940081"/>
              <a:ext cx="108299" cy="19983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267902" y="2854553"/>
              <a:ext cx="252095" cy="369570"/>
            </a:xfrm>
            <a:custGeom>
              <a:avLst/>
              <a:gdLst/>
              <a:ahLst/>
              <a:cxnLst/>
              <a:rect l="l" t="t" r="r" b="b"/>
              <a:pathLst>
                <a:path w="252094" h="369569">
                  <a:moveTo>
                    <a:pt x="53428" y="286893"/>
                  </a:moveTo>
                  <a:lnTo>
                    <a:pt x="48856" y="262509"/>
                  </a:lnTo>
                  <a:lnTo>
                    <a:pt x="39712" y="262509"/>
                  </a:lnTo>
                  <a:lnTo>
                    <a:pt x="38188" y="260985"/>
                  </a:lnTo>
                  <a:lnTo>
                    <a:pt x="35140" y="259461"/>
                  </a:lnTo>
                  <a:lnTo>
                    <a:pt x="33616" y="257937"/>
                  </a:lnTo>
                  <a:lnTo>
                    <a:pt x="33616" y="0"/>
                  </a:lnTo>
                  <a:lnTo>
                    <a:pt x="0" y="0"/>
                  </a:lnTo>
                  <a:lnTo>
                    <a:pt x="0" y="245745"/>
                  </a:lnTo>
                  <a:lnTo>
                    <a:pt x="546" y="256336"/>
                  </a:lnTo>
                  <a:lnTo>
                    <a:pt x="26555" y="289344"/>
                  </a:lnTo>
                  <a:lnTo>
                    <a:pt x="35140" y="289941"/>
                  </a:lnTo>
                  <a:lnTo>
                    <a:pt x="42760" y="289941"/>
                  </a:lnTo>
                  <a:lnTo>
                    <a:pt x="45808" y="288417"/>
                  </a:lnTo>
                  <a:lnTo>
                    <a:pt x="51904" y="288417"/>
                  </a:lnTo>
                  <a:lnTo>
                    <a:pt x="53428" y="286893"/>
                  </a:lnTo>
                  <a:close/>
                </a:path>
                <a:path w="252094" h="369569">
                  <a:moveTo>
                    <a:pt x="251739" y="90106"/>
                  </a:moveTo>
                  <a:lnTo>
                    <a:pt x="219633" y="90106"/>
                  </a:lnTo>
                  <a:lnTo>
                    <a:pt x="184581" y="198399"/>
                  </a:lnTo>
                  <a:lnTo>
                    <a:pt x="180200" y="211556"/>
                  </a:lnTo>
                  <a:lnTo>
                    <a:pt x="178371" y="218376"/>
                  </a:lnTo>
                  <a:lnTo>
                    <a:pt x="176961" y="225933"/>
                  </a:lnTo>
                  <a:lnTo>
                    <a:pt x="167817" y="253365"/>
                  </a:lnTo>
                  <a:lnTo>
                    <a:pt x="166293" y="253365"/>
                  </a:lnTo>
                  <a:lnTo>
                    <a:pt x="154660" y="218376"/>
                  </a:lnTo>
                  <a:lnTo>
                    <a:pt x="149656" y="205054"/>
                  </a:lnTo>
                  <a:lnTo>
                    <a:pt x="148005" y="198399"/>
                  </a:lnTo>
                  <a:lnTo>
                    <a:pt x="108292" y="90106"/>
                  </a:lnTo>
                  <a:lnTo>
                    <a:pt x="73240" y="90106"/>
                  </a:lnTo>
                  <a:lnTo>
                    <a:pt x="151053" y="285369"/>
                  </a:lnTo>
                  <a:lnTo>
                    <a:pt x="148005" y="300697"/>
                  </a:lnTo>
                  <a:lnTo>
                    <a:pt x="125196" y="334784"/>
                  </a:lnTo>
                  <a:lnTo>
                    <a:pt x="103720" y="341845"/>
                  </a:lnTo>
                  <a:lnTo>
                    <a:pt x="99148" y="341845"/>
                  </a:lnTo>
                  <a:lnTo>
                    <a:pt x="96100" y="340321"/>
                  </a:lnTo>
                  <a:lnTo>
                    <a:pt x="93052" y="340321"/>
                  </a:lnTo>
                  <a:lnTo>
                    <a:pt x="90004" y="338797"/>
                  </a:lnTo>
                  <a:lnTo>
                    <a:pt x="88480" y="338797"/>
                  </a:lnTo>
                  <a:lnTo>
                    <a:pt x="82384" y="364807"/>
                  </a:lnTo>
                  <a:lnTo>
                    <a:pt x="88480" y="367855"/>
                  </a:lnTo>
                  <a:lnTo>
                    <a:pt x="96100" y="367855"/>
                  </a:lnTo>
                  <a:lnTo>
                    <a:pt x="100672" y="369379"/>
                  </a:lnTo>
                  <a:lnTo>
                    <a:pt x="105244" y="369379"/>
                  </a:lnTo>
                  <a:lnTo>
                    <a:pt x="112077" y="369062"/>
                  </a:lnTo>
                  <a:lnTo>
                    <a:pt x="118783" y="368033"/>
                  </a:lnTo>
                  <a:lnTo>
                    <a:pt x="125222" y="366128"/>
                  </a:lnTo>
                  <a:lnTo>
                    <a:pt x="131241" y="363181"/>
                  </a:lnTo>
                  <a:lnTo>
                    <a:pt x="138861" y="360133"/>
                  </a:lnTo>
                  <a:lnTo>
                    <a:pt x="166293" y="328129"/>
                  </a:lnTo>
                  <a:lnTo>
                    <a:pt x="178485" y="300697"/>
                  </a:lnTo>
                  <a:lnTo>
                    <a:pt x="251739" y="901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2621851" y="2854547"/>
            <a:ext cx="465455" cy="290195"/>
            <a:chOff x="2621851" y="2854547"/>
            <a:chExt cx="465455" cy="290195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1851" y="2940081"/>
              <a:ext cx="155543" cy="20440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818542" y="2854547"/>
              <a:ext cx="53975" cy="290195"/>
            </a:xfrm>
            <a:custGeom>
              <a:avLst/>
              <a:gdLst/>
              <a:ahLst/>
              <a:cxnLst/>
              <a:rect l="l" t="t" r="r" b="b"/>
              <a:pathLst>
                <a:path w="53975" h="290194">
                  <a:moveTo>
                    <a:pt x="42767" y="289940"/>
                  </a:moveTo>
                  <a:lnTo>
                    <a:pt x="35147" y="289940"/>
                  </a:lnTo>
                  <a:lnTo>
                    <a:pt x="26574" y="289345"/>
                  </a:lnTo>
                  <a:lnTo>
                    <a:pt x="549" y="256341"/>
                  </a:lnTo>
                  <a:lnTo>
                    <a:pt x="0" y="245744"/>
                  </a:lnTo>
                  <a:lnTo>
                    <a:pt x="0" y="0"/>
                  </a:lnTo>
                  <a:lnTo>
                    <a:pt x="33623" y="0"/>
                  </a:lnTo>
                  <a:lnTo>
                    <a:pt x="33623" y="257936"/>
                  </a:lnTo>
                  <a:lnTo>
                    <a:pt x="36671" y="259460"/>
                  </a:lnTo>
                  <a:lnTo>
                    <a:pt x="39719" y="262508"/>
                  </a:lnTo>
                  <a:lnTo>
                    <a:pt x="50387" y="262508"/>
                  </a:lnTo>
                  <a:lnTo>
                    <a:pt x="53435" y="286892"/>
                  </a:lnTo>
                  <a:lnTo>
                    <a:pt x="51911" y="288416"/>
                  </a:lnTo>
                  <a:lnTo>
                    <a:pt x="45815" y="288416"/>
                  </a:lnTo>
                  <a:lnTo>
                    <a:pt x="42767" y="28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05506" y="2940081"/>
              <a:ext cx="181546" cy="204406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34296" y="2944653"/>
            <a:ext cx="155638" cy="199834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3340227" y="2854547"/>
            <a:ext cx="171450" cy="290195"/>
          </a:xfrm>
          <a:custGeom>
            <a:avLst/>
            <a:gdLst/>
            <a:ahLst/>
            <a:cxnLst/>
            <a:rect l="l" t="t" r="r" b="b"/>
            <a:pathLst>
              <a:path w="171450" h="290194">
                <a:moveTo>
                  <a:pt x="170878" y="108394"/>
                </a:moveTo>
                <a:lnTo>
                  <a:pt x="138874" y="108394"/>
                </a:lnTo>
                <a:lnTo>
                  <a:pt x="137350" y="74771"/>
                </a:lnTo>
                <a:lnTo>
                  <a:pt x="137350" y="0"/>
                </a:lnTo>
                <a:lnTo>
                  <a:pt x="170878" y="0"/>
                </a:lnTo>
                <a:lnTo>
                  <a:pt x="170878" y="108394"/>
                </a:lnTo>
                <a:close/>
              </a:path>
              <a:path w="171450" h="290194">
                <a:moveTo>
                  <a:pt x="80867" y="289940"/>
                </a:moveTo>
                <a:lnTo>
                  <a:pt x="34361" y="275153"/>
                </a:lnTo>
                <a:lnTo>
                  <a:pt x="5726" y="231636"/>
                </a:lnTo>
                <a:lnTo>
                  <a:pt x="0" y="187737"/>
                </a:lnTo>
                <a:lnTo>
                  <a:pt x="547" y="176568"/>
                </a:lnTo>
                <a:lnTo>
                  <a:pt x="11349" y="136112"/>
                </a:lnTo>
                <a:lnTo>
                  <a:pt x="38576" y="101345"/>
                </a:lnTo>
                <a:lnTo>
                  <a:pt x="76581" y="86082"/>
                </a:lnTo>
                <a:lnTo>
                  <a:pt x="85439" y="85534"/>
                </a:lnTo>
                <a:lnTo>
                  <a:pt x="93178" y="85844"/>
                </a:lnTo>
                <a:lnTo>
                  <a:pt x="132919" y="103203"/>
                </a:lnTo>
                <a:lnTo>
                  <a:pt x="138874" y="108394"/>
                </a:lnTo>
                <a:lnTo>
                  <a:pt x="170878" y="108394"/>
                </a:lnTo>
                <a:lnTo>
                  <a:pt x="170878" y="112966"/>
                </a:lnTo>
                <a:lnTo>
                  <a:pt x="82391" y="112966"/>
                </a:lnTo>
                <a:lnTo>
                  <a:pt x="74771" y="114490"/>
                </a:lnTo>
                <a:lnTo>
                  <a:pt x="68675" y="119062"/>
                </a:lnTo>
                <a:lnTo>
                  <a:pt x="62579" y="122110"/>
                </a:lnTo>
                <a:lnTo>
                  <a:pt x="56483" y="126682"/>
                </a:lnTo>
                <a:lnTo>
                  <a:pt x="36433" y="164377"/>
                </a:lnTo>
                <a:lnTo>
                  <a:pt x="35147" y="187737"/>
                </a:lnTo>
                <a:lnTo>
                  <a:pt x="36004" y="204040"/>
                </a:lnTo>
                <a:lnTo>
                  <a:pt x="48863" y="242696"/>
                </a:lnTo>
                <a:lnTo>
                  <a:pt x="88487" y="262508"/>
                </a:lnTo>
                <a:lnTo>
                  <a:pt x="140398" y="262508"/>
                </a:lnTo>
                <a:lnTo>
                  <a:pt x="134396" y="267962"/>
                </a:lnTo>
                <a:lnTo>
                  <a:pt x="98012" y="287845"/>
                </a:lnTo>
                <a:lnTo>
                  <a:pt x="89725" y="289393"/>
                </a:lnTo>
                <a:lnTo>
                  <a:pt x="80867" y="289940"/>
                </a:lnTo>
                <a:close/>
              </a:path>
              <a:path w="171450" h="290194">
                <a:moveTo>
                  <a:pt x="170878" y="285368"/>
                </a:moveTo>
                <a:lnTo>
                  <a:pt x="143446" y="285368"/>
                </a:lnTo>
                <a:lnTo>
                  <a:pt x="140398" y="262508"/>
                </a:lnTo>
                <a:lnTo>
                  <a:pt x="88487" y="262508"/>
                </a:lnTo>
                <a:lnTo>
                  <a:pt x="125908" y="247459"/>
                </a:lnTo>
                <a:lnTo>
                  <a:pt x="137350" y="235076"/>
                </a:lnTo>
                <a:lnTo>
                  <a:pt x="137350" y="134302"/>
                </a:lnTo>
                <a:lnTo>
                  <a:pt x="99155" y="112966"/>
                </a:lnTo>
                <a:lnTo>
                  <a:pt x="170878" y="112966"/>
                </a:lnTo>
                <a:lnTo>
                  <a:pt x="170878" y="285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46836" y="2854547"/>
            <a:ext cx="1481137" cy="367855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2113883" y="3384137"/>
            <a:ext cx="599440" cy="294640"/>
            <a:chOff x="2113883" y="3384137"/>
            <a:chExt cx="599440" cy="294640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13883" y="3474148"/>
              <a:ext cx="152495" cy="20450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307621" y="3384137"/>
              <a:ext cx="219710" cy="294640"/>
            </a:xfrm>
            <a:custGeom>
              <a:avLst/>
              <a:gdLst/>
              <a:ahLst/>
              <a:cxnLst/>
              <a:rect l="l" t="t" r="r" b="b"/>
              <a:pathLst>
                <a:path w="219710" h="294639">
                  <a:moveTo>
                    <a:pt x="190595" y="294513"/>
                  </a:moveTo>
                  <a:lnTo>
                    <a:pt x="184499" y="294513"/>
                  </a:lnTo>
                  <a:lnTo>
                    <a:pt x="176807" y="294227"/>
                  </a:lnTo>
                  <a:lnTo>
                    <a:pt x="140303" y="276225"/>
                  </a:lnTo>
                  <a:lnTo>
                    <a:pt x="137255" y="270129"/>
                  </a:lnTo>
                  <a:lnTo>
                    <a:pt x="132683" y="263937"/>
                  </a:lnTo>
                  <a:lnTo>
                    <a:pt x="130040" y="250317"/>
                  </a:lnTo>
                  <a:lnTo>
                    <a:pt x="129063" y="243744"/>
                  </a:lnTo>
                  <a:lnTo>
                    <a:pt x="128373" y="236601"/>
                  </a:lnTo>
                  <a:lnTo>
                    <a:pt x="128111" y="228885"/>
                  </a:lnTo>
                  <a:lnTo>
                    <a:pt x="128111" y="122015"/>
                  </a:lnTo>
                  <a:lnTo>
                    <a:pt x="59436" y="122015"/>
                  </a:lnTo>
                  <a:lnTo>
                    <a:pt x="59436" y="289940"/>
                  </a:lnTo>
                  <a:lnTo>
                    <a:pt x="25908" y="289940"/>
                  </a:lnTo>
                  <a:lnTo>
                    <a:pt x="25908" y="122015"/>
                  </a:lnTo>
                  <a:lnTo>
                    <a:pt x="0" y="122015"/>
                  </a:lnTo>
                  <a:lnTo>
                    <a:pt x="0" y="97631"/>
                  </a:lnTo>
                  <a:lnTo>
                    <a:pt x="25908" y="94583"/>
                  </a:lnTo>
                  <a:lnTo>
                    <a:pt x="25908" y="64103"/>
                  </a:lnTo>
                  <a:lnTo>
                    <a:pt x="33623" y="26504"/>
                  </a:lnTo>
                  <a:lnTo>
                    <a:pt x="69199" y="1119"/>
                  </a:lnTo>
                  <a:lnTo>
                    <a:pt x="82296" y="0"/>
                  </a:lnTo>
                  <a:lnTo>
                    <a:pt x="94583" y="0"/>
                  </a:lnTo>
                  <a:lnTo>
                    <a:pt x="100679" y="1524"/>
                  </a:lnTo>
                  <a:lnTo>
                    <a:pt x="105251" y="3048"/>
                  </a:lnTo>
                  <a:lnTo>
                    <a:pt x="111347" y="4572"/>
                  </a:lnTo>
                  <a:lnTo>
                    <a:pt x="115919" y="6096"/>
                  </a:lnTo>
                  <a:lnTo>
                    <a:pt x="108299" y="30480"/>
                  </a:lnTo>
                  <a:lnTo>
                    <a:pt x="100679" y="27432"/>
                  </a:lnTo>
                  <a:lnTo>
                    <a:pt x="93059" y="25908"/>
                  </a:lnTo>
                  <a:lnTo>
                    <a:pt x="86868" y="25908"/>
                  </a:lnTo>
                  <a:lnTo>
                    <a:pt x="74866" y="28219"/>
                  </a:lnTo>
                  <a:lnTo>
                    <a:pt x="66294" y="35254"/>
                  </a:lnTo>
                  <a:lnTo>
                    <a:pt x="61150" y="47165"/>
                  </a:lnTo>
                  <a:lnTo>
                    <a:pt x="59436" y="64103"/>
                  </a:lnTo>
                  <a:lnTo>
                    <a:pt x="59436" y="94583"/>
                  </a:lnTo>
                  <a:lnTo>
                    <a:pt x="129635" y="94583"/>
                  </a:lnTo>
                  <a:lnTo>
                    <a:pt x="134207" y="41148"/>
                  </a:lnTo>
                  <a:lnTo>
                    <a:pt x="161639" y="41148"/>
                  </a:lnTo>
                  <a:lnTo>
                    <a:pt x="161639" y="94583"/>
                  </a:lnTo>
                  <a:lnTo>
                    <a:pt x="213550" y="94583"/>
                  </a:lnTo>
                  <a:lnTo>
                    <a:pt x="213550" y="122015"/>
                  </a:lnTo>
                  <a:lnTo>
                    <a:pt x="161639" y="122015"/>
                  </a:lnTo>
                  <a:lnTo>
                    <a:pt x="161639" y="230409"/>
                  </a:lnTo>
                  <a:lnTo>
                    <a:pt x="183808" y="266414"/>
                  </a:lnTo>
                  <a:lnTo>
                    <a:pt x="192119" y="266985"/>
                  </a:lnTo>
                  <a:lnTo>
                    <a:pt x="198310" y="266985"/>
                  </a:lnTo>
                  <a:lnTo>
                    <a:pt x="202882" y="265461"/>
                  </a:lnTo>
                  <a:lnTo>
                    <a:pt x="207454" y="265461"/>
                  </a:lnTo>
                  <a:lnTo>
                    <a:pt x="213550" y="262413"/>
                  </a:lnTo>
                  <a:lnTo>
                    <a:pt x="219646" y="286892"/>
                  </a:lnTo>
                  <a:lnTo>
                    <a:pt x="215074" y="288416"/>
                  </a:lnTo>
                  <a:lnTo>
                    <a:pt x="190595" y="294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47080" y="3474148"/>
              <a:ext cx="166211" cy="204501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60630" y="3474148"/>
            <a:ext cx="106775" cy="199929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65037" y="3388709"/>
            <a:ext cx="1360646" cy="289941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4437030" y="3384137"/>
            <a:ext cx="327025" cy="294640"/>
            <a:chOff x="4437030" y="3384137"/>
            <a:chExt cx="327025" cy="294640"/>
          </a:xfrm>
        </p:grpSpPr>
        <p:pic>
          <p:nvPicPr>
            <p:cNvPr id="24" name="object 2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37030" y="3474148"/>
              <a:ext cx="179927" cy="204501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647533" y="3384137"/>
              <a:ext cx="116205" cy="290195"/>
            </a:xfrm>
            <a:custGeom>
              <a:avLst/>
              <a:gdLst/>
              <a:ahLst/>
              <a:cxnLst/>
              <a:rect l="l" t="t" r="r" b="b"/>
              <a:pathLst>
                <a:path w="116204" h="290195">
                  <a:moveTo>
                    <a:pt x="59436" y="289940"/>
                  </a:moveTo>
                  <a:lnTo>
                    <a:pt x="25908" y="289940"/>
                  </a:lnTo>
                  <a:lnTo>
                    <a:pt x="25908" y="122015"/>
                  </a:lnTo>
                  <a:lnTo>
                    <a:pt x="0" y="122015"/>
                  </a:lnTo>
                  <a:lnTo>
                    <a:pt x="0" y="97631"/>
                  </a:lnTo>
                  <a:lnTo>
                    <a:pt x="25908" y="94583"/>
                  </a:lnTo>
                  <a:lnTo>
                    <a:pt x="25908" y="64103"/>
                  </a:lnTo>
                  <a:lnTo>
                    <a:pt x="33623" y="26504"/>
                  </a:lnTo>
                  <a:lnTo>
                    <a:pt x="69842" y="1119"/>
                  </a:lnTo>
                  <a:lnTo>
                    <a:pt x="83820" y="0"/>
                  </a:lnTo>
                  <a:lnTo>
                    <a:pt x="94583" y="0"/>
                  </a:lnTo>
                  <a:lnTo>
                    <a:pt x="106775" y="3048"/>
                  </a:lnTo>
                  <a:lnTo>
                    <a:pt x="115919" y="6096"/>
                  </a:lnTo>
                  <a:lnTo>
                    <a:pt x="108299" y="30480"/>
                  </a:lnTo>
                  <a:lnTo>
                    <a:pt x="100679" y="27432"/>
                  </a:lnTo>
                  <a:lnTo>
                    <a:pt x="94583" y="25908"/>
                  </a:lnTo>
                  <a:lnTo>
                    <a:pt x="86868" y="25908"/>
                  </a:lnTo>
                  <a:lnTo>
                    <a:pt x="74866" y="28219"/>
                  </a:lnTo>
                  <a:lnTo>
                    <a:pt x="66294" y="35254"/>
                  </a:lnTo>
                  <a:lnTo>
                    <a:pt x="61150" y="47165"/>
                  </a:lnTo>
                  <a:lnTo>
                    <a:pt x="59436" y="64103"/>
                  </a:lnTo>
                  <a:lnTo>
                    <a:pt x="59436" y="94583"/>
                  </a:lnTo>
                  <a:lnTo>
                    <a:pt x="100679" y="94583"/>
                  </a:lnTo>
                  <a:lnTo>
                    <a:pt x="100679" y="122015"/>
                  </a:lnTo>
                  <a:lnTo>
                    <a:pt x="59436" y="122015"/>
                  </a:lnTo>
                  <a:lnTo>
                    <a:pt x="59436" y="28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2353341" y="4017454"/>
            <a:ext cx="474980" cy="204470"/>
            <a:chOff x="2353341" y="4017454"/>
            <a:chExt cx="474980" cy="204470"/>
          </a:xfrm>
        </p:grpSpPr>
        <p:sp>
          <p:nvSpPr>
            <p:cNvPr id="27" name="object 27" descr=""/>
            <p:cNvSpPr/>
            <p:nvPr/>
          </p:nvSpPr>
          <p:spPr>
            <a:xfrm>
              <a:off x="2353341" y="4022026"/>
              <a:ext cx="268605" cy="195580"/>
            </a:xfrm>
            <a:custGeom>
              <a:avLst/>
              <a:gdLst/>
              <a:ahLst/>
              <a:cxnLst/>
              <a:rect l="l" t="t" r="r" b="b"/>
              <a:pathLst>
                <a:path w="268605" h="195579">
                  <a:moveTo>
                    <a:pt x="216598" y="195262"/>
                  </a:moveTo>
                  <a:lnTo>
                    <a:pt x="175450" y="195262"/>
                  </a:lnTo>
                  <a:lnTo>
                    <a:pt x="147923" y="90011"/>
                  </a:lnTo>
                  <a:lnTo>
                    <a:pt x="146542" y="83151"/>
                  </a:lnTo>
                  <a:lnTo>
                    <a:pt x="143208" y="69397"/>
                  </a:lnTo>
                  <a:lnTo>
                    <a:pt x="140422" y="55626"/>
                  </a:lnTo>
                  <a:lnTo>
                    <a:pt x="138588" y="48768"/>
                  </a:lnTo>
                  <a:lnTo>
                    <a:pt x="134207" y="35052"/>
                  </a:lnTo>
                  <a:lnTo>
                    <a:pt x="132683" y="35052"/>
                  </a:lnTo>
                  <a:lnTo>
                    <a:pt x="130206" y="48958"/>
                  </a:lnTo>
                  <a:lnTo>
                    <a:pt x="128611" y="56268"/>
                  </a:lnTo>
                  <a:lnTo>
                    <a:pt x="126587" y="64008"/>
                  </a:lnTo>
                  <a:lnTo>
                    <a:pt x="125206" y="70921"/>
                  </a:lnTo>
                  <a:lnTo>
                    <a:pt x="121872" y="84675"/>
                  </a:lnTo>
                  <a:lnTo>
                    <a:pt x="120491" y="91535"/>
                  </a:lnTo>
                  <a:lnTo>
                    <a:pt x="93059" y="195262"/>
                  </a:lnTo>
                  <a:lnTo>
                    <a:pt x="54959" y="195262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62579" y="112871"/>
                  </a:lnTo>
                  <a:lnTo>
                    <a:pt x="63960" y="119730"/>
                  </a:lnTo>
                  <a:lnTo>
                    <a:pt x="67294" y="133485"/>
                  </a:lnTo>
                  <a:lnTo>
                    <a:pt x="68675" y="140398"/>
                  </a:lnTo>
                  <a:lnTo>
                    <a:pt x="71151" y="154114"/>
                  </a:lnTo>
                  <a:lnTo>
                    <a:pt x="72747" y="160972"/>
                  </a:lnTo>
                  <a:lnTo>
                    <a:pt x="74771" y="167830"/>
                  </a:lnTo>
                  <a:lnTo>
                    <a:pt x="76295" y="167830"/>
                  </a:lnTo>
                  <a:lnTo>
                    <a:pt x="78771" y="154114"/>
                  </a:lnTo>
                  <a:lnTo>
                    <a:pt x="80367" y="147256"/>
                  </a:lnTo>
                  <a:lnTo>
                    <a:pt x="82391" y="140398"/>
                  </a:lnTo>
                  <a:lnTo>
                    <a:pt x="83772" y="133485"/>
                  </a:lnTo>
                  <a:lnTo>
                    <a:pt x="87106" y="119730"/>
                  </a:lnTo>
                  <a:lnTo>
                    <a:pt x="88487" y="112871"/>
                  </a:lnTo>
                  <a:lnTo>
                    <a:pt x="118967" y="0"/>
                  </a:lnTo>
                  <a:lnTo>
                    <a:pt x="151066" y="0"/>
                  </a:lnTo>
                  <a:lnTo>
                    <a:pt x="181546" y="112871"/>
                  </a:lnTo>
                  <a:lnTo>
                    <a:pt x="182927" y="119730"/>
                  </a:lnTo>
                  <a:lnTo>
                    <a:pt x="186261" y="133485"/>
                  </a:lnTo>
                  <a:lnTo>
                    <a:pt x="187642" y="140398"/>
                  </a:lnTo>
                  <a:lnTo>
                    <a:pt x="189690" y="147256"/>
                  </a:lnTo>
                  <a:lnTo>
                    <a:pt x="193214" y="160972"/>
                  </a:lnTo>
                  <a:lnTo>
                    <a:pt x="195262" y="167830"/>
                  </a:lnTo>
                  <a:lnTo>
                    <a:pt x="196786" y="167830"/>
                  </a:lnTo>
                  <a:lnTo>
                    <a:pt x="198167" y="160972"/>
                  </a:lnTo>
                  <a:lnTo>
                    <a:pt x="201501" y="147256"/>
                  </a:lnTo>
                  <a:lnTo>
                    <a:pt x="202882" y="140398"/>
                  </a:lnTo>
                  <a:lnTo>
                    <a:pt x="205358" y="126599"/>
                  </a:lnTo>
                  <a:lnTo>
                    <a:pt x="206954" y="119730"/>
                  </a:lnTo>
                  <a:lnTo>
                    <a:pt x="208978" y="112871"/>
                  </a:lnTo>
                  <a:lnTo>
                    <a:pt x="236410" y="0"/>
                  </a:lnTo>
                  <a:lnTo>
                    <a:pt x="268509" y="0"/>
                  </a:lnTo>
                  <a:lnTo>
                    <a:pt x="216598" y="1952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47759" y="4017454"/>
              <a:ext cx="180022" cy="204406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2879598" y="3931920"/>
            <a:ext cx="375285" cy="285750"/>
            <a:chOff x="2879598" y="3931920"/>
            <a:chExt cx="375285" cy="285750"/>
          </a:xfrm>
        </p:grpSpPr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79598" y="4017454"/>
              <a:ext cx="106775" cy="19983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016847" y="3931932"/>
              <a:ext cx="238125" cy="285750"/>
            </a:xfrm>
            <a:custGeom>
              <a:avLst/>
              <a:gdLst/>
              <a:ahLst/>
              <a:cxnLst/>
              <a:rect l="l" t="t" r="r" b="b"/>
              <a:pathLst>
                <a:path w="238125" h="285750">
                  <a:moveTo>
                    <a:pt x="161734" y="285369"/>
                  </a:moveTo>
                  <a:lnTo>
                    <a:pt x="88493" y="169443"/>
                  </a:lnTo>
                  <a:lnTo>
                    <a:pt x="154114" y="90106"/>
                  </a:lnTo>
                  <a:lnTo>
                    <a:pt x="117449" y="90106"/>
                  </a:lnTo>
                  <a:lnTo>
                    <a:pt x="35153" y="193827"/>
                  </a:lnTo>
                  <a:lnTo>
                    <a:pt x="33629" y="193827"/>
                  </a:lnTo>
                  <a:lnTo>
                    <a:pt x="33629" y="0"/>
                  </a:lnTo>
                  <a:lnTo>
                    <a:pt x="0" y="0"/>
                  </a:lnTo>
                  <a:lnTo>
                    <a:pt x="0" y="285369"/>
                  </a:lnTo>
                  <a:lnTo>
                    <a:pt x="33629" y="285369"/>
                  </a:lnTo>
                  <a:lnTo>
                    <a:pt x="33629" y="233553"/>
                  </a:lnTo>
                  <a:lnTo>
                    <a:pt x="70205" y="192303"/>
                  </a:lnTo>
                  <a:lnTo>
                    <a:pt x="126682" y="285369"/>
                  </a:lnTo>
                  <a:lnTo>
                    <a:pt x="161734" y="285369"/>
                  </a:lnTo>
                  <a:close/>
                </a:path>
                <a:path w="238125" h="285750">
                  <a:moveTo>
                    <a:pt x="231940" y="90093"/>
                  </a:moveTo>
                  <a:lnTo>
                    <a:pt x="198310" y="90093"/>
                  </a:lnTo>
                  <a:lnTo>
                    <a:pt x="198310" y="285356"/>
                  </a:lnTo>
                  <a:lnTo>
                    <a:pt x="231940" y="285356"/>
                  </a:lnTo>
                  <a:lnTo>
                    <a:pt x="231940" y="90093"/>
                  </a:lnTo>
                  <a:close/>
                </a:path>
                <a:path w="238125" h="285750">
                  <a:moveTo>
                    <a:pt x="238036" y="22948"/>
                  </a:moveTo>
                  <a:lnTo>
                    <a:pt x="236512" y="18376"/>
                  </a:lnTo>
                  <a:lnTo>
                    <a:pt x="231940" y="13804"/>
                  </a:lnTo>
                  <a:lnTo>
                    <a:pt x="227266" y="10655"/>
                  </a:lnTo>
                  <a:lnTo>
                    <a:pt x="221170" y="7607"/>
                  </a:lnTo>
                  <a:lnTo>
                    <a:pt x="208978" y="7607"/>
                  </a:lnTo>
                  <a:lnTo>
                    <a:pt x="202882" y="10655"/>
                  </a:lnTo>
                  <a:lnTo>
                    <a:pt x="199834" y="13804"/>
                  </a:lnTo>
                  <a:lnTo>
                    <a:pt x="195262" y="18376"/>
                  </a:lnTo>
                  <a:lnTo>
                    <a:pt x="192214" y="22948"/>
                  </a:lnTo>
                  <a:lnTo>
                    <a:pt x="192214" y="35140"/>
                  </a:lnTo>
                  <a:lnTo>
                    <a:pt x="195262" y="41236"/>
                  </a:lnTo>
                  <a:lnTo>
                    <a:pt x="199834" y="44284"/>
                  </a:lnTo>
                  <a:lnTo>
                    <a:pt x="202882" y="48856"/>
                  </a:lnTo>
                  <a:lnTo>
                    <a:pt x="208978" y="50380"/>
                  </a:lnTo>
                  <a:lnTo>
                    <a:pt x="221170" y="50380"/>
                  </a:lnTo>
                  <a:lnTo>
                    <a:pt x="227266" y="48856"/>
                  </a:lnTo>
                  <a:lnTo>
                    <a:pt x="231940" y="44284"/>
                  </a:lnTo>
                  <a:lnTo>
                    <a:pt x="236512" y="41236"/>
                  </a:lnTo>
                  <a:lnTo>
                    <a:pt x="238036" y="35140"/>
                  </a:lnTo>
                  <a:lnTo>
                    <a:pt x="238036" y="22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" name="object 32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312795" y="4017454"/>
            <a:ext cx="157162" cy="199834"/>
          </a:xfrm>
          <a:prstGeom prst="rect">
            <a:avLst/>
          </a:prstGeom>
        </p:spPr>
      </p:pic>
      <p:sp>
        <p:nvSpPr>
          <p:cNvPr id="33" name="object 33" descr=""/>
          <p:cNvSpPr/>
          <p:nvPr/>
        </p:nvSpPr>
        <p:spPr>
          <a:xfrm>
            <a:off x="3517201" y="4017454"/>
            <a:ext cx="179070" cy="290195"/>
          </a:xfrm>
          <a:custGeom>
            <a:avLst/>
            <a:gdLst/>
            <a:ahLst/>
            <a:cxnLst/>
            <a:rect l="l" t="t" r="r" b="b"/>
            <a:pathLst>
              <a:path w="179070" h="290195">
                <a:moveTo>
                  <a:pt x="80867" y="289941"/>
                </a:moveTo>
                <a:lnTo>
                  <a:pt x="40433" y="284487"/>
                </a:lnTo>
                <a:lnTo>
                  <a:pt x="22860" y="276129"/>
                </a:lnTo>
                <a:lnTo>
                  <a:pt x="15240" y="271557"/>
                </a:lnTo>
                <a:lnTo>
                  <a:pt x="9144" y="265461"/>
                </a:lnTo>
                <a:lnTo>
                  <a:pt x="6096" y="259365"/>
                </a:lnTo>
                <a:lnTo>
                  <a:pt x="1524" y="253269"/>
                </a:lnTo>
                <a:lnTo>
                  <a:pt x="0" y="245649"/>
                </a:lnTo>
                <a:lnTo>
                  <a:pt x="0" y="228885"/>
                </a:lnTo>
                <a:lnTo>
                  <a:pt x="22407" y="197048"/>
                </a:lnTo>
                <a:lnTo>
                  <a:pt x="28956" y="192214"/>
                </a:lnTo>
                <a:lnTo>
                  <a:pt x="28956" y="190690"/>
                </a:lnTo>
                <a:lnTo>
                  <a:pt x="24384" y="189166"/>
                </a:lnTo>
                <a:lnTo>
                  <a:pt x="19812" y="184594"/>
                </a:lnTo>
                <a:lnTo>
                  <a:pt x="16764" y="178498"/>
                </a:lnTo>
                <a:lnTo>
                  <a:pt x="13716" y="173926"/>
                </a:lnTo>
                <a:lnTo>
                  <a:pt x="10668" y="167830"/>
                </a:lnTo>
                <a:lnTo>
                  <a:pt x="10668" y="151066"/>
                </a:lnTo>
                <a:lnTo>
                  <a:pt x="13716" y="144970"/>
                </a:lnTo>
                <a:lnTo>
                  <a:pt x="18288" y="138779"/>
                </a:lnTo>
                <a:lnTo>
                  <a:pt x="27432" y="126587"/>
                </a:lnTo>
                <a:lnTo>
                  <a:pt x="32004" y="123539"/>
                </a:lnTo>
                <a:lnTo>
                  <a:pt x="32004" y="122015"/>
                </a:lnTo>
                <a:lnTo>
                  <a:pt x="9715" y="86010"/>
                </a:lnTo>
                <a:lnTo>
                  <a:pt x="7620" y="70199"/>
                </a:lnTo>
                <a:lnTo>
                  <a:pt x="7929" y="62190"/>
                </a:lnTo>
                <a:lnTo>
                  <a:pt x="8953" y="54494"/>
                </a:lnTo>
                <a:lnTo>
                  <a:pt x="10834" y="47388"/>
                </a:lnTo>
                <a:lnTo>
                  <a:pt x="13716" y="41148"/>
                </a:lnTo>
                <a:lnTo>
                  <a:pt x="16525" y="34575"/>
                </a:lnTo>
                <a:lnTo>
                  <a:pt x="45283" y="7143"/>
                </a:lnTo>
                <a:lnTo>
                  <a:pt x="80867" y="0"/>
                </a:lnTo>
                <a:lnTo>
                  <a:pt x="91535" y="0"/>
                </a:lnTo>
                <a:lnTo>
                  <a:pt x="100679" y="3048"/>
                </a:lnTo>
                <a:lnTo>
                  <a:pt x="103727" y="3048"/>
                </a:lnTo>
                <a:lnTo>
                  <a:pt x="108299" y="4572"/>
                </a:lnTo>
                <a:lnTo>
                  <a:pt x="175450" y="4572"/>
                </a:lnTo>
                <a:lnTo>
                  <a:pt x="175450" y="24384"/>
                </a:lnTo>
                <a:lnTo>
                  <a:pt x="80867" y="24384"/>
                </a:lnTo>
                <a:lnTo>
                  <a:pt x="72270" y="25217"/>
                </a:lnTo>
                <a:lnTo>
                  <a:pt x="42302" y="50494"/>
                </a:lnTo>
                <a:lnTo>
                  <a:pt x="39624" y="70199"/>
                </a:lnTo>
                <a:lnTo>
                  <a:pt x="39624" y="76295"/>
                </a:lnTo>
                <a:lnTo>
                  <a:pt x="41148" y="83915"/>
                </a:lnTo>
                <a:lnTo>
                  <a:pt x="42672" y="88487"/>
                </a:lnTo>
                <a:lnTo>
                  <a:pt x="44196" y="94583"/>
                </a:lnTo>
                <a:lnTo>
                  <a:pt x="47244" y="99155"/>
                </a:lnTo>
                <a:lnTo>
                  <a:pt x="51911" y="103727"/>
                </a:lnTo>
                <a:lnTo>
                  <a:pt x="54959" y="108299"/>
                </a:lnTo>
                <a:lnTo>
                  <a:pt x="59531" y="111347"/>
                </a:lnTo>
                <a:lnTo>
                  <a:pt x="64103" y="112871"/>
                </a:lnTo>
                <a:lnTo>
                  <a:pt x="70199" y="114395"/>
                </a:lnTo>
                <a:lnTo>
                  <a:pt x="74771" y="115919"/>
                </a:lnTo>
                <a:lnTo>
                  <a:pt x="135235" y="115919"/>
                </a:lnTo>
                <a:lnTo>
                  <a:pt x="131159" y="120491"/>
                </a:lnTo>
                <a:lnTo>
                  <a:pt x="126301" y="123896"/>
                </a:lnTo>
                <a:lnTo>
                  <a:pt x="120872" y="127158"/>
                </a:lnTo>
                <a:lnTo>
                  <a:pt x="114871" y="130135"/>
                </a:lnTo>
                <a:lnTo>
                  <a:pt x="112230" y="131159"/>
                </a:lnTo>
                <a:lnTo>
                  <a:pt x="51911" y="131159"/>
                </a:lnTo>
                <a:lnTo>
                  <a:pt x="47244" y="134207"/>
                </a:lnTo>
                <a:lnTo>
                  <a:pt x="44196" y="137255"/>
                </a:lnTo>
                <a:lnTo>
                  <a:pt x="42672" y="141827"/>
                </a:lnTo>
                <a:lnTo>
                  <a:pt x="39624" y="144970"/>
                </a:lnTo>
                <a:lnTo>
                  <a:pt x="39624" y="160210"/>
                </a:lnTo>
                <a:lnTo>
                  <a:pt x="41148" y="166306"/>
                </a:lnTo>
                <a:lnTo>
                  <a:pt x="50021" y="172235"/>
                </a:lnTo>
                <a:lnTo>
                  <a:pt x="56054" y="174117"/>
                </a:lnTo>
                <a:lnTo>
                  <a:pt x="63802" y="175140"/>
                </a:lnTo>
                <a:lnTo>
                  <a:pt x="73247" y="175450"/>
                </a:lnTo>
                <a:lnTo>
                  <a:pt x="111347" y="175450"/>
                </a:lnTo>
                <a:lnTo>
                  <a:pt x="127350" y="176260"/>
                </a:lnTo>
                <a:lnTo>
                  <a:pt x="169497" y="192692"/>
                </a:lnTo>
                <a:lnTo>
                  <a:pt x="173965" y="199834"/>
                </a:lnTo>
                <a:lnTo>
                  <a:pt x="48768" y="199834"/>
                </a:lnTo>
                <a:lnTo>
                  <a:pt x="42672" y="204406"/>
                </a:lnTo>
                <a:lnTo>
                  <a:pt x="36576" y="210502"/>
                </a:lnTo>
                <a:lnTo>
                  <a:pt x="33528" y="215169"/>
                </a:lnTo>
                <a:lnTo>
                  <a:pt x="30480" y="221265"/>
                </a:lnTo>
                <a:lnTo>
                  <a:pt x="28956" y="227361"/>
                </a:lnTo>
                <a:lnTo>
                  <a:pt x="28956" y="231933"/>
                </a:lnTo>
                <a:lnTo>
                  <a:pt x="61424" y="264699"/>
                </a:lnTo>
                <a:lnTo>
                  <a:pt x="85439" y="266985"/>
                </a:lnTo>
                <a:lnTo>
                  <a:pt x="156508" y="266985"/>
                </a:lnTo>
                <a:lnTo>
                  <a:pt x="152495" y="270033"/>
                </a:lnTo>
                <a:lnTo>
                  <a:pt x="146232" y="274320"/>
                </a:lnTo>
                <a:lnTo>
                  <a:pt x="138969" y="278034"/>
                </a:lnTo>
                <a:lnTo>
                  <a:pt x="130849" y="281178"/>
                </a:lnTo>
                <a:lnTo>
                  <a:pt x="122015" y="283749"/>
                </a:lnTo>
                <a:lnTo>
                  <a:pt x="112585" y="286686"/>
                </a:lnTo>
                <a:lnTo>
                  <a:pt x="102584" y="288595"/>
                </a:lnTo>
                <a:lnTo>
                  <a:pt x="92011" y="289629"/>
                </a:lnTo>
                <a:lnTo>
                  <a:pt x="80867" y="289941"/>
                </a:lnTo>
                <a:close/>
              </a:path>
              <a:path w="179070" h="290195">
                <a:moveTo>
                  <a:pt x="135235" y="115919"/>
                </a:moveTo>
                <a:lnTo>
                  <a:pt x="86963" y="115919"/>
                </a:lnTo>
                <a:lnTo>
                  <a:pt x="100679" y="111347"/>
                </a:lnTo>
                <a:lnTo>
                  <a:pt x="105251" y="108299"/>
                </a:lnTo>
                <a:lnTo>
                  <a:pt x="122015" y="76295"/>
                </a:lnTo>
                <a:lnTo>
                  <a:pt x="122015" y="70199"/>
                </a:lnTo>
                <a:lnTo>
                  <a:pt x="103584" y="31456"/>
                </a:lnTo>
                <a:lnTo>
                  <a:pt x="80867" y="24384"/>
                </a:lnTo>
                <a:lnTo>
                  <a:pt x="175450" y="24384"/>
                </a:lnTo>
                <a:lnTo>
                  <a:pt x="175450" y="30480"/>
                </a:lnTo>
                <a:lnTo>
                  <a:pt x="135731" y="30480"/>
                </a:lnTo>
                <a:lnTo>
                  <a:pt x="140303" y="35052"/>
                </a:lnTo>
                <a:lnTo>
                  <a:pt x="143351" y="41148"/>
                </a:lnTo>
                <a:lnTo>
                  <a:pt x="147923" y="47243"/>
                </a:lnTo>
                <a:lnTo>
                  <a:pt x="149447" y="54864"/>
                </a:lnTo>
                <a:lnTo>
                  <a:pt x="152377" y="62190"/>
                </a:lnTo>
                <a:lnTo>
                  <a:pt x="152495" y="70199"/>
                </a:lnTo>
                <a:lnTo>
                  <a:pt x="151971" y="77938"/>
                </a:lnTo>
                <a:lnTo>
                  <a:pt x="135469" y="115657"/>
                </a:lnTo>
                <a:lnTo>
                  <a:pt x="135235" y="115919"/>
                </a:lnTo>
                <a:close/>
              </a:path>
              <a:path w="179070" h="290195">
                <a:moveTo>
                  <a:pt x="80867" y="138779"/>
                </a:moveTo>
                <a:lnTo>
                  <a:pt x="76295" y="138779"/>
                </a:lnTo>
                <a:lnTo>
                  <a:pt x="70199" y="137255"/>
                </a:lnTo>
                <a:lnTo>
                  <a:pt x="65627" y="135731"/>
                </a:lnTo>
                <a:lnTo>
                  <a:pt x="61055" y="135731"/>
                </a:lnTo>
                <a:lnTo>
                  <a:pt x="56483" y="134207"/>
                </a:lnTo>
                <a:lnTo>
                  <a:pt x="51911" y="131159"/>
                </a:lnTo>
                <a:lnTo>
                  <a:pt x="112230" y="131159"/>
                </a:lnTo>
                <a:lnTo>
                  <a:pt x="108299" y="132683"/>
                </a:lnTo>
                <a:lnTo>
                  <a:pt x="101441" y="134921"/>
                </a:lnTo>
                <a:lnTo>
                  <a:pt x="94583" y="136874"/>
                </a:lnTo>
                <a:lnTo>
                  <a:pt x="87725" y="138255"/>
                </a:lnTo>
                <a:lnTo>
                  <a:pt x="80867" y="138779"/>
                </a:lnTo>
                <a:close/>
              </a:path>
              <a:path w="179070" h="290195">
                <a:moveTo>
                  <a:pt x="156508" y="266985"/>
                </a:moveTo>
                <a:lnTo>
                  <a:pt x="85439" y="266985"/>
                </a:lnTo>
                <a:lnTo>
                  <a:pt x="92273" y="266723"/>
                </a:lnTo>
                <a:lnTo>
                  <a:pt x="98964" y="266033"/>
                </a:lnTo>
                <a:lnTo>
                  <a:pt x="135731" y="250221"/>
                </a:lnTo>
                <a:lnTo>
                  <a:pt x="140303" y="247173"/>
                </a:lnTo>
                <a:lnTo>
                  <a:pt x="143351" y="241077"/>
                </a:lnTo>
                <a:lnTo>
                  <a:pt x="146399" y="231933"/>
                </a:lnTo>
                <a:lnTo>
                  <a:pt x="146399" y="218217"/>
                </a:lnTo>
                <a:lnTo>
                  <a:pt x="108299" y="202882"/>
                </a:lnTo>
                <a:lnTo>
                  <a:pt x="62579" y="202882"/>
                </a:lnTo>
                <a:lnTo>
                  <a:pt x="58007" y="201358"/>
                </a:lnTo>
                <a:lnTo>
                  <a:pt x="53435" y="201358"/>
                </a:lnTo>
                <a:lnTo>
                  <a:pt x="48768" y="199834"/>
                </a:lnTo>
                <a:lnTo>
                  <a:pt x="173965" y="199834"/>
                </a:lnTo>
                <a:lnTo>
                  <a:pt x="174688" y="200989"/>
                </a:lnTo>
                <a:lnTo>
                  <a:pt x="177593" y="211018"/>
                </a:lnTo>
                <a:lnTo>
                  <a:pt x="178498" y="222789"/>
                </a:lnTo>
                <a:lnTo>
                  <a:pt x="178188" y="229409"/>
                </a:lnTo>
                <a:lnTo>
                  <a:pt x="158860" y="265199"/>
                </a:lnTo>
                <a:lnTo>
                  <a:pt x="156508" y="2669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3808571" y="3939540"/>
            <a:ext cx="45720" cy="278130"/>
          </a:xfrm>
          <a:custGeom>
            <a:avLst/>
            <a:gdLst/>
            <a:ahLst/>
            <a:cxnLst/>
            <a:rect l="l" t="t" r="r" b="b"/>
            <a:pathLst>
              <a:path w="45720" h="278129">
                <a:moveTo>
                  <a:pt x="28956" y="42767"/>
                </a:moveTo>
                <a:lnTo>
                  <a:pt x="15240" y="42767"/>
                </a:lnTo>
                <a:lnTo>
                  <a:pt x="10668" y="41243"/>
                </a:lnTo>
                <a:lnTo>
                  <a:pt x="6096" y="36671"/>
                </a:lnTo>
                <a:lnTo>
                  <a:pt x="1524" y="33623"/>
                </a:lnTo>
                <a:lnTo>
                  <a:pt x="0" y="27527"/>
                </a:lnTo>
                <a:lnTo>
                  <a:pt x="0" y="15335"/>
                </a:lnTo>
                <a:lnTo>
                  <a:pt x="1524" y="10763"/>
                </a:lnTo>
                <a:lnTo>
                  <a:pt x="6096" y="6191"/>
                </a:lnTo>
                <a:lnTo>
                  <a:pt x="10668" y="3048"/>
                </a:lnTo>
                <a:lnTo>
                  <a:pt x="15240" y="0"/>
                </a:lnTo>
                <a:lnTo>
                  <a:pt x="28956" y="0"/>
                </a:lnTo>
                <a:lnTo>
                  <a:pt x="33528" y="3048"/>
                </a:lnTo>
                <a:lnTo>
                  <a:pt x="38100" y="6191"/>
                </a:lnTo>
                <a:lnTo>
                  <a:pt x="42672" y="10763"/>
                </a:lnTo>
                <a:lnTo>
                  <a:pt x="45720" y="15335"/>
                </a:lnTo>
                <a:lnTo>
                  <a:pt x="45720" y="27527"/>
                </a:lnTo>
                <a:lnTo>
                  <a:pt x="42672" y="33623"/>
                </a:lnTo>
                <a:lnTo>
                  <a:pt x="38100" y="36671"/>
                </a:lnTo>
                <a:lnTo>
                  <a:pt x="33528" y="41243"/>
                </a:lnTo>
                <a:lnTo>
                  <a:pt x="28956" y="42767"/>
                </a:lnTo>
                <a:close/>
              </a:path>
              <a:path w="45720" h="278129">
                <a:moveTo>
                  <a:pt x="38100" y="277749"/>
                </a:moveTo>
                <a:lnTo>
                  <a:pt x="6096" y="277749"/>
                </a:lnTo>
                <a:lnTo>
                  <a:pt x="6096" y="82486"/>
                </a:lnTo>
                <a:lnTo>
                  <a:pt x="38100" y="82486"/>
                </a:lnTo>
                <a:lnTo>
                  <a:pt x="38100" y="277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912298" y="4017454"/>
            <a:ext cx="155543" cy="199834"/>
          </a:xfrm>
          <a:prstGeom prst="rect">
            <a:avLst/>
          </a:prstGeom>
        </p:spPr>
      </p:pic>
      <p:sp>
        <p:nvSpPr>
          <p:cNvPr id="36" name="object 36" descr=""/>
          <p:cNvSpPr/>
          <p:nvPr/>
        </p:nvSpPr>
        <p:spPr>
          <a:xfrm>
            <a:off x="4213859" y="3953255"/>
            <a:ext cx="33655" cy="264160"/>
          </a:xfrm>
          <a:custGeom>
            <a:avLst/>
            <a:gdLst/>
            <a:ahLst/>
            <a:cxnLst/>
            <a:rect l="l" t="t" r="r" b="b"/>
            <a:pathLst>
              <a:path w="33654" h="264160">
                <a:moveTo>
                  <a:pt x="33528" y="263651"/>
                </a:moveTo>
                <a:lnTo>
                  <a:pt x="0" y="263651"/>
                </a:lnTo>
                <a:lnTo>
                  <a:pt x="0" y="0"/>
                </a:lnTo>
                <a:lnTo>
                  <a:pt x="33528" y="0"/>
                </a:lnTo>
                <a:lnTo>
                  <a:pt x="33528" y="2636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4295102" y="3954373"/>
            <a:ext cx="192405" cy="262890"/>
          </a:xfrm>
          <a:custGeom>
            <a:avLst/>
            <a:gdLst/>
            <a:ahLst/>
            <a:cxnLst/>
            <a:rect l="l" t="t" r="r" b="b"/>
            <a:pathLst>
              <a:path w="192404" h="262889">
                <a:moveTo>
                  <a:pt x="192214" y="0"/>
                </a:moveTo>
                <a:lnTo>
                  <a:pt x="0" y="0"/>
                </a:lnTo>
                <a:lnTo>
                  <a:pt x="0" y="27940"/>
                </a:lnTo>
                <a:lnTo>
                  <a:pt x="79336" y="27940"/>
                </a:lnTo>
                <a:lnTo>
                  <a:pt x="79336" y="262890"/>
                </a:lnTo>
                <a:lnTo>
                  <a:pt x="112864" y="262890"/>
                </a:lnTo>
                <a:lnTo>
                  <a:pt x="112864" y="27940"/>
                </a:lnTo>
                <a:lnTo>
                  <a:pt x="192214" y="27940"/>
                </a:lnTo>
                <a:lnTo>
                  <a:pt x="19221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5472684" y="2749296"/>
            <a:ext cx="18415" cy="1621155"/>
          </a:xfrm>
          <a:custGeom>
            <a:avLst/>
            <a:gdLst/>
            <a:ahLst/>
            <a:cxnLst/>
            <a:rect l="l" t="t" r="r" b="b"/>
            <a:pathLst>
              <a:path w="18414" h="1621154">
                <a:moveTo>
                  <a:pt x="10668" y="1620583"/>
                </a:moveTo>
                <a:lnTo>
                  <a:pt x="6096" y="1620583"/>
                </a:lnTo>
                <a:lnTo>
                  <a:pt x="4572" y="1619059"/>
                </a:lnTo>
                <a:lnTo>
                  <a:pt x="1524" y="1617535"/>
                </a:lnTo>
                <a:lnTo>
                  <a:pt x="0" y="1616011"/>
                </a:lnTo>
                <a:lnTo>
                  <a:pt x="0" y="1611439"/>
                </a:lnTo>
                <a:lnTo>
                  <a:pt x="0" y="4571"/>
                </a:lnTo>
                <a:lnTo>
                  <a:pt x="1524" y="1523"/>
                </a:lnTo>
                <a:lnTo>
                  <a:pt x="4572" y="0"/>
                </a:lnTo>
                <a:lnTo>
                  <a:pt x="13811" y="0"/>
                </a:lnTo>
                <a:lnTo>
                  <a:pt x="15335" y="1523"/>
                </a:lnTo>
                <a:lnTo>
                  <a:pt x="16859" y="4571"/>
                </a:lnTo>
                <a:lnTo>
                  <a:pt x="18383" y="6096"/>
                </a:lnTo>
                <a:lnTo>
                  <a:pt x="18383" y="1612963"/>
                </a:lnTo>
                <a:lnTo>
                  <a:pt x="16859" y="1616011"/>
                </a:lnTo>
                <a:lnTo>
                  <a:pt x="13811" y="1619059"/>
                </a:lnTo>
                <a:lnTo>
                  <a:pt x="10668" y="1620583"/>
                </a:lnTo>
                <a:close/>
              </a:path>
            </a:pathLst>
          </a:custGeom>
          <a:solidFill>
            <a:srgbClr val="2195F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915120" y="2862262"/>
            <a:ext cx="1537525" cy="367760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554848" y="2940081"/>
            <a:ext cx="181546" cy="204406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786687" y="2940081"/>
            <a:ext cx="155638" cy="199834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7988807" y="3026664"/>
            <a:ext cx="93345" cy="26034"/>
          </a:xfrm>
          <a:custGeom>
            <a:avLst/>
            <a:gdLst/>
            <a:ahLst/>
            <a:cxnLst/>
            <a:rect l="l" t="t" r="r" b="b"/>
            <a:pathLst>
              <a:path w="93345" h="26035">
                <a:moveTo>
                  <a:pt x="92964" y="25908"/>
                </a:moveTo>
                <a:lnTo>
                  <a:pt x="0" y="25908"/>
                </a:lnTo>
                <a:lnTo>
                  <a:pt x="0" y="0"/>
                </a:lnTo>
                <a:lnTo>
                  <a:pt x="92964" y="0"/>
                </a:lnTo>
                <a:lnTo>
                  <a:pt x="92964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8129873" y="2940081"/>
            <a:ext cx="169545" cy="282575"/>
          </a:xfrm>
          <a:custGeom>
            <a:avLst/>
            <a:gdLst/>
            <a:ahLst/>
            <a:cxnLst/>
            <a:rect l="l" t="t" r="r" b="b"/>
            <a:pathLst>
              <a:path w="169545" h="282575">
                <a:moveTo>
                  <a:pt x="144970" y="176974"/>
                </a:moveTo>
                <a:lnTo>
                  <a:pt x="88487" y="176974"/>
                </a:lnTo>
                <a:lnTo>
                  <a:pt x="94583" y="175450"/>
                </a:lnTo>
                <a:lnTo>
                  <a:pt x="102203" y="170878"/>
                </a:lnTo>
                <a:lnTo>
                  <a:pt x="108299" y="167830"/>
                </a:lnTo>
                <a:lnTo>
                  <a:pt x="114395" y="163258"/>
                </a:lnTo>
                <a:lnTo>
                  <a:pt x="118967" y="155638"/>
                </a:lnTo>
                <a:lnTo>
                  <a:pt x="123070" y="150755"/>
                </a:lnTo>
                <a:lnTo>
                  <a:pt x="135540" y="108013"/>
                </a:lnTo>
                <a:lnTo>
                  <a:pt x="135826" y="99155"/>
                </a:lnTo>
                <a:lnTo>
                  <a:pt x="135564" y="91416"/>
                </a:lnTo>
                <a:lnTo>
                  <a:pt x="128206" y="53339"/>
                </a:lnTo>
                <a:lnTo>
                  <a:pt x="123539" y="47243"/>
                </a:lnTo>
                <a:lnTo>
                  <a:pt x="118967" y="41147"/>
                </a:lnTo>
                <a:lnTo>
                  <a:pt x="114395" y="36576"/>
                </a:lnTo>
                <a:lnTo>
                  <a:pt x="108299" y="33527"/>
                </a:lnTo>
                <a:lnTo>
                  <a:pt x="100679" y="28955"/>
                </a:lnTo>
                <a:lnTo>
                  <a:pt x="93059" y="27431"/>
                </a:lnTo>
                <a:lnTo>
                  <a:pt x="30575" y="27431"/>
                </a:lnTo>
                <a:lnTo>
                  <a:pt x="37457" y="21978"/>
                </a:lnTo>
                <a:lnTo>
                  <a:pt x="75723" y="2095"/>
                </a:lnTo>
                <a:lnTo>
                  <a:pt x="93059" y="0"/>
                </a:lnTo>
                <a:lnTo>
                  <a:pt x="101942" y="547"/>
                </a:lnTo>
                <a:lnTo>
                  <a:pt x="139255" y="15811"/>
                </a:lnTo>
                <a:lnTo>
                  <a:pt x="161972" y="49291"/>
                </a:lnTo>
                <a:lnTo>
                  <a:pt x="169068" y="88009"/>
                </a:lnTo>
                <a:lnTo>
                  <a:pt x="169354" y="99155"/>
                </a:lnTo>
                <a:lnTo>
                  <a:pt x="169044" y="111420"/>
                </a:lnTo>
                <a:lnTo>
                  <a:pt x="159543" y="153185"/>
                </a:lnTo>
                <a:lnTo>
                  <a:pt x="150399" y="169806"/>
                </a:lnTo>
                <a:lnTo>
                  <a:pt x="144970" y="176974"/>
                </a:lnTo>
                <a:close/>
              </a:path>
              <a:path w="169545" h="282575">
                <a:moveTo>
                  <a:pt x="32099" y="282320"/>
                </a:moveTo>
                <a:lnTo>
                  <a:pt x="0" y="282320"/>
                </a:lnTo>
                <a:lnTo>
                  <a:pt x="0" y="4571"/>
                </a:lnTo>
                <a:lnTo>
                  <a:pt x="26003" y="4571"/>
                </a:lnTo>
                <a:lnTo>
                  <a:pt x="29051" y="27431"/>
                </a:lnTo>
                <a:lnTo>
                  <a:pt x="83915" y="27431"/>
                </a:lnTo>
                <a:lnTo>
                  <a:pt x="45815" y="43243"/>
                </a:lnTo>
                <a:lnTo>
                  <a:pt x="32099" y="54864"/>
                </a:lnTo>
                <a:lnTo>
                  <a:pt x="32099" y="157162"/>
                </a:lnTo>
                <a:lnTo>
                  <a:pt x="65627" y="175450"/>
                </a:lnTo>
                <a:lnTo>
                  <a:pt x="73247" y="176974"/>
                </a:lnTo>
                <a:lnTo>
                  <a:pt x="144970" y="176974"/>
                </a:lnTo>
                <a:lnTo>
                  <a:pt x="140621" y="181546"/>
                </a:lnTo>
                <a:lnTo>
                  <a:pt x="32099" y="181546"/>
                </a:lnTo>
                <a:lnTo>
                  <a:pt x="32099" y="282320"/>
                </a:lnTo>
                <a:close/>
              </a:path>
              <a:path w="169545" h="282575">
                <a:moveTo>
                  <a:pt x="85439" y="204406"/>
                </a:moveTo>
                <a:lnTo>
                  <a:pt x="45053" y="191071"/>
                </a:lnTo>
                <a:lnTo>
                  <a:pt x="32099" y="181546"/>
                </a:lnTo>
                <a:lnTo>
                  <a:pt x="140621" y="181546"/>
                </a:lnTo>
                <a:lnTo>
                  <a:pt x="101441" y="202882"/>
                </a:lnTo>
                <a:lnTo>
                  <a:pt x="85439" y="2044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51043" y="2940081"/>
            <a:ext cx="288321" cy="204406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8686704" y="2940081"/>
            <a:ext cx="270510" cy="200025"/>
          </a:xfrm>
          <a:custGeom>
            <a:avLst/>
            <a:gdLst/>
            <a:ahLst/>
            <a:cxnLst/>
            <a:rect l="l" t="t" r="r" b="b"/>
            <a:pathLst>
              <a:path w="270509" h="200025">
                <a:moveTo>
                  <a:pt x="269938" y="199834"/>
                </a:moveTo>
                <a:lnTo>
                  <a:pt x="236410" y="199834"/>
                </a:lnTo>
                <a:lnTo>
                  <a:pt x="236410" y="80867"/>
                </a:lnTo>
                <a:lnTo>
                  <a:pt x="235839" y="68017"/>
                </a:lnTo>
                <a:lnTo>
                  <a:pt x="216396" y="32194"/>
                </a:lnTo>
                <a:lnTo>
                  <a:pt x="199739" y="28955"/>
                </a:lnTo>
                <a:lnTo>
                  <a:pt x="188904" y="30694"/>
                </a:lnTo>
                <a:lnTo>
                  <a:pt x="177069" y="36004"/>
                </a:lnTo>
                <a:lnTo>
                  <a:pt x="164377" y="45029"/>
                </a:lnTo>
                <a:lnTo>
                  <a:pt x="150971" y="57912"/>
                </a:lnTo>
                <a:lnTo>
                  <a:pt x="150971" y="199834"/>
                </a:lnTo>
                <a:lnTo>
                  <a:pt x="118967" y="199834"/>
                </a:lnTo>
                <a:lnTo>
                  <a:pt x="118967" y="80867"/>
                </a:lnTo>
                <a:lnTo>
                  <a:pt x="118395" y="68017"/>
                </a:lnTo>
                <a:lnTo>
                  <a:pt x="98345" y="32194"/>
                </a:lnTo>
                <a:lnTo>
                  <a:pt x="82296" y="28955"/>
                </a:lnTo>
                <a:lnTo>
                  <a:pt x="70818" y="30694"/>
                </a:lnTo>
                <a:lnTo>
                  <a:pt x="59054" y="36004"/>
                </a:lnTo>
                <a:lnTo>
                  <a:pt x="46720" y="45029"/>
                </a:lnTo>
                <a:lnTo>
                  <a:pt x="33528" y="57912"/>
                </a:lnTo>
                <a:lnTo>
                  <a:pt x="33528" y="199834"/>
                </a:lnTo>
                <a:lnTo>
                  <a:pt x="0" y="199834"/>
                </a:lnTo>
                <a:lnTo>
                  <a:pt x="0" y="4572"/>
                </a:lnTo>
                <a:lnTo>
                  <a:pt x="27432" y="4572"/>
                </a:lnTo>
                <a:lnTo>
                  <a:pt x="30480" y="33528"/>
                </a:lnTo>
                <a:lnTo>
                  <a:pt x="32004" y="33528"/>
                </a:lnTo>
                <a:lnTo>
                  <a:pt x="67460" y="5143"/>
                </a:lnTo>
                <a:lnTo>
                  <a:pt x="92964" y="0"/>
                </a:lnTo>
                <a:lnTo>
                  <a:pt x="102996" y="595"/>
                </a:lnTo>
                <a:lnTo>
                  <a:pt x="138398" y="22098"/>
                </a:lnTo>
                <a:lnTo>
                  <a:pt x="146399" y="38100"/>
                </a:lnTo>
                <a:lnTo>
                  <a:pt x="153519" y="29527"/>
                </a:lnTo>
                <a:lnTo>
                  <a:pt x="184905" y="5786"/>
                </a:lnTo>
                <a:lnTo>
                  <a:pt x="210502" y="0"/>
                </a:lnTo>
                <a:lnTo>
                  <a:pt x="224480" y="1166"/>
                </a:lnTo>
                <a:lnTo>
                  <a:pt x="260937" y="30338"/>
                </a:lnTo>
                <a:lnTo>
                  <a:pt x="269938" y="76295"/>
                </a:lnTo>
                <a:lnTo>
                  <a:pt x="269938" y="1998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453568" y="3388709"/>
            <a:ext cx="1549717" cy="375380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8108536" y="3425285"/>
            <a:ext cx="320675" cy="253365"/>
            <a:chOff x="8108536" y="3425285"/>
            <a:chExt cx="320675" cy="253365"/>
          </a:xfrm>
        </p:grpSpPr>
        <p:pic>
          <p:nvPicPr>
            <p:cNvPr id="48" name="object 4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108536" y="3425285"/>
              <a:ext cx="120491" cy="25336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48840" y="3474148"/>
              <a:ext cx="180022" cy="204501"/>
            </a:xfrm>
            <a:prstGeom prst="rect">
              <a:avLst/>
            </a:prstGeom>
          </p:spPr>
        </p:pic>
      </p:grpSp>
      <p:sp>
        <p:nvSpPr>
          <p:cNvPr id="50" name="object 50" descr=""/>
          <p:cNvSpPr/>
          <p:nvPr/>
        </p:nvSpPr>
        <p:spPr>
          <a:xfrm>
            <a:off x="6357461" y="3954875"/>
            <a:ext cx="219710" cy="262890"/>
          </a:xfrm>
          <a:custGeom>
            <a:avLst/>
            <a:gdLst/>
            <a:ahLst/>
            <a:cxnLst/>
            <a:rect l="l" t="t" r="r" b="b"/>
            <a:pathLst>
              <a:path w="219709" h="262889">
                <a:moveTo>
                  <a:pt x="219646" y="262413"/>
                </a:moveTo>
                <a:lnTo>
                  <a:pt x="187547" y="262413"/>
                </a:lnTo>
                <a:lnTo>
                  <a:pt x="187571" y="108918"/>
                </a:lnTo>
                <a:lnTo>
                  <a:pt x="187737" y="99536"/>
                </a:lnTo>
                <a:lnTo>
                  <a:pt x="188190" y="89582"/>
                </a:lnTo>
                <a:lnTo>
                  <a:pt x="189071" y="79343"/>
                </a:lnTo>
                <a:lnTo>
                  <a:pt x="189333" y="68422"/>
                </a:lnTo>
                <a:lnTo>
                  <a:pt x="190023" y="58340"/>
                </a:lnTo>
                <a:lnTo>
                  <a:pt x="192119" y="39623"/>
                </a:lnTo>
                <a:lnTo>
                  <a:pt x="190595" y="39623"/>
                </a:lnTo>
                <a:lnTo>
                  <a:pt x="169259" y="99155"/>
                </a:lnTo>
                <a:lnTo>
                  <a:pt x="118967" y="236505"/>
                </a:lnTo>
                <a:lnTo>
                  <a:pt x="99155" y="236505"/>
                </a:lnTo>
                <a:lnTo>
                  <a:pt x="48768" y="99155"/>
                </a:lnTo>
                <a:lnTo>
                  <a:pt x="27432" y="39623"/>
                </a:lnTo>
                <a:lnTo>
                  <a:pt x="25908" y="39623"/>
                </a:lnTo>
                <a:lnTo>
                  <a:pt x="26812" y="48830"/>
                </a:lnTo>
                <a:lnTo>
                  <a:pt x="28051" y="68422"/>
                </a:lnTo>
                <a:lnTo>
                  <a:pt x="29837" y="89582"/>
                </a:lnTo>
                <a:lnTo>
                  <a:pt x="30289" y="99536"/>
                </a:lnTo>
                <a:lnTo>
                  <a:pt x="30480" y="117443"/>
                </a:lnTo>
                <a:lnTo>
                  <a:pt x="30480" y="262413"/>
                </a:lnTo>
                <a:lnTo>
                  <a:pt x="0" y="262413"/>
                </a:lnTo>
                <a:lnTo>
                  <a:pt x="0" y="0"/>
                </a:lnTo>
                <a:lnTo>
                  <a:pt x="39624" y="0"/>
                </a:lnTo>
                <a:lnTo>
                  <a:pt x="90011" y="140398"/>
                </a:lnTo>
                <a:lnTo>
                  <a:pt x="108299" y="193738"/>
                </a:lnTo>
                <a:lnTo>
                  <a:pt x="111347" y="193738"/>
                </a:lnTo>
                <a:lnTo>
                  <a:pt x="129635" y="140398"/>
                </a:lnTo>
                <a:lnTo>
                  <a:pt x="179927" y="0"/>
                </a:lnTo>
                <a:lnTo>
                  <a:pt x="219646" y="0"/>
                </a:lnTo>
                <a:lnTo>
                  <a:pt x="219646" y="2624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6638067" y="3927348"/>
            <a:ext cx="1223645" cy="294640"/>
            <a:chOff x="6638067" y="3927348"/>
            <a:chExt cx="1223645" cy="294640"/>
          </a:xfrm>
        </p:grpSpPr>
        <p:sp>
          <p:nvSpPr>
            <p:cNvPr id="52" name="object 52" descr=""/>
            <p:cNvSpPr/>
            <p:nvPr/>
          </p:nvSpPr>
          <p:spPr>
            <a:xfrm>
              <a:off x="6638067" y="3939540"/>
              <a:ext cx="46355" cy="278130"/>
            </a:xfrm>
            <a:custGeom>
              <a:avLst/>
              <a:gdLst/>
              <a:ahLst/>
              <a:cxnLst/>
              <a:rect l="l" t="t" r="r" b="b"/>
              <a:pathLst>
                <a:path w="46354" h="278129">
                  <a:moveTo>
                    <a:pt x="30575" y="42767"/>
                  </a:moveTo>
                  <a:lnTo>
                    <a:pt x="16764" y="42767"/>
                  </a:lnTo>
                  <a:lnTo>
                    <a:pt x="12192" y="41243"/>
                  </a:lnTo>
                  <a:lnTo>
                    <a:pt x="7620" y="36671"/>
                  </a:lnTo>
                  <a:lnTo>
                    <a:pt x="3048" y="33623"/>
                  </a:lnTo>
                  <a:lnTo>
                    <a:pt x="0" y="27527"/>
                  </a:lnTo>
                  <a:lnTo>
                    <a:pt x="0" y="15335"/>
                  </a:lnTo>
                  <a:lnTo>
                    <a:pt x="3048" y="10763"/>
                  </a:lnTo>
                  <a:lnTo>
                    <a:pt x="7620" y="6191"/>
                  </a:lnTo>
                  <a:lnTo>
                    <a:pt x="12192" y="3048"/>
                  </a:lnTo>
                  <a:lnTo>
                    <a:pt x="16764" y="0"/>
                  </a:lnTo>
                  <a:lnTo>
                    <a:pt x="30575" y="0"/>
                  </a:lnTo>
                  <a:lnTo>
                    <a:pt x="35147" y="3048"/>
                  </a:lnTo>
                  <a:lnTo>
                    <a:pt x="39719" y="6191"/>
                  </a:lnTo>
                  <a:lnTo>
                    <a:pt x="44291" y="10763"/>
                  </a:lnTo>
                  <a:lnTo>
                    <a:pt x="45815" y="15335"/>
                  </a:lnTo>
                  <a:lnTo>
                    <a:pt x="45815" y="27527"/>
                  </a:lnTo>
                  <a:lnTo>
                    <a:pt x="44291" y="33623"/>
                  </a:lnTo>
                  <a:lnTo>
                    <a:pt x="39719" y="36671"/>
                  </a:lnTo>
                  <a:lnTo>
                    <a:pt x="35147" y="41243"/>
                  </a:lnTo>
                  <a:lnTo>
                    <a:pt x="30575" y="42767"/>
                  </a:lnTo>
                  <a:close/>
                </a:path>
                <a:path w="46354" h="278129">
                  <a:moveTo>
                    <a:pt x="39719" y="277749"/>
                  </a:moveTo>
                  <a:lnTo>
                    <a:pt x="6096" y="277749"/>
                  </a:lnTo>
                  <a:lnTo>
                    <a:pt x="6096" y="82486"/>
                  </a:lnTo>
                  <a:lnTo>
                    <a:pt x="39719" y="82486"/>
                  </a:lnTo>
                  <a:lnTo>
                    <a:pt x="39719" y="277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28079" y="4017454"/>
              <a:ext cx="155638" cy="204406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924865" y="4017454"/>
              <a:ext cx="302037" cy="20440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55859" y="4017454"/>
              <a:ext cx="143351" cy="20440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429786" y="4017454"/>
              <a:ext cx="179927" cy="204406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7640288" y="3927348"/>
              <a:ext cx="221615" cy="294640"/>
            </a:xfrm>
            <a:custGeom>
              <a:avLst/>
              <a:gdLst/>
              <a:ahLst/>
              <a:cxnLst/>
              <a:rect l="l" t="t" r="r" b="b"/>
              <a:pathLst>
                <a:path w="221615" h="294639">
                  <a:moveTo>
                    <a:pt x="196786" y="294513"/>
                  </a:moveTo>
                  <a:lnTo>
                    <a:pt x="184499" y="294513"/>
                  </a:lnTo>
                  <a:lnTo>
                    <a:pt x="177022" y="294227"/>
                  </a:lnTo>
                  <a:lnTo>
                    <a:pt x="141827" y="276225"/>
                  </a:lnTo>
                  <a:lnTo>
                    <a:pt x="137255" y="271653"/>
                  </a:lnTo>
                  <a:lnTo>
                    <a:pt x="131159" y="256413"/>
                  </a:lnTo>
                  <a:lnTo>
                    <a:pt x="130278" y="250434"/>
                  </a:lnTo>
                  <a:lnTo>
                    <a:pt x="129825" y="244018"/>
                  </a:lnTo>
                  <a:lnTo>
                    <a:pt x="129635" y="230409"/>
                  </a:lnTo>
                  <a:lnTo>
                    <a:pt x="129635" y="122110"/>
                  </a:lnTo>
                  <a:lnTo>
                    <a:pt x="59436" y="122110"/>
                  </a:lnTo>
                  <a:lnTo>
                    <a:pt x="59436" y="289941"/>
                  </a:lnTo>
                  <a:lnTo>
                    <a:pt x="25908" y="289941"/>
                  </a:lnTo>
                  <a:lnTo>
                    <a:pt x="25908" y="122110"/>
                  </a:lnTo>
                  <a:lnTo>
                    <a:pt x="0" y="122110"/>
                  </a:lnTo>
                  <a:lnTo>
                    <a:pt x="0" y="97726"/>
                  </a:lnTo>
                  <a:lnTo>
                    <a:pt x="25908" y="94678"/>
                  </a:lnTo>
                  <a:lnTo>
                    <a:pt x="25908" y="64103"/>
                  </a:lnTo>
                  <a:lnTo>
                    <a:pt x="33623" y="26598"/>
                  </a:lnTo>
                  <a:lnTo>
                    <a:pt x="70096" y="1120"/>
                  </a:lnTo>
                  <a:lnTo>
                    <a:pt x="83915" y="0"/>
                  </a:lnTo>
                  <a:lnTo>
                    <a:pt x="94583" y="0"/>
                  </a:lnTo>
                  <a:lnTo>
                    <a:pt x="106775" y="3048"/>
                  </a:lnTo>
                  <a:lnTo>
                    <a:pt x="115919" y="6096"/>
                  </a:lnTo>
                  <a:lnTo>
                    <a:pt x="108299" y="32099"/>
                  </a:lnTo>
                  <a:lnTo>
                    <a:pt x="100679" y="29051"/>
                  </a:lnTo>
                  <a:lnTo>
                    <a:pt x="94583" y="26003"/>
                  </a:lnTo>
                  <a:lnTo>
                    <a:pt x="86963" y="26003"/>
                  </a:lnTo>
                  <a:lnTo>
                    <a:pt x="74906" y="28527"/>
                  </a:lnTo>
                  <a:lnTo>
                    <a:pt x="66305" y="35909"/>
                  </a:lnTo>
                  <a:lnTo>
                    <a:pt x="61151" y="47863"/>
                  </a:lnTo>
                  <a:lnTo>
                    <a:pt x="59436" y="64103"/>
                  </a:lnTo>
                  <a:lnTo>
                    <a:pt x="59436" y="94678"/>
                  </a:lnTo>
                  <a:lnTo>
                    <a:pt x="131159" y="94678"/>
                  </a:lnTo>
                  <a:lnTo>
                    <a:pt x="134207" y="41243"/>
                  </a:lnTo>
                  <a:lnTo>
                    <a:pt x="161639" y="41243"/>
                  </a:lnTo>
                  <a:lnTo>
                    <a:pt x="161639" y="94678"/>
                  </a:lnTo>
                  <a:lnTo>
                    <a:pt x="215074" y="94678"/>
                  </a:lnTo>
                  <a:lnTo>
                    <a:pt x="215074" y="122110"/>
                  </a:lnTo>
                  <a:lnTo>
                    <a:pt x="161639" y="122110"/>
                  </a:lnTo>
                  <a:lnTo>
                    <a:pt x="161639" y="230409"/>
                  </a:lnTo>
                  <a:lnTo>
                    <a:pt x="181451" y="267081"/>
                  </a:lnTo>
                  <a:lnTo>
                    <a:pt x="199834" y="267081"/>
                  </a:lnTo>
                  <a:lnTo>
                    <a:pt x="202882" y="265557"/>
                  </a:lnTo>
                  <a:lnTo>
                    <a:pt x="207454" y="265557"/>
                  </a:lnTo>
                  <a:lnTo>
                    <a:pt x="210502" y="264033"/>
                  </a:lnTo>
                  <a:lnTo>
                    <a:pt x="215074" y="262509"/>
                  </a:lnTo>
                  <a:lnTo>
                    <a:pt x="221170" y="286892"/>
                  </a:lnTo>
                  <a:lnTo>
                    <a:pt x="215074" y="289941"/>
                  </a:lnTo>
                  <a:lnTo>
                    <a:pt x="196786" y="2945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7956042" y="3956405"/>
            <a:ext cx="567690" cy="266065"/>
          </a:xfrm>
          <a:custGeom>
            <a:avLst/>
            <a:gdLst/>
            <a:ahLst/>
            <a:cxnLst/>
            <a:rect l="l" t="t" r="r" b="b"/>
            <a:pathLst>
              <a:path w="567690" h="266064">
                <a:moveTo>
                  <a:pt x="169252" y="184594"/>
                </a:moveTo>
                <a:lnTo>
                  <a:pt x="167728" y="175450"/>
                </a:lnTo>
                <a:lnTo>
                  <a:pt x="164680" y="169354"/>
                </a:lnTo>
                <a:lnTo>
                  <a:pt x="161632" y="161734"/>
                </a:lnTo>
                <a:lnTo>
                  <a:pt x="152488" y="149542"/>
                </a:lnTo>
                <a:lnTo>
                  <a:pt x="147916" y="144970"/>
                </a:lnTo>
                <a:lnTo>
                  <a:pt x="135724" y="135826"/>
                </a:lnTo>
                <a:lnTo>
                  <a:pt x="128104" y="132778"/>
                </a:lnTo>
                <a:lnTo>
                  <a:pt x="122008" y="129628"/>
                </a:lnTo>
                <a:lnTo>
                  <a:pt x="114388" y="128104"/>
                </a:lnTo>
                <a:lnTo>
                  <a:pt x="114388" y="126580"/>
                </a:lnTo>
                <a:lnTo>
                  <a:pt x="124104" y="121729"/>
                </a:lnTo>
                <a:lnTo>
                  <a:pt x="132676" y="116293"/>
                </a:lnTo>
                <a:lnTo>
                  <a:pt x="156679" y="86385"/>
                </a:lnTo>
                <a:lnTo>
                  <a:pt x="160108" y="65620"/>
                </a:lnTo>
                <a:lnTo>
                  <a:pt x="159804" y="57861"/>
                </a:lnTo>
                <a:lnTo>
                  <a:pt x="158775" y="50685"/>
                </a:lnTo>
                <a:lnTo>
                  <a:pt x="156895" y="44107"/>
                </a:lnTo>
                <a:lnTo>
                  <a:pt x="154012" y="38100"/>
                </a:lnTo>
                <a:lnTo>
                  <a:pt x="150964" y="30480"/>
                </a:lnTo>
                <a:lnTo>
                  <a:pt x="114388" y="4572"/>
                </a:lnTo>
                <a:lnTo>
                  <a:pt x="83820" y="0"/>
                </a:lnTo>
                <a:lnTo>
                  <a:pt x="72669" y="571"/>
                </a:lnTo>
                <a:lnTo>
                  <a:pt x="33807" y="13995"/>
                </a:lnTo>
                <a:lnTo>
                  <a:pt x="10668" y="32004"/>
                </a:lnTo>
                <a:lnTo>
                  <a:pt x="27432" y="53340"/>
                </a:lnTo>
                <a:lnTo>
                  <a:pt x="33401" y="47904"/>
                </a:lnTo>
                <a:lnTo>
                  <a:pt x="39814" y="43053"/>
                </a:lnTo>
                <a:lnTo>
                  <a:pt x="82296" y="27432"/>
                </a:lnTo>
                <a:lnTo>
                  <a:pt x="92062" y="28028"/>
                </a:lnTo>
                <a:lnTo>
                  <a:pt x="123342" y="50876"/>
                </a:lnTo>
                <a:lnTo>
                  <a:pt x="126580" y="67144"/>
                </a:lnTo>
                <a:lnTo>
                  <a:pt x="126580" y="74764"/>
                </a:lnTo>
                <a:lnTo>
                  <a:pt x="125056" y="80860"/>
                </a:lnTo>
                <a:lnTo>
                  <a:pt x="122008" y="86956"/>
                </a:lnTo>
                <a:lnTo>
                  <a:pt x="120484" y="93052"/>
                </a:lnTo>
                <a:lnTo>
                  <a:pt x="115912" y="97624"/>
                </a:lnTo>
                <a:lnTo>
                  <a:pt x="109816" y="102196"/>
                </a:lnTo>
                <a:lnTo>
                  <a:pt x="105244" y="106768"/>
                </a:lnTo>
                <a:lnTo>
                  <a:pt x="97624" y="109816"/>
                </a:lnTo>
                <a:lnTo>
                  <a:pt x="88480" y="111340"/>
                </a:lnTo>
                <a:lnTo>
                  <a:pt x="81026" y="113347"/>
                </a:lnTo>
                <a:lnTo>
                  <a:pt x="72580" y="114769"/>
                </a:lnTo>
                <a:lnTo>
                  <a:pt x="63309" y="115633"/>
                </a:lnTo>
                <a:lnTo>
                  <a:pt x="53340" y="115912"/>
                </a:lnTo>
                <a:lnTo>
                  <a:pt x="53340" y="140398"/>
                </a:lnTo>
                <a:lnTo>
                  <a:pt x="99860" y="146392"/>
                </a:lnTo>
                <a:lnTo>
                  <a:pt x="134200" y="176974"/>
                </a:lnTo>
                <a:lnTo>
                  <a:pt x="135724" y="184594"/>
                </a:lnTo>
                <a:lnTo>
                  <a:pt x="135724" y="192214"/>
                </a:lnTo>
                <a:lnTo>
                  <a:pt x="112814" y="230962"/>
                </a:lnTo>
                <a:lnTo>
                  <a:pt x="82296" y="238023"/>
                </a:lnTo>
                <a:lnTo>
                  <a:pt x="71412" y="237451"/>
                </a:lnTo>
                <a:lnTo>
                  <a:pt x="29337" y="219354"/>
                </a:lnTo>
                <a:lnTo>
                  <a:pt x="16764" y="207543"/>
                </a:lnTo>
                <a:lnTo>
                  <a:pt x="0" y="228879"/>
                </a:lnTo>
                <a:lnTo>
                  <a:pt x="4572" y="234975"/>
                </a:lnTo>
                <a:lnTo>
                  <a:pt x="9144" y="239547"/>
                </a:lnTo>
                <a:lnTo>
                  <a:pt x="15240" y="242595"/>
                </a:lnTo>
                <a:lnTo>
                  <a:pt x="27432" y="251739"/>
                </a:lnTo>
                <a:lnTo>
                  <a:pt x="33528" y="254787"/>
                </a:lnTo>
                <a:lnTo>
                  <a:pt x="48768" y="260883"/>
                </a:lnTo>
                <a:lnTo>
                  <a:pt x="56388" y="262407"/>
                </a:lnTo>
                <a:lnTo>
                  <a:pt x="63271" y="264172"/>
                </a:lnTo>
                <a:lnTo>
                  <a:pt x="70294" y="265074"/>
                </a:lnTo>
                <a:lnTo>
                  <a:pt x="77635" y="265417"/>
                </a:lnTo>
                <a:lnTo>
                  <a:pt x="85432" y="265455"/>
                </a:lnTo>
                <a:lnTo>
                  <a:pt x="93433" y="265176"/>
                </a:lnTo>
                <a:lnTo>
                  <a:pt x="132295" y="254406"/>
                </a:lnTo>
                <a:lnTo>
                  <a:pt x="164757" y="215887"/>
                </a:lnTo>
                <a:lnTo>
                  <a:pt x="169252" y="192214"/>
                </a:lnTo>
                <a:lnTo>
                  <a:pt x="169252" y="184594"/>
                </a:lnTo>
                <a:close/>
              </a:path>
              <a:path w="567690" h="266064">
                <a:moveTo>
                  <a:pt x="372135" y="183070"/>
                </a:moveTo>
                <a:lnTo>
                  <a:pt x="370751" y="164782"/>
                </a:lnTo>
                <a:lnTo>
                  <a:pt x="366801" y="148767"/>
                </a:lnTo>
                <a:lnTo>
                  <a:pt x="360565" y="135026"/>
                </a:lnTo>
                <a:lnTo>
                  <a:pt x="356692" y="129628"/>
                </a:lnTo>
                <a:lnTo>
                  <a:pt x="352323" y="123532"/>
                </a:lnTo>
                <a:lnTo>
                  <a:pt x="341198" y="115531"/>
                </a:lnTo>
                <a:lnTo>
                  <a:pt x="340131" y="115062"/>
                </a:lnTo>
                <a:lnTo>
                  <a:pt x="340131" y="199834"/>
                </a:lnTo>
                <a:lnTo>
                  <a:pt x="337083" y="206019"/>
                </a:lnTo>
                <a:lnTo>
                  <a:pt x="335559" y="213639"/>
                </a:lnTo>
                <a:lnTo>
                  <a:pt x="330987" y="219735"/>
                </a:lnTo>
                <a:lnTo>
                  <a:pt x="327939" y="224307"/>
                </a:lnTo>
                <a:lnTo>
                  <a:pt x="318795" y="233451"/>
                </a:lnTo>
                <a:lnTo>
                  <a:pt x="314223" y="234975"/>
                </a:lnTo>
                <a:lnTo>
                  <a:pt x="308127" y="238023"/>
                </a:lnTo>
                <a:lnTo>
                  <a:pt x="302031" y="239547"/>
                </a:lnTo>
                <a:lnTo>
                  <a:pt x="295833" y="239547"/>
                </a:lnTo>
                <a:lnTo>
                  <a:pt x="257733" y="219735"/>
                </a:lnTo>
                <a:lnTo>
                  <a:pt x="242303" y="180657"/>
                </a:lnTo>
                <a:lnTo>
                  <a:pt x="239445" y="163258"/>
                </a:lnTo>
                <a:lnTo>
                  <a:pt x="246303" y="154711"/>
                </a:lnTo>
                <a:lnTo>
                  <a:pt x="280974" y="131203"/>
                </a:lnTo>
                <a:lnTo>
                  <a:pt x="292785" y="129628"/>
                </a:lnTo>
                <a:lnTo>
                  <a:pt x="304558" y="130505"/>
                </a:lnTo>
                <a:lnTo>
                  <a:pt x="337654" y="160972"/>
                </a:lnTo>
                <a:lnTo>
                  <a:pt x="340131" y="199834"/>
                </a:lnTo>
                <a:lnTo>
                  <a:pt x="340131" y="115062"/>
                </a:lnTo>
                <a:lnTo>
                  <a:pt x="328510" y="109816"/>
                </a:lnTo>
                <a:lnTo>
                  <a:pt x="314388" y="106387"/>
                </a:lnTo>
                <a:lnTo>
                  <a:pt x="298983" y="105244"/>
                </a:lnTo>
                <a:lnTo>
                  <a:pt x="290931" y="105587"/>
                </a:lnTo>
                <a:lnTo>
                  <a:pt x="252018" y="123355"/>
                </a:lnTo>
                <a:lnTo>
                  <a:pt x="239445" y="137350"/>
                </a:lnTo>
                <a:lnTo>
                  <a:pt x="239763" y="122123"/>
                </a:lnTo>
                <a:lnTo>
                  <a:pt x="248361" y="75692"/>
                </a:lnTo>
                <a:lnTo>
                  <a:pt x="270116" y="41529"/>
                </a:lnTo>
                <a:lnTo>
                  <a:pt x="306603" y="27432"/>
                </a:lnTo>
                <a:lnTo>
                  <a:pt x="314223" y="27432"/>
                </a:lnTo>
                <a:lnTo>
                  <a:pt x="337083" y="36576"/>
                </a:lnTo>
                <a:lnTo>
                  <a:pt x="349275" y="48768"/>
                </a:lnTo>
                <a:lnTo>
                  <a:pt x="367563" y="27432"/>
                </a:lnTo>
                <a:lnTo>
                  <a:pt x="333362" y="5143"/>
                </a:lnTo>
                <a:lnTo>
                  <a:pt x="305079" y="0"/>
                </a:lnTo>
                <a:lnTo>
                  <a:pt x="295884" y="571"/>
                </a:lnTo>
                <a:lnTo>
                  <a:pt x="252590" y="18478"/>
                </a:lnTo>
                <a:lnTo>
                  <a:pt x="225539" y="52819"/>
                </a:lnTo>
                <a:lnTo>
                  <a:pt x="212585" y="91490"/>
                </a:lnTo>
                <a:lnTo>
                  <a:pt x="207505" y="141617"/>
                </a:lnTo>
                <a:lnTo>
                  <a:pt x="207594" y="147447"/>
                </a:lnTo>
                <a:lnTo>
                  <a:pt x="215061" y="196786"/>
                </a:lnTo>
                <a:lnTo>
                  <a:pt x="233349" y="234975"/>
                </a:lnTo>
                <a:lnTo>
                  <a:pt x="269049" y="260959"/>
                </a:lnTo>
                <a:lnTo>
                  <a:pt x="295833" y="265455"/>
                </a:lnTo>
                <a:lnTo>
                  <a:pt x="303631" y="265150"/>
                </a:lnTo>
                <a:lnTo>
                  <a:pt x="344182" y="247789"/>
                </a:lnTo>
                <a:lnTo>
                  <a:pt x="352018" y="239547"/>
                </a:lnTo>
                <a:lnTo>
                  <a:pt x="354469" y="236842"/>
                </a:lnTo>
                <a:lnTo>
                  <a:pt x="370801" y="201028"/>
                </a:lnTo>
                <a:lnTo>
                  <a:pt x="371830" y="192176"/>
                </a:lnTo>
                <a:lnTo>
                  <a:pt x="372135" y="183070"/>
                </a:lnTo>
                <a:close/>
              </a:path>
              <a:path w="567690" h="266064">
                <a:moveTo>
                  <a:pt x="567397" y="178498"/>
                </a:moveTo>
                <a:lnTo>
                  <a:pt x="557606" y="135978"/>
                </a:lnTo>
                <a:lnTo>
                  <a:pt x="525462" y="106324"/>
                </a:lnTo>
                <a:lnTo>
                  <a:pt x="488061" y="99148"/>
                </a:lnTo>
                <a:lnTo>
                  <a:pt x="480441" y="99148"/>
                </a:lnTo>
                <a:lnTo>
                  <a:pt x="472821" y="100672"/>
                </a:lnTo>
                <a:lnTo>
                  <a:pt x="460629" y="103720"/>
                </a:lnTo>
                <a:lnTo>
                  <a:pt x="448437" y="109816"/>
                </a:lnTo>
                <a:lnTo>
                  <a:pt x="456057" y="33528"/>
                </a:lnTo>
                <a:lnTo>
                  <a:pt x="553681" y="33528"/>
                </a:lnTo>
                <a:lnTo>
                  <a:pt x="553681" y="4572"/>
                </a:lnTo>
                <a:lnTo>
                  <a:pt x="427101" y="4572"/>
                </a:lnTo>
                <a:lnTo>
                  <a:pt x="417957" y="128104"/>
                </a:lnTo>
                <a:lnTo>
                  <a:pt x="436245" y="138874"/>
                </a:lnTo>
                <a:lnTo>
                  <a:pt x="443865" y="134302"/>
                </a:lnTo>
                <a:lnTo>
                  <a:pt x="449961" y="131254"/>
                </a:lnTo>
                <a:lnTo>
                  <a:pt x="457581" y="128104"/>
                </a:lnTo>
                <a:lnTo>
                  <a:pt x="463677" y="125056"/>
                </a:lnTo>
                <a:lnTo>
                  <a:pt x="471297" y="123532"/>
                </a:lnTo>
                <a:lnTo>
                  <a:pt x="478917" y="123532"/>
                </a:lnTo>
                <a:lnTo>
                  <a:pt x="490893" y="124637"/>
                </a:lnTo>
                <a:lnTo>
                  <a:pt x="525513" y="146583"/>
                </a:lnTo>
                <a:lnTo>
                  <a:pt x="533869" y="180022"/>
                </a:lnTo>
                <a:lnTo>
                  <a:pt x="533869" y="189166"/>
                </a:lnTo>
                <a:lnTo>
                  <a:pt x="512533" y="227355"/>
                </a:lnTo>
                <a:lnTo>
                  <a:pt x="500253" y="233451"/>
                </a:lnTo>
                <a:lnTo>
                  <a:pt x="492633" y="236499"/>
                </a:lnTo>
                <a:lnTo>
                  <a:pt x="485013" y="238023"/>
                </a:lnTo>
                <a:lnTo>
                  <a:pt x="477393" y="238023"/>
                </a:lnTo>
                <a:lnTo>
                  <a:pt x="433095" y="224929"/>
                </a:lnTo>
                <a:lnTo>
                  <a:pt x="413385" y="209067"/>
                </a:lnTo>
                <a:lnTo>
                  <a:pt x="398043" y="230403"/>
                </a:lnTo>
                <a:lnTo>
                  <a:pt x="401091" y="234975"/>
                </a:lnTo>
                <a:lnTo>
                  <a:pt x="407289" y="239547"/>
                </a:lnTo>
                <a:lnTo>
                  <a:pt x="411861" y="244119"/>
                </a:lnTo>
                <a:lnTo>
                  <a:pt x="417957" y="248691"/>
                </a:lnTo>
                <a:lnTo>
                  <a:pt x="430149" y="254787"/>
                </a:lnTo>
                <a:lnTo>
                  <a:pt x="445389" y="260883"/>
                </a:lnTo>
                <a:lnTo>
                  <a:pt x="453009" y="262407"/>
                </a:lnTo>
                <a:lnTo>
                  <a:pt x="459867" y="264172"/>
                </a:lnTo>
                <a:lnTo>
                  <a:pt x="466725" y="265074"/>
                </a:lnTo>
                <a:lnTo>
                  <a:pt x="473583" y="265417"/>
                </a:lnTo>
                <a:lnTo>
                  <a:pt x="480441" y="265455"/>
                </a:lnTo>
                <a:lnTo>
                  <a:pt x="489318" y="265150"/>
                </a:lnTo>
                <a:lnTo>
                  <a:pt x="527773" y="252691"/>
                </a:lnTo>
                <a:lnTo>
                  <a:pt x="556069" y="224167"/>
                </a:lnTo>
                <a:lnTo>
                  <a:pt x="566851" y="188544"/>
                </a:lnTo>
                <a:lnTo>
                  <a:pt x="567397" y="178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1457991" y="4608004"/>
            <a:ext cx="20320" cy="1621155"/>
          </a:xfrm>
          <a:custGeom>
            <a:avLst/>
            <a:gdLst/>
            <a:ahLst/>
            <a:cxnLst/>
            <a:rect l="l" t="t" r="r" b="b"/>
            <a:pathLst>
              <a:path w="20319" h="1621154">
                <a:moveTo>
                  <a:pt x="15240" y="1620583"/>
                </a:moveTo>
                <a:lnTo>
                  <a:pt x="4572" y="1620583"/>
                </a:lnTo>
                <a:lnTo>
                  <a:pt x="3048" y="1619059"/>
                </a:lnTo>
                <a:lnTo>
                  <a:pt x="1524" y="1616011"/>
                </a:lnTo>
                <a:lnTo>
                  <a:pt x="0" y="1614487"/>
                </a:lnTo>
                <a:lnTo>
                  <a:pt x="0" y="1611439"/>
                </a:lnTo>
                <a:lnTo>
                  <a:pt x="0" y="7619"/>
                </a:lnTo>
                <a:lnTo>
                  <a:pt x="1524" y="4571"/>
                </a:lnTo>
                <a:lnTo>
                  <a:pt x="4572" y="1523"/>
                </a:lnTo>
                <a:lnTo>
                  <a:pt x="7620" y="0"/>
                </a:lnTo>
                <a:lnTo>
                  <a:pt x="12192" y="0"/>
                </a:lnTo>
                <a:lnTo>
                  <a:pt x="15240" y="1523"/>
                </a:lnTo>
                <a:lnTo>
                  <a:pt x="18288" y="4571"/>
                </a:lnTo>
                <a:lnTo>
                  <a:pt x="19812" y="7619"/>
                </a:lnTo>
                <a:lnTo>
                  <a:pt x="19812" y="1614487"/>
                </a:lnTo>
                <a:lnTo>
                  <a:pt x="18288" y="1616011"/>
                </a:lnTo>
                <a:lnTo>
                  <a:pt x="16764" y="1619059"/>
                </a:lnTo>
                <a:lnTo>
                  <a:pt x="15240" y="1620583"/>
                </a:lnTo>
                <a:close/>
              </a:path>
            </a:pathLst>
          </a:custGeom>
          <a:solidFill>
            <a:srgbClr val="FF97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2243518" y="4736115"/>
            <a:ext cx="567690" cy="268605"/>
            <a:chOff x="2243518" y="4736115"/>
            <a:chExt cx="567690" cy="268605"/>
          </a:xfrm>
        </p:grpSpPr>
        <p:sp>
          <p:nvSpPr>
            <p:cNvPr id="61" name="object 61" descr=""/>
            <p:cNvSpPr/>
            <p:nvPr/>
          </p:nvSpPr>
          <p:spPr>
            <a:xfrm>
              <a:off x="2243518" y="4736115"/>
              <a:ext cx="215265" cy="262890"/>
            </a:xfrm>
            <a:custGeom>
              <a:avLst/>
              <a:gdLst/>
              <a:ahLst/>
              <a:cxnLst/>
              <a:rect l="l" t="t" r="r" b="b"/>
              <a:pathLst>
                <a:path w="215264" h="262889">
                  <a:moveTo>
                    <a:pt x="33528" y="262508"/>
                  </a:moveTo>
                  <a:lnTo>
                    <a:pt x="0" y="262508"/>
                  </a:lnTo>
                  <a:lnTo>
                    <a:pt x="88487" y="0"/>
                  </a:lnTo>
                  <a:lnTo>
                    <a:pt x="126587" y="0"/>
                  </a:lnTo>
                  <a:lnTo>
                    <a:pt x="135866" y="27527"/>
                  </a:lnTo>
                  <a:lnTo>
                    <a:pt x="105251" y="27527"/>
                  </a:lnTo>
                  <a:lnTo>
                    <a:pt x="102703" y="38933"/>
                  </a:lnTo>
                  <a:lnTo>
                    <a:pt x="99726" y="50196"/>
                  </a:lnTo>
                  <a:lnTo>
                    <a:pt x="96464" y="61174"/>
                  </a:lnTo>
                  <a:lnTo>
                    <a:pt x="93059" y="71723"/>
                  </a:lnTo>
                  <a:lnTo>
                    <a:pt x="89630" y="82970"/>
                  </a:lnTo>
                  <a:lnTo>
                    <a:pt x="82772" y="104821"/>
                  </a:lnTo>
                  <a:lnTo>
                    <a:pt x="67151" y="155733"/>
                  </a:lnTo>
                  <a:lnTo>
                    <a:pt x="179082" y="155733"/>
                  </a:lnTo>
                  <a:lnTo>
                    <a:pt x="188329" y="183165"/>
                  </a:lnTo>
                  <a:lnTo>
                    <a:pt x="58007" y="183165"/>
                  </a:lnTo>
                  <a:lnTo>
                    <a:pt x="33528" y="262508"/>
                  </a:lnTo>
                  <a:close/>
                </a:path>
                <a:path w="215264" h="262889">
                  <a:moveTo>
                    <a:pt x="179082" y="155733"/>
                  </a:moveTo>
                  <a:lnTo>
                    <a:pt x="146399" y="155733"/>
                  </a:lnTo>
                  <a:lnTo>
                    <a:pt x="134207" y="116014"/>
                  </a:lnTo>
                  <a:lnTo>
                    <a:pt x="129921" y="104821"/>
                  </a:lnTo>
                  <a:lnTo>
                    <a:pt x="126206" y="93904"/>
                  </a:lnTo>
                  <a:lnTo>
                    <a:pt x="123063" y="82970"/>
                  </a:lnTo>
                  <a:lnTo>
                    <a:pt x="120491" y="71723"/>
                  </a:lnTo>
                  <a:lnTo>
                    <a:pt x="117062" y="61174"/>
                  </a:lnTo>
                  <a:lnTo>
                    <a:pt x="113633" y="50196"/>
                  </a:lnTo>
                  <a:lnTo>
                    <a:pt x="110204" y="38933"/>
                  </a:lnTo>
                  <a:lnTo>
                    <a:pt x="106775" y="27527"/>
                  </a:lnTo>
                  <a:lnTo>
                    <a:pt x="135866" y="27527"/>
                  </a:lnTo>
                  <a:lnTo>
                    <a:pt x="179082" y="155733"/>
                  </a:lnTo>
                  <a:close/>
                </a:path>
                <a:path w="215264" h="262889">
                  <a:moveTo>
                    <a:pt x="215074" y="262508"/>
                  </a:moveTo>
                  <a:lnTo>
                    <a:pt x="180022" y="262508"/>
                  </a:lnTo>
                  <a:lnTo>
                    <a:pt x="154114" y="183165"/>
                  </a:lnTo>
                  <a:lnTo>
                    <a:pt x="188329" y="183165"/>
                  </a:lnTo>
                  <a:lnTo>
                    <a:pt x="215074" y="2625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70784" y="4804790"/>
              <a:ext cx="148018" cy="193833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55379" y="4804790"/>
              <a:ext cx="155543" cy="199929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876550" y="4800218"/>
            <a:ext cx="285273" cy="204502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3267075" y="4749927"/>
            <a:ext cx="305435" cy="255270"/>
            <a:chOff x="3267075" y="4749927"/>
            <a:chExt cx="305435" cy="255270"/>
          </a:xfrm>
        </p:grpSpPr>
        <p:sp>
          <p:nvSpPr>
            <p:cNvPr id="66" name="object 66" descr=""/>
            <p:cNvSpPr/>
            <p:nvPr/>
          </p:nvSpPr>
          <p:spPr>
            <a:xfrm>
              <a:off x="3267075" y="4749927"/>
              <a:ext cx="120650" cy="255270"/>
            </a:xfrm>
            <a:custGeom>
              <a:avLst/>
              <a:gdLst/>
              <a:ahLst/>
              <a:cxnLst/>
              <a:rect l="l" t="t" r="r" b="b"/>
              <a:pathLst>
                <a:path w="120650" h="255270">
                  <a:moveTo>
                    <a:pt x="90011" y="254793"/>
                  </a:moveTo>
                  <a:lnTo>
                    <a:pt x="83820" y="254793"/>
                  </a:lnTo>
                  <a:lnTo>
                    <a:pt x="76342" y="254484"/>
                  </a:lnTo>
                  <a:lnTo>
                    <a:pt x="69723" y="253460"/>
                  </a:lnTo>
                  <a:lnTo>
                    <a:pt x="63674" y="251579"/>
                  </a:lnTo>
                  <a:lnTo>
                    <a:pt x="57912" y="248697"/>
                  </a:lnTo>
                  <a:lnTo>
                    <a:pt x="50292" y="245649"/>
                  </a:lnTo>
                  <a:lnTo>
                    <a:pt x="41148" y="236505"/>
                  </a:lnTo>
                  <a:lnTo>
                    <a:pt x="36576" y="230409"/>
                  </a:lnTo>
                  <a:lnTo>
                    <a:pt x="33528" y="224313"/>
                  </a:lnTo>
                  <a:lnTo>
                    <a:pt x="32004" y="215169"/>
                  </a:lnTo>
                  <a:lnTo>
                    <a:pt x="30241" y="209177"/>
                  </a:lnTo>
                  <a:lnTo>
                    <a:pt x="29337" y="202739"/>
                  </a:lnTo>
                  <a:lnTo>
                    <a:pt x="29003" y="196015"/>
                  </a:lnTo>
                  <a:lnTo>
                    <a:pt x="28956" y="80867"/>
                  </a:lnTo>
                  <a:lnTo>
                    <a:pt x="0" y="80867"/>
                  </a:lnTo>
                  <a:lnTo>
                    <a:pt x="0" y="56388"/>
                  </a:lnTo>
                  <a:lnTo>
                    <a:pt x="30480" y="54864"/>
                  </a:lnTo>
                  <a:lnTo>
                    <a:pt x="33528" y="0"/>
                  </a:lnTo>
                  <a:lnTo>
                    <a:pt x="62484" y="0"/>
                  </a:lnTo>
                  <a:lnTo>
                    <a:pt x="62484" y="54864"/>
                  </a:lnTo>
                  <a:lnTo>
                    <a:pt x="114395" y="54864"/>
                  </a:lnTo>
                  <a:lnTo>
                    <a:pt x="114395" y="80867"/>
                  </a:lnTo>
                  <a:lnTo>
                    <a:pt x="62484" y="80867"/>
                  </a:lnTo>
                  <a:lnTo>
                    <a:pt x="62484" y="189166"/>
                  </a:lnTo>
                  <a:lnTo>
                    <a:pt x="80772" y="227361"/>
                  </a:lnTo>
                  <a:lnTo>
                    <a:pt x="99155" y="227361"/>
                  </a:lnTo>
                  <a:lnTo>
                    <a:pt x="103727" y="225837"/>
                  </a:lnTo>
                  <a:lnTo>
                    <a:pt x="109823" y="222789"/>
                  </a:lnTo>
                  <a:lnTo>
                    <a:pt x="114395" y="222789"/>
                  </a:lnTo>
                  <a:lnTo>
                    <a:pt x="120491" y="247173"/>
                  </a:lnTo>
                  <a:lnTo>
                    <a:pt x="114395" y="248697"/>
                  </a:lnTo>
                  <a:lnTo>
                    <a:pt x="109823" y="250221"/>
                  </a:lnTo>
                  <a:lnTo>
                    <a:pt x="102203" y="251745"/>
                  </a:lnTo>
                  <a:lnTo>
                    <a:pt x="90011" y="254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07378" y="4800219"/>
              <a:ext cx="164782" cy="204501"/>
            </a:xfrm>
            <a:prstGeom prst="rect">
              <a:avLst/>
            </a:prstGeom>
          </p:spPr>
        </p:pic>
      </p:grpSp>
      <p:pic>
        <p:nvPicPr>
          <p:cNvPr id="68" name="object 6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619404" y="4800218"/>
            <a:ext cx="157067" cy="198405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28383" y="4800219"/>
            <a:ext cx="152495" cy="204501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043457" y="4800218"/>
            <a:ext cx="155543" cy="198405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4247864" y="4800219"/>
            <a:ext cx="349885" cy="282575"/>
            <a:chOff x="4247864" y="4800219"/>
            <a:chExt cx="349885" cy="282575"/>
          </a:xfrm>
        </p:grpSpPr>
        <p:pic>
          <p:nvPicPr>
            <p:cNvPr id="72" name="object 7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247864" y="4800219"/>
              <a:ext cx="154019" cy="204501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4420266" y="4804790"/>
              <a:ext cx="177165" cy="278130"/>
            </a:xfrm>
            <a:custGeom>
              <a:avLst/>
              <a:gdLst/>
              <a:ahLst/>
              <a:cxnLst/>
              <a:rect l="l" t="t" r="r" b="b"/>
              <a:pathLst>
                <a:path w="177164" h="278129">
                  <a:moveTo>
                    <a:pt x="30480" y="277749"/>
                  </a:moveTo>
                  <a:lnTo>
                    <a:pt x="18288" y="277749"/>
                  </a:lnTo>
                  <a:lnTo>
                    <a:pt x="15240" y="276225"/>
                  </a:lnTo>
                  <a:lnTo>
                    <a:pt x="10668" y="276225"/>
                  </a:lnTo>
                  <a:lnTo>
                    <a:pt x="7620" y="274701"/>
                  </a:lnTo>
                  <a:lnTo>
                    <a:pt x="13716" y="247268"/>
                  </a:lnTo>
                  <a:lnTo>
                    <a:pt x="16764" y="248793"/>
                  </a:lnTo>
                  <a:lnTo>
                    <a:pt x="18288" y="248793"/>
                  </a:lnTo>
                  <a:lnTo>
                    <a:pt x="21336" y="250317"/>
                  </a:lnTo>
                  <a:lnTo>
                    <a:pt x="28956" y="250317"/>
                  </a:lnTo>
                  <a:lnTo>
                    <a:pt x="65913" y="225504"/>
                  </a:lnTo>
                  <a:lnTo>
                    <a:pt x="77724" y="195357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73152" y="106870"/>
                  </a:lnTo>
                  <a:lnTo>
                    <a:pt x="91439" y="161829"/>
                  </a:lnTo>
                  <a:lnTo>
                    <a:pt x="92964" y="161829"/>
                  </a:lnTo>
                  <a:lnTo>
                    <a:pt x="95250" y="155599"/>
                  </a:lnTo>
                  <a:lnTo>
                    <a:pt x="102108" y="134302"/>
                  </a:lnTo>
                  <a:lnTo>
                    <a:pt x="104170" y="127444"/>
                  </a:lnTo>
                  <a:lnTo>
                    <a:pt x="107760" y="113728"/>
                  </a:lnTo>
                  <a:lnTo>
                    <a:pt x="109823" y="106870"/>
                  </a:lnTo>
                  <a:lnTo>
                    <a:pt x="144875" y="0"/>
                  </a:lnTo>
                  <a:lnTo>
                    <a:pt x="176879" y="0"/>
                  </a:lnTo>
                  <a:lnTo>
                    <a:pt x="103632" y="210597"/>
                  </a:lnTo>
                  <a:lnTo>
                    <a:pt x="91439" y="236601"/>
                  </a:lnTo>
                  <a:lnTo>
                    <a:pt x="88630" y="243173"/>
                  </a:lnTo>
                  <a:lnTo>
                    <a:pt x="56387" y="273177"/>
                  </a:lnTo>
                  <a:lnTo>
                    <a:pt x="37957" y="277463"/>
                  </a:lnTo>
                  <a:lnTo>
                    <a:pt x="30480" y="277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4" name="object 7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002536" y="5256561"/>
            <a:ext cx="1571148" cy="366236"/>
          </a:xfrm>
          <a:prstGeom prst="rect">
            <a:avLst/>
          </a:prstGeom>
        </p:spPr>
      </p:pic>
      <p:grpSp>
        <p:nvGrpSpPr>
          <p:cNvPr id="75" name="object 75" descr=""/>
          <p:cNvGrpSpPr/>
          <p:nvPr/>
        </p:nvGrpSpPr>
        <p:grpSpPr>
          <a:xfrm>
            <a:off x="3695700" y="5242750"/>
            <a:ext cx="302260" cy="294640"/>
            <a:chOff x="3695700" y="5242750"/>
            <a:chExt cx="302260" cy="294640"/>
          </a:xfrm>
        </p:grpSpPr>
        <p:sp>
          <p:nvSpPr>
            <p:cNvPr id="76" name="object 76" descr=""/>
            <p:cNvSpPr/>
            <p:nvPr/>
          </p:nvSpPr>
          <p:spPr>
            <a:xfrm>
              <a:off x="3695700" y="5242750"/>
              <a:ext cx="116205" cy="290195"/>
            </a:xfrm>
            <a:custGeom>
              <a:avLst/>
              <a:gdLst/>
              <a:ahLst/>
              <a:cxnLst/>
              <a:rect l="l" t="t" r="r" b="b"/>
              <a:pathLst>
                <a:path w="116204" h="290195">
                  <a:moveTo>
                    <a:pt x="59436" y="289941"/>
                  </a:moveTo>
                  <a:lnTo>
                    <a:pt x="27432" y="289941"/>
                  </a:lnTo>
                  <a:lnTo>
                    <a:pt x="27432" y="122110"/>
                  </a:lnTo>
                  <a:lnTo>
                    <a:pt x="0" y="122110"/>
                  </a:lnTo>
                  <a:lnTo>
                    <a:pt x="0" y="97726"/>
                  </a:lnTo>
                  <a:lnTo>
                    <a:pt x="27432" y="96202"/>
                  </a:lnTo>
                  <a:lnTo>
                    <a:pt x="27432" y="65627"/>
                  </a:lnTo>
                  <a:lnTo>
                    <a:pt x="35147" y="27265"/>
                  </a:lnTo>
                  <a:lnTo>
                    <a:pt x="70080" y="1157"/>
                  </a:lnTo>
                  <a:lnTo>
                    <a:pt x="83820" y="0"/>
                  </a:lnTo>
                  <a:lnTo>
                    <a:pt x="90011" y="0"/>
                  </a:lnTo>
                  <a:lnTo>
                    <a:pt x="96107" y="1524"/>
                  </a:lnTo>
                  <a:lnTo>
                    <a:pt x="100679" y="1524"/>
                  </a:lnTo>
                  <a:lnTo>
                    <a:pt x="106775" y="3143"/>
                  </a:lnTo>
                  <a:lnTo>
                    <a:pt x="115919" y="6191"/>
                  </a:lnTo>
                  <a:lnTo>
                    <a:pt x="108299" y="32099"/>
                  </a:lnTo>
                  <a:lnTo>
                    <a:pt x="102203" y="29051"/>
                  </a:lnTo>
                  <a:lnTo>
                    <a:pt x="94583" y="27527"/>
                  </a:lnTo>
                  <a:lnTo>
                    <a:pt x="86963" y="27527"/>
                  </a:lnTo>
                  <a:lnTo>
                    <a:pt x="74906" y="29837"/>
                  </a:lnTo>
                  <a:lnTo>
                    <a:pt x="66305" y="36861"/>
                  </a:lnTo>
                  <a:lnTo>
                    <a:pt x="61151" y="48744"/>
                  </a:lnTo>
                  <a:lnTo>
                    <a:pt x="59436" y="65627"/>
                  </a:lnTo>
                  <a:lnTo>
                    <a:pt x="59436" y="96202"/>
                  </a:lnTo>
                  <a:lnTo>
                    <a:pt x="100679" y="96202"/>
                  </a:lnTo>
                  <a:lnTo>
                    <a:pt x="100679" y="122110"/>
                  </a:lnTo>
                  <a:lnTo>
                    <a:pt x="59436" y="122110"/>
                  </a:lnTo>
                  <a:lnTo>
                    <a:pt x="59436" y="289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17715" y="5334381"/>
              <a:ext cx="180022" cy="202977"/>
            </a:xfrm>
            <a:prstGeom prst="rect">
              <a:avLst/>
            </a:prstGeom>
          </p:spPr>
        </p:pic>
      </p:grpSp>
      <p:pic>
        <p:nvPicPr>
          <p:cNvPr id="78" name="object 78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048029" y="5334380"/>
            <a:ext cx="108299" cy="198310"/>
          </a:xfrm>
          <a:prstGeom prst="rect">
            <a:avLst/>
          </a:prstGeom>
        </p:spPr>
      </p:pic>
      <p:grpSp>
        <p:nvGrpSpPr>
          <p:cNvPr id="79" name="object 79" descr=""/>
          <p:cNvGrpSpPr/>
          <p:nvPr/>
        </p:nvGrpSpPr>
        <p:grpSpPr>
          <a:xfrm>
            <a:off x="4244816" y="5283993"/>
            <a:ext cx="403225" cy="253365"/>
            <a:chOff x="4244816" y="5283993"/>
            <a:chExt cx="403225" cy="253365"/>
          </a:xfrm>
        </p:grpSpPr>
        <p:pic>
          <p:nvPicPr>
            <p:cNvPr id="80" name="object 8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244816" y="5283993"/>
              <a:ext cx="120491" cy="253365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4379023" y="5338953"/>
              <a:ext cx="268605" cy="194310"/>
            </a:xfrm>
            <a:custGeom>
              <a:avLst/>
              <a:gdLst/>
              <a:ahLst/>
              <a:cxnLst/>
              <a:rect l="l" t="t" r="r" b="b"/>
              <a:pathLst>
                <a:path w="268604" h="194310">
                  <a:moveTo>
                    <a:pt x="216598" y="193738"/>
                  </a:moveTo>
                  <a:lnTo>
                    <a:pt x="176974" y="193738"/>
                  </a:lnTo>
                  <a:lnTo>
                    <a:pt x="148018" y="90011"/>
                  </a:lnTo>
                  <a:lnTo>
                    <a:pt x="146582" y="83153"/>
                  </a:lnTo>
                  <a:lnTo>
                    <a:pt x="143209" y="69437"/>
                  </a:lnTo>
                  <a:lnTo>
                    <a:pt x="140446" y="55682"/>
                  </a:lnTo>
                  <a:lnTo>
                    <a:pt x="137112" y="41281"/>
                  </a:lnTo>
                  <a:lnTo>
                    <a:pt x="135731" y="33528"/>
                  </a:lnTo>
                  <a:lnTo>
                    <a:pt x="134207" y="33528"/>
                  </a:lnTo>
                  <a:lnTo>
                    <a:pt x="128635" y="55682"/>
                  </a:lnTo>
                  <a:lnTo>
                    <a:pt x="126587" y="62579"/>
                  </a:lnTo>
                  <a:lnTo>
                    <a:pt x="125206" y="69437"/>
                  </a:lnTo>
                  <a:lnTo>
                    <a:pt x="121872" y="83153"/>
                  </a:lnTo>
                  <a:lnTo>
                    <a:pt x="120491" y="90011"/>
                  </a:lnTo>
                  <a:lnTo>
                    <a:pt x="93059" y="193738"/>
                  </a:lnTo>
                  <a:lnTo>
                    <a:pt x="54959" y="193738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62579" y="111347"/>
                  </a:lnTo>
                  <a:lnTo>
                    <a:pt x="63960" y="119077"/>
                  </a:lnTo>
                  <a:lnTo>
                    <a:pt x="68675" y="138874"/>
                  </a:lnTo>
                  <a:lnTo>
                    <a:pt x="71151" y="152590"/>
                  </a:lnTo>
                  <a:lnTo>
                    <a:pt x="72747" y="159448"/>
                  </a:lnTo>
                  <a:lnTo>
                    <a:pt x="74771" y="166306"/>
                  </a:lnTo>
                  <a:lnTo>
                    <a:pt x="76295" y="166306"/>
                  </a:lnTo>
                  <a:lnTo>
                    <a:pt x="78771" y="152590"/>
                  </a:lnTo>
                  <a:lnTo>
                    <a:pt x="80367" y="145732"/>
                  </a:lnTo>
                  <a:lnTo>
                    <a:pt x="82391" y="138874"/>
                  </a:lnTo>
                  <a:lnTo>
                    <a:pt x="83772" y="132001"/>
                  </a:lnTo>
                  <a:lnTo>
                    <a:pt x="87106" y="118220"/>
                  </a:lnTo>
                  <a:lnTo>
                    <a:pt x="88487" y="111347"/>
                  </a:lnTo>
                  <a:lnTo>
                    <a:pt x="118967" y="0"/>
                  </a:lnTo>
                  <a:lnTo>
                    <a:pt x="151066" y="0"/>
                  </a:lnTo>
                  <a:lnTo>
                    <a:pt x="183594" y="119077"/>
                  </a:lnTo>
                  <a:lnTo>
                    <a:pt x="187118" y="132858"/>
                  </a:lnTo>
                  <a:lnTo>
                    <a:pt x="189166" y="138874"/>
                  </a:lnTo>
                  <a:lnTo>
                    <a:pt x="190547" y="145732"/>
                  </a:lnTo>
                  <a:lnTo>
                    <a:pt x="193881" y="159448"/>
                  </a:lnTo>
                  <a:lnTo>
                    <a:pt x="195262" y="166306"/>
                  </a:lnTo>
                  <a:lnTo>
                    <a:pt x="196786" y="166306"/>
                  </a:lnTo>
                  <a:lnTo>
                    <a:pt x="198167" y="159448"/>
                  </a:lnTo>
                  <a:lnTo>
                    <a:pt x="201501" y="145732"/>
                  </a:lnTo>
                  <a:lnTo>
                    <a:pt x="205358" y="126253"/>
                  </a:lnTo>
                  <a:lnTo>
                    <a:pt x="206954" y="119077"/>
                  </a:lnTo>
                  <a:lnTo>
                    <a:pt x="237934" y="0"/>
                  </a:lnTo>
                  <a:lnTo>
                    <a:pt x="268509" y="0"/>
                  </a:lnTo>
                  <a:lnTo>
                    <a:pt x="216598" y="1937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2" name="object 82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700498" y="5877591"/>
            <a:ext cx="144875" cy="204501"/>
          </a:xfrm>
          <a:prstGeom prst="rect">
            <a:avLst/>
          </a:prstGeom>
        </p:spPr>
      </p:pic>
      <p:pic>
        <p:nvPicPr>
          <p:cNvPr id="83" name="object 83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4674965" y="5334381"/>
            <a:ext cx="180022" cy="202977"/>
          </a:xfrm>
          <a:prstGeom prst="rect">
            <a:avLst/>
          </a:prstGeom>
        </p:spPr>
      </p:pic>
      <p:grpSp>
        <p:nvGrpSpPr>
          <p:cNvPr id="84" name="object 84" descr=""/>
          <p:cNvGrpSpPr/>
          <p:nvPr/>
        </p:nvGrpSpPr>
        <p:grpSpPr>
          <a:xfrm>
            <a:off x="1875948" y="5792152"/>
            <a:ext cx="352425" cy="290195"/>
            <a:chOff x="1875948" y="5792152"/>
            <a:chExt cx="352425" cy="290195"/>
          </a:xfrm>
        </p:grpSpPr>
        <p:pic>
          <p:nvPicPr>
            <p:cNvPr id="85" name="object 8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875948" y="5877591"/>
              <a:ext cx="154019" cy="204501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2072640" y="5792152"/>
              <a:ext cx="156210" cy="283845"/>
            </a:xfrm>
            <a:custGeom>
              <a:avLst/>
              <a:gdLst/>
              <a:ahLst/>
              <a:cxnLst/>
              <a:rect l="l" t="t" r="r" b="b"/>
              <a:pathLst>
                <a:path w="156210" h="283845">
                  <a:moveTo>
                    <a:pt x="155638" y="283844"/>
                  </a:moveTo>
                  <a:lnTo>
                    <a:pt x="122110" y="283844"/>
                  </a:lnTo>
                  <a:lnTo>
                    <a:pt x="122110" y="166306"/>
                  </a:lnTo>
                  <a:lnTo>
                    <a:pt x="121539" y="152804"/>
                  </a:lnTo>
                  <a:lnTo>
                    <a:pt x="102024" y="116204"/>
                  </a:lnTo>
                  <a:lnTo>
                    <a:pt x="85439" y="112966"/>
                  </a:lnTo>
                  <a:lnTo>
                    <a:pt x="77938" y="113514"/>
                  </a:lnTo>
                  <a:lnTo>
                    <a:pt x="32099" y="143446"/>
                  </a:lnTo>
                  <a:lnTo>
                    <a:pt x="32099" y="283844"/>
                  </a:lnTo>
                  <a:lnTo>
                    <a:pt x="0" y="283844"/>
                  </a:lnTo>
                  <a:lnTo>
                    <a:pt x="0" y="0"/>
                  </a:lnTo>
                  <a:lnTo>
                    <a:pt x="32099" y="0"/>
                  </a:lnTo>
                  <a:lnTo>
                    <a:pt x="32099" y="76295"/>
                  </a:lnTo>
                  <a:lnTo>
                    <a:pt x="30575" y="117538"/>
                  </a:lnTo>
                  <a:lnTo>
                    <a:pt x="38338" y="110951"/>
                  </a:lnTo>
                  <a:lnTo>
                    <a:pt x="76866" y="87725"/>
                  </a:lnTo>
                  <a:lnTo>
                    <a:pt x="96107" y="85439"/>
                  </a:lnTo>
                  <a:lnTo>
                    <a:pt x="110140" y="86582"/>
                  </a:lnTo>
                  <a:lnTo>
                    <a:pt x="147280" y="114974"/>
                  </a:lnTo>
                  <a:lnTo>
                    <a:pt x="155638" y="161734"/>
                  </a:lnTo>
                  <a:lnTo>
                    <a:pt x="155638" y="2838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 descr=""/>
          <p:cNvGrpSpPr/>
          <p:nvPr/>
        </p:nvGrpSpPr>
        <p:grpSpPr>
          <a:xfrm>
            <a:off x="2275522" y="5877591"/>
            <a:ext cx="396875" cy="205104"/>
            <a:chOff x="2275522" y="5877591"/>
            <a:chExt cx="396875" cy="205104"/>
          </a:xfrm>
        </p:grpSpPr>
        <p:pic>
          <p:nvPicPr>
            <p:cNvPr id="88" name="object 8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275522" y="5877591"/>
              <a:ext cx="180022" cy="204501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492121" y="5877591"/>
              <a:ext cx="180022" cy="204501"/>
            </a:xfrm>
            <a:prstGeom prst="rect">
              <a:avLst/>
            </a:prstGeom>
          </p:spPr>
        </p:pic>
      </p:grpSp>
      <p:sp>
        <p:nvSpPr>
          <p:cNvPr id="90" name="object 90" descr=""/>
          <p:cNvSpPr/>
          <p:nvPr/>
        </p:nvSpPr>
        <p:spPr>
          <a:xfrm>
            <a:off x="2722530" y="5792152"/>
            <a:ext cx="53340" cy="290195"/>
          </a:xfrm>
          <a:custGeom>
            <a:avLst/>
            <a:gdLst/>
            <a:ahLst/>
            <a:cxnLst/>
            <a:rect l="l" t="t" r="r" b="b"/>
            <a:pathLst>
              <a:path w="53339" h="290195">
                <a:moveTo>
                  <a:pt x="39624" y="289941"/>
                </a:moveTo>
                <a:lnTo>
                  <a:pt x="35052" y="289941"/>
                </a:lnTo>
                <a:lnTo>
                  <a:pt x="26479" y="289107"/>
                </a:lnTo>
                <a:lnTo>
                  <a:pt x="547" y="255420"/>
                </a:lnTo>
                <a:lnTo>
                  <a:pt x="0" y="245649"/>
                </a:lnTo>
                <a:lnTo>
                  <a:pt x="0" y="0"/>
                </a:lnTo>
                <a:lnTo>
                  <a:pt x="33528" y="0"/>
                </a:lnTo>
                <a:lnTo>
                  <a:pt x="33528" y="256413"/>
                </a:lnTo>
                <a:lnTo>
                  <a:pt x="39624" y="262509"/>
                </a:lnTo>
                <a:lnTo>
                  <a:pt x="47244" y="262509"/>
                </a:lnTo>
                <a:lnTo>
                  <a:pt x="48768" y="260985"/>
                </a:lnTo>
                <a:lnTo>
                  <a:pt x="53339" y="285369"/>
                </a:lnTo>
                <a:lnTo>
                  <a:pt x="51816" y="286893"/>
                </a:lnTo>
                <a:lnTo>
                  <a:pt x="48768" y="288417"/>
                </a:lnTo>
                <a:lnTo>
                  <a:pt x="42672" y="288417"/>
                </a:lnTo>
                <a:lnTo>
                  <a:pt x="39624" y="289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1" name="object 91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890266" y="5799772"/>
            <a:ext cx="2248376" cy="366235"/>
          </a:xfrm>
          <a:prstGeom prst="rect">
            <a:avLst/>
          </a:prstGeom>
        </p:spPr>
      </p:pic>
      <p:sp>
        <p:nvSpPr>
          <p:cNvPr id="92" name="object 92" descr=""/>
          <p:cNvSpPr/>
          <p:nvPr/>
        </p:nvSpPr>
        <p:spPr>
          <a:xfrm>
            <a:off x="5472684" y="4608004"/>
            <a:ext cx="18415" cy="1621155"/>
          </a:xfrm>
          <a:custGeom>
            <a:avLst/>
            <a:gdLst/>
            <a:ahLst/>
            <a:cxnLst/>
            <a:rect l="l" t="t" r="r" b="b"/>
            <a:pathLst>
              <a:path w="18414" h="1621154">
                <a:moveTo>
                  <a:pt x="13811" y="1620583"/>
                </a:moveTo>
                <a:lnTo>
                  <a:pt x="4572" y="1620583"/>
                </a:lnTo>
                <a:lnTo>
                  <a:pt x="1524" y="1619059"/>
                </a:lnTo>
                <a:lnTo>
                  <a:pt x="0" y="1616011"/>
                </a:lnTo>
                <a:lnTo>
                  <a:pt x="0" y="1611439"/>
                </a:lnTo>
                <a:lnTo>
                  <a:pt x="0" y="4571"/>
                </a:lnTo>
                <a:lnTo>
                  <a:pt x="1524" y="3047"/>
                </a:lnTo>
                <a:lnTo>
                  <a:pt x="4572" y="1523"/>
                </a:lnTo>
                <a:lnTo>
                  <a:pt x="6096" y="0"/>
                </a:lnTo>
                <a:lnTo>
                  <a:pt x="10668" y="0"/>
                </a:lnTo>
                <a:lnTo>
                  <a:pt x="13811" y="1523"/>
                </a:lnTo>
                <a:lnTo>
                  <a:pt x="16859" y="4571"/>
                </a:lnTo>
                <a:lnTo>
                  <a:pt x="18383" y="7619"/>
                </a:lnTo>
                <a:lnTo>
                  <a:pt x="18383" y="1614487"/>
                </a:lnTo>
                <a:lnTo>
                  <a:pt x="16859" y="1616011"/>
                </a:lnTo>
                <a:lnTo>
                  <a:pt x="15335" y="1619059"/>
                </a:lnTo>
                <a:lnTo>
                  <a:pt x="13811" y="1620583"/>
                </a:lnTo>
                <a:close/>
              </a:path>
            </a:pathLst>
          </a:custGeom>
          <a:solidFill>
            <a:srgbClr val="E81D6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3" name="object 93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6046279" y="4714779"/>
            <a:ext cx="1615344" cy="373856"/>
          </a:xfrm>
          <a:prstGeom prst="rect">
            <a:avLst/>
          </a:prstGeom>
        </p:spPr>
      </p:pic>
      <p:grpSp>
        <p:nvGrpSpPr>
          <p:cNvPr id="94" name="object 94" descr=""/>
          <p:cNvGrpSpPr/>
          <p:nvPr/>
        </p:nvGrpSpPr>
        <p:grpSpPr>
          <a:xfrm>
            <a:off x="7782115" y="4736115"/>
            <a:ext cx="615315" cy="268605"/>
            <a:chOff x="7782115" y="4736115"/>
            <a:chExt cx="615315" cy="268605"/>
          </a:xfrm>
        </p:grpSpPr>
        <p:sp>
          <p:nvSpPr>
            <p:cNvPr id="95" name="object 95" descr=""/>
            <p:cNvSpPr/>
            <p:nvPr/>
          </p:nvSpPr>
          <p:spPr>
            <a:xfrm>
              <a:off x="7782115" y="4736115"/>
              <a:ext cx="184785" cy="262890"/>
            </a:xfrm>
            <a:custGeom>
              <a:avLst/>
              <a:gdLst/>
              <a:ahLst/>
              <a:cxnLst/>
              <a:rect l="l" t="t" r="r" b="b"/>
              <a:pathLst>
                <a:path w="184784" h="262889">
                  <a:moveTo>
                    <a:pt x="83915" y="262508"/>
                  </a:moveTo>
                  <a:lnTo>
                    <a:pt x="0" y="262508"/>
                  </a:lnTo>
                  <a:lnTo>
                    <a:pt x="0" y="0"/>
                  </a:lnTo>
                  <a:lnTo>
                    <a:pt x="79343" y="0"/>
                  </a:lnTo>
                  <a:lnTo>
                    <a:pt x="88487" y="287"/>
                  </a:lnTo>
                  <a:lnTo>
                    <a:pt x="130778" y="8858"/>
                  </a:lnTo>
                  <a:lnTo>
                    <a:pt x="156939" y="27527"/>
                  </a:lnTo>
                  <a:lnTo>
                    <a:pt x="33528" y="27527"/>
                  </a:lnTo>
                  <a:lnTo>
                    <a:pt x="33528" y="112966"/>
                  </a:lnTo>
                  <a:lnTo>
                    <a:pt x="143172" y="112966"/>
                  </a:lnTo>
                  <a:lnTo>
                    <a:pt x="134137" y="118109"/>
                  </a:lnTo>
                  <a:lnTo>
                    <a:pt x="123539" y="122110"/>
                  </a:lnTo>
                  <a:lnTo>
                    <a:pt x="123539" y="123634"/>
                  </a:lnTo>
                  <a:lnTo>
                    <a:pt x="136674" y="126515"/>
                  </a:lnTo>
                  <a:lnTo>
                    <a:pt x="148542" y="130682"/>
                  </a:lnTo>
                  <a:lnTo>
                    <a:pt x="158981" y="136278"/>
                  </a:lnTo>
                  <a:lnTo>
                    <a:pt x="160304" y="137350"/>
                  </a:lnTo>
                  <a:lnTo>
                    <a:pt x="33528" y="137350"/>
                  </a:lnTo>
                  <a:lnTo>
                    <a:pt x="33528" y="236600"/>
                  </a:lnTo>
                  <a:lnTo>
                    <a:pt x="164660" y="236600"/>
                  </a:lnTo>
                  <a:lnTo>
                    <a:pt x="162186" y="239125"/>
                  </a:lnTo>
                  <a:lnTo>
                    <a:pt x="125063" y="257936"/>
                  </a:lnTo>
                  <a:lnTo>
                    <a:pt x="95059" y="262223"/>
                  </a:lnTo>
                  <a:lnTo>
                    <a:pt x="83915" y="262508"/>
                  </a:lnTo>
                  <a:close/>
                </a:path>
                <a:path w="184784" h="262889">
                  <a:moveTo>
                    <a:pt x="143172" y="112966"/>
                  </a:moveTo>
                  <a:lnTo>
                    <a:pt x="73247" y="112966"/>
                  </a:lnTo>
                  <a:lnTo>
                    <a:pt x="88368" y="112133"/>
                  </a:lnTo>
                  <a:lnTo>
                    <a:pt x="101631" y="109727"/>
                  </a:lnTo>
                  <a:lnTo>
                    <a:pt x="132302" y="86856"/>
                  </a:lnTo>
                  <a:lnTo>
                    <a:pt x="135731" y="67151"/>
                  </a:lnTo>
                  <a:lnTo>
                    <a:pt x="134850" y="57459"/>
                  </a:lnTo>
                  <a:lnTo>
                    <a:pt x="101060" y="29813"/>
                  </a:lnTo>
                  <a:lnTo>
                    <a:pt x="74771" y="27527"/>
                  </a:lnTo>
                  <a:lnTo>
                    <a:pt x="156939" y="27527"/>
                  </a:lnTo>
                  <a:lnTo>
                    <a:pt x="169354" y="64103"/>
                  </a:lnTo>
                  <a:lnTo>
                    <a:pt x="168521" y="73921"/>
                  </a:lnTo>
                  <a:lnTo>
                    <a:pt x="166116" y="82855"/>
                  </a:lnTo>
                  <a:lnTo>
                    <a:pt x="162282" y="91200"/>
                  </a:lnTo>
                  <a:lnTo>
                    <a:pt x="157162" y="99250"/>
                  </a:lnTo>
                  <a:lnTo>
                    <a:pt x="150797" y="106679"/>
                  </a:lnTo>
                  <a:lnTo>
                    <a:pt x="143172" y="112966"/>
                  </a:lnTo>
                  <a:close/>
                </a:path>
                <a:path w="184784" h="262889">
                  <a:moveTo>
                    <a:pt x="164660" y="236600"/>
                  </a:moveTo>
                  <a:lnTo>
                    <a:pt x="79343" y="236600"/>
                  </a:lnTo>
                  <a:lnTo>
                    <a:pt x="95392" y="235767"/>
                  </a:lnTo>
                  <a:lnTo>
                    <a:pt x="109442" y="233362"/>
                  </a:lnTo>
                  <a:lnTo>
                    <a:pt x="146399" y="207942"/>
                  </a:lnTo>
                  <a:lnTo>
                    <a:pt x="150971" y="184689"/>
                  </a:lnTo>
                  <a:lnTo>
                    <a:pt x="149828" y="172973"/>
                  </a:lnTo>
                  <a:lnTo>
                    <a:pt x="122420" y="143177"/>
                  </a:lnTo>
                  <a:lnTo>
                    <a:pt x="79343" y="137350"/>
                  </a:lnTo>
                  <a:lnTo>
                    <a:pt x="160304" y="137350"/>
                  </a:lnTo>
                  <a:lnTo>
                    <a:pt x="183475" y="173329"/>
                  </a:lnTo>
                  <a:lnTo>
                    <a:pt x="184594" y="186213"/>
                  </a:lnTo>
                  <a:lnTo>
                    <a:pt x="184046" y="195311"/>
                  </a:lnTo>
                  <a:lnTo>
                    <a:pt x="168021" y="233171"/>
                  </a:lnTo>
                  <a:lnTo>
                    <a:pt x="164660" y="236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000237" y="4800219"/>
              <a:ext cx="180022" cy="204501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216836" y="4800219"/>
              <a:ext cx="180022" cy="204501"/>
            </a:xfrm>
            <a:prstGeom prst="rect">
              <a:avLst/>
            </a:prstGeom>
          </p:spPr>
        </p:pic>
      </p:grpSp>
      <p:sp>
        <p:nvSpPr>
          <p:cNvPr id="98" name="object 98" descr=""/>
          <p:cNvSpPr/>
          <p:nvPr/>
        </p:nvSpPr>
        <p:spPr>
          <a:xfrm>
            <a:off x="8447151" y="4800218"/>
            <a:ext cx="268605" cy="198755"/>
          </a:xfrm>
          <a:custGeom>
            <a:avLst/>
            <a:gdLst/>
            <a:ahLst/>
            <a:cxnLst/>
            <a:rect l="l" t="t" r="r" b="b"/>
            <a:pathLst>
              <a:path w="268604" h="198754">
                <a:moveTo>
                  <a:pt x="268509" y="198405"/>
                </a:moveTo>
                <a:lnTo>
                  <a:pt x="236505" y="198405"/>
                </a:lnTo>
                <a:lnTo>
                  <a:pt x="236505" y="79343"/>
                </a:lnTo>
                <a:lnTo>
                  <a:pt x="235932" y="66722"/>
                </a:lnTo>
                <a:lnTo>
                  <a:pt x="215836" y="30765"/>
                </a:lnTo>
                <a:lnTo>
                  <a:pt x="199834" y="27527"/>
                </a:lnTo>
                <a:lnTo>
                  <a:pt x="188999" y="29503"/>
                </a:lnTo>
                <a:lnTo>
                  <a:pt x="177165" y="35337"/>
                </a:lnTo>
                <a:lnTo>
                  <a:pt x="164472" y="44886"/>
                </a:lnTo>
                <a:lnTo>
                  <a:pt x="151066" y="58007"/>
                </a:lnTo>
                <a:lnTo>
                  <a:pt x="151066" y="198405"/>
                </a:lnTo>
                <a:lnTo>
                  <a:pt x="118967" y="198405"/>
                </a:lnTo>
                <a:lnTo>
                  <a:pt x="118967" y="79343"/>
                </a:lnTo>
                <a:lnTo>
                  <a:pt x="118395" y="66722"/>
                </a:lnTo>
                <a:lnTo>
                  <a:pt x="98393" y="30765"/>
                </a:lnTo>
                <a:lnTo>
                  <a:pt x="82391" y="27527"/>
                </a:lnTo>
                <a:lnTo>
                  <a:pt x="70913" y="29503"/>
                </a:lnTo>
                <a:lnTo>
                  <a:pt x="59150" y="35337"/>
                </a:lnTo>
                <a:lnTo>
                  <a:pt x="46815" y="44886"/>
                </a:lnTo>
                <a:lnTo>
                  <a:pt x="33623" y="58007"/>
                </a:lnTo>
                <a:lnTo>
                  <a:pt x="33623" y="198405"/>
                </a:lnTo>
                <a:lnTo>
                  <a:pt x="0" y="198405"/>
                </a:lnTo>
                <a:lnTo>
                  <a:pt x="0" y="4572"/>
                </a:lnTo>
                <a:lnTo>
                  <a:pt x="27527" y="4572"/>
                </a:lnTo>
                <a:lnTo>
                  <a:pt x="30575" y="32099"/>
                </a:lnTo>
                <a:lnTo>
                  <a:pt x="32099" y="32099"/>
                </a:lnTo>
                <a:lnTo>
                  <a:pt x="67532" y="5143"/>
                </a:lnTo>
                <a:lnTo>
                  <a:pt x="91535" y="0"/>
                </a:lnTo>
                <a:lnTo>
                  <a:pt x="102369" y="571"/>
                </a:lnTo>
                <a:lnTo>
                  <a:pt x="138291" y="20657"/>
                </a:lnTo>
                <a:lnTo>
                  <a:pt x="146494" y="36671"/>
                </a:lnTo>
                <a:lnTo>
                  <a:pt x="153614" y="28954"/>
                </a:lnTo>
                <a:lnTo>
                  <a:pt x="184356" y="5143"/>
                </a:lnTo>
                <a:lnTo>
                  <a:pt x="210502" y="0"/>
                </a:lnTo>
                <a:lnTo>
                  <a:pt x="224495" y="1144"/>
                </a:lnTo>
                <a:lnTo>
                  <a:pt x="260794" y="29551"/>
                </a:lnTo>
                <a:lnTo>
                  <a:pt x="268509" y="74771"/>
                </a:lnTo>
                <a:lnTo>
                  <a:pt x="268509" y="1984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 descr=""/>
          <p:cNvSpPr/>
          <p:nvPr/>
        </p:nvSpPr>
        <p:spPr>
          <a:xfrm>
            <a:off x="8773572" y="4722399"/>
            <a:ext cx="46355" cy="276225"/>
          </a:xfrm>
          <a:custGeom>
            <a:avLst/>
            <a:gdLst/>
            <a:ahLst/>
            <a:cxnLst/>
            <a:rect l="l" t="t" r="r" b="b"/>
            <a:pathLst>
              <a:path w="46354" h="276225">
                <a:moveTo>
                  <a:pt x="29051" y="42767"/>
                </a:moveTo>
                <a:lnTo>
                  <a:pt x="16859" y="42767"/>
                </a:lnTo>
                <a:lnTo>
                  <a:pt x="10668" y="39719"/>
                </a:lnTo>
                <a:lnTo>
                  <a:pt x="6096" y="36671"/>
                </a:lnTo>
                <a:lnTo>
                  <a:pt x="1524" y="32099"/>
                </a:lnTo>
                <a:lnTo>
                  <a:pt x="0" y="27527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10668" y="1524"/>
                </a:lnTo>
                <a:lnTo>
                  <a:pt x="15335" y="0"/>
                </a:lnTo>
                <a:lnTo>
                  <a:pt x="29051" y="0"/>
                </a:lnTo>
                <a:lnTo>
                  <a:pt x="33623" y="1524"/>
                </a:lnTo>
                <a:lnTo>
                  <a:pt x="38195" y="6096"/>
                </a:lnTo>
                <a:lnTo>
                  <a:pt x="42767" y="9144"/>
                </a:lnTo>
                <a:lnTo>
                  <a:pt x="45815" y="13716"/>
                </a:lnTo>
                <a:lnTo>
                  <a:pt x="45815" y="27527"/>
                </a:lnTo>
                <a:lnTo>
                  <a:pt x="42767" y="32099"/>
                </a:lnTo>
                <a:lnTo>
                  <a:pt x="38195" y="36671"/>
                </a:lnTo>
                <a:lnTo>
                  <a:pt x="29051" y="42767"/>
                </a:lnTo>
                <a:close/>
              </a:path>
              <a:path w="46354" h="276225">
                <a:moveTo>
                  <a:pt x="38195" y="276225"/>
                </a:moveTo>
                <a:lnTo>
                  <a:pt x="6096" y="276225"/>
                </a:lnTo>
                <a:lnTo>
                  <a:pt x="6096" y="82391"/>
                </a:lnTo>
                <a:lnTo>
                  <a:pt x="38195" y="82391"/>
                </a:lnTo>
                <a:lnTo>
                  <a:pt x="38195" y="276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0" name="object 100" descr=""/>
          <p:cNvGrpSpPr/>
          <p:nvPr/>
        </p:nvGrpSpPr>
        <p:grpSpPr>
          <a:xfrm>
            <a:off x="5915120" y="5247417"/>
            <a:ext cx="700405" cy="290195"/>
            <a:chOff x="5915120" y="5247417"/>
            <a:chExt cx="700405" cy="290195"/>
          </a:xfrm>
        </p:grpSpPr>
        <p:sp>
          <p:nvSpPr>
            <p:cNvPr id="101" name="object 101" descr=""/>
            <p:cNvSpPr/>
            <p:nvPr/>
          </p:nvSpPr>
          <p:spPr>
            <a:xfrm>
              <a:off x="5915114" y="5256568"/>
              <a:ext cx="351155" cy="276225"/>
            </a:xfrm>
            <a:custGeom>
              <a:avLst/>
              <a:gdLst/>
              <a:ahLst/>
              <a:cxnLst/>
              <a:rect l="l" t="t" r="r" b="b"/>
              <a:pathLst>
                <a:path w="351154" h="276225">
                  <a:moveTo>
                    <a:pt x="268516" y="82397"/>
                  </a:moveTo>
                  <a:lnTo>
                    <a:pt x="237934" y="82397"/>
                  </a:lnTo>
                  <a:lnTo>
                    <a:pt x="206959" y="201472"/>
                  </a:lnTo>
                  <a:lnTo>
                    <a:pt x="205359" y="208648"/>
                  </a:lnTo>
                  <a:lnTo>
                    <a:pt x="201498" y="228130"/>
                  </a:lnTo>
                  <a:lnTo>
                    <a:pt x="198170" y="241846"/>
                  </a:lnTo>
                  <a:lnTo>
                    <a:pt x="196786" y="248704"/>
                  </a:lnTo>
                  <a:lnTo>
                    <a:pt x="195262" y="248704"/>
                  </a:lnTo>
                  <a:lnTo>
                    <a:pt x="193878" y="241846"/>
                  </a:lnTo>
                  <a:lnTo>
                    <a:pt x="190550" y="228130"/>
                  </a:lnTo>
                  <a:lnTo>
                    <a:pt x="189166" y="221272"/>
                  </a:lnTo>
                  <a:lnTo>
                    <a:pt x="187121" y="215252"/>
                  </a:lnTo>
                  <a:lnTo>
                    <a:pt x="183591" y="201472"/>
                  </a:lnTo>
                  <a:lnTo>
                    <a:pt x="151066" y="82397"/>
                  </a:lnTo>
                  <a:lnTo>
                    <a:pt x="118973" y="82397"/>
                  </a:lnTo>
                  <a:lnTo>
                    <a:pt x="88493" y="193738"/>
                  </a:lnTo>
                  <a:lnTo>
                    <a:pt x="87109" y="200609"/>
                  </a:lnTo>
                  <a:lnTo>
                    <a:pt x="83769" y="214388"/>
                  </a:lnTo>
                  <a:lnTo>
                    <a:pt x="82397" y="221272"/>
                  </a:lnTo>
                  <a:lnTo>
                    <a:pt x="80365" y="228130"/>
                  </a:lnTo>
                  <a:lnTo>
                    <a:pt x="78778" y="234988"/>
                  </a:lnTo>
                  <a:lnTo>
                    <a:pt x="76301" y="248704"/>
                  </a:lnTo>
                  <a:lnTo>
                    <a:pt x="74777" y="248704"/>
                  </a:lnTo>
                  <a:lnTo>
                    <a:pt x="72745" y="241846"/>
                  </a:lnTo>
                  <a:lnTo>
                    <a:pt x="71158" y="234988"/>
                  </a:lnTo>
                  <a:lnTo>
                    <a:pt x="68681" y="221272"/>
                  </a:lnTo>
                  <a:lnTo>
                    <a:pt x="63957" y="201472"/>
                  </a:lnTo>
                  <a:lnTo>
                    <a:pt x="62585" y="193738"/>
                  </a:lnTo>
                  <a:lnTo>
                    <a:pt x="33528" y="82397"/>
                  </a:lnTo>
                  <a:lnTo>
                    <a:pt x="0" y="82397"/>
                  </a:lnTo>
                  <a:lnTo>
                    <a:pt x="54965" y="276136"/>
                  </a:lnTo>
                  <a:lnTo>
                    <a:pt x="93065" y="276136"/>
                  </a:lnTo>
                  <a:lnTo>
                    <a:pt x="120497" y="172402"/>
                  </a:lnTo>
                  <a:lnTo>
                    <a:pt x="121869" y="165544"/>
                  </a:lnTo>
                  <a:lnTo>
                    <a:pt x="125209" y="151828"/>
                  </a:lnTo>
                  <a:lnTo>
                    <a:pt x="126593" y="144970"/>
                  </a:lnTo>
                  <a:lnTo>
                    <a:pt x="128638" y="138074"/>
                  </a:lnTo>
                  <a:lnTo>
                    <a:pt x="134213" y="115925"/>
                  </a:lnTo>
                  <a:lnTo>
                    <a:pt x="135737" y="115925"/>
                  </a:lnTo>
                  <a:lnTo>
                    <a:pt x="137109" y="123672"/>
                  </a:lnTo>
                  <a:lnTo>
                    <a:pt x="140449" y="138074"/>
                  </a:lnTo>
                  <a:lnTo>
                    <a:pt x="143205" y="151828"/>
                  </a:lnTo>
                  <a:lnTo>
                    <a:pt x="146583" y="165544"/>
                  </a:lnTo>
                  <a:lnTo>
                    <a:pt x="148018" y="172402"/>
                  </a:lnTo>
                  <a:lnTo>
                    <a:pt x="176974" y="276136"/>
                  </a:lnTo>
                  <a:lnTo>
                    <a:pt x="216598" y="276136"/>
                  </a:lnTo>
                  <a:lnTo>
                    <a:pt x="268516" y="82397"/>
                  </a:lnTo>
                  <a:close/>
                </a:path>
                <a:path w="351154" h="276225">
                  <a:moveTo>
                    <a:pt x="343090" y="82384"/>
                  </a:moveTo>
                  <a:lnTo>
                    <a:pt x="311086" y="82384"/>
                  </a:lnTo>
                  <a:lnTo>
                    <a:pt x="311086" y="276123"/>
                  </a:lnTo>
                  <a:lnTo>
                    <a:pt x="343090" y="276123"/>
                  </a:lnTo>
                  <a:lnTo>
                    <a:pt x="343090" y="82384"/>
                  </a:lnTo>
                  <a:close/>
                </a:path>
                <a:path w="351154" h="276225">
                  <a:moveTo>
                    <a:pt x="350710" y="13716"/>
                  </a:moveTo>
                  <a:lnTo>
                    <a:pt x="347662" y="9144"/>
                  </a:lnTo>
                  <a:lnTo>
                    <a:pt x="343090" y="4572"/>
                  </a:lnTo>
                  <a:lnTo>
                    <a:pt x="338518" y="1524"/>
                  </a:lnTo>
                  <a:lnTo>
                    <a:pt x="333946" y="0"/>
                  </a:lnTo>
                  <a:lnTo>
                    <a:pt x="320230" y="0"/>
                  </a:lnTo>
                  <a:lnTo>
                    <a:pt x="315658" y="1524"/>
                  </a:lnTo>
                  <a:lnTo>
                    <a:pt x="311086" y="4572"/>
                  </a:lnTo>
                  <a:lnTo>
                    <a:pt x="306514" y="9144"/>
                  </a:lnTo>
                  <a:lnTo>
                    <a:pt x="304990" y="13716"/>
                  </a:lnTo>
                  <a:lnTo>
                    <a:pt x="304990" y="27432"/>
                  </a:lnTo>
                  <a:lnTo>
                    <a:pt x="306514" y="32004"/>
                  </a:lnTo>
                  <a:lnTo>
                    <a:pt x="311086" y="36576"/>
                  </a:lnTo>
                  <a:lnTo>
                    <a:pt x="315658" y="39624"/>
                  </a:lnTo>
                  <a:lnTo>
                    <a:pt x="320230" y="41148"/>
                  </a:lnTo>
                  <a:lnTo>
                    <a:pt x="333946" y="41148"/>
                  </a:lnTo>
                  <a:lnTo>
                    <a:pt x="338518" y="39624"/>
                  </a:lnTo>
                  <a:lnTo>
                    <a:pt x="343090" y="36576"/>
                  </a:lnTo>
                  <a:lnTo>
                    <a:pt x="347662" y="32004"/>
                  </a:lnTo>
                  <a:lnTo>
                    <a:pt x="350710" y="25908"/>
                  </a:lnTo>
                  <a:lnTo>
                    <a:pt x="350710" y="13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300978" y="5283993"/>
              <a:ext cx="120491" cy="253365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6458140" y="5247417"/>
              <a:ext cx="157480" cy="285750"/>
            </a:xfrm>
            <a:custGeom>
              <a:avLst/>
              <a:gdLst/>
              <a:ahLst/>
              <a:cxnLst/>
              <a:rect l="l" t="t" r="r" b="b"/>
              <a:pathLst>
                <a:path w="157479" h="285750">
                  <a:moveTo>
                    <a:pt x="157067" y="285273"/>
                  </a:moveTo>
                  <a:lnTo>
                    <a:pt x="123539" y="285273"/>
                  </a:lnTo>
                  <a:lnTo>
                    <a:pt x="123539" y="166306"/>
                  </a:lnTo>
                  <a:lnTo>
                    <a:pt x="122967" y="153671"/>
                  </a:lnTo>
                  <a:lnTo>
                    <a:pt x="102953" y="117633"/>
                  </a:lnTo>
                  <a:lnTo>
                    <a:pt x="86868" y="114395"/>
                  </a:lnTo>
                  <a:lnTo>
                    <a:pt x="79152" y="114942"/>
                  </a:lnTo>
                  <a:lnTo>
                    <a:pt x="40362" y="137485"/>
                  </a:lnTo>
                  <a:lnTo>
                    <a:pt x="33528" y="144970"/>
                  </a:lnTo>
                  <a:lnTo>
                    <a:pt x="33528" y="285273"/>
                  </a:lnTo>
                  <a:lnTo>
                    <a:pt x="0" y="285273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33528" y="77819"/>
                  </a:lnTo>
                  <a:lnTo>
                    <a:pt x="32004" y="118967"/>
                  </a:lnTo>
                  <a:lnTo>
                    <a:pt x="39100" y="112395"/>
                  </a:lnTo>
                  <a:lnTo>
                    <a:pt x="78116" y="89249"/>
                  </a:lnTo>
                  <a:lnTo>
                    <a:pt x="97631" y="86963"/>
                  </a:lnTo>
                  <a:lnTo>
                    <a:pt x="111609" y="88106"/>
                  </a:lnTo>
                  <a:lnTo>
                    <a:pt x="148066" y="116420"/>
                  </a:lnTo>
                  <a:lnTo>
                    <a:pt x="157067" y="161734"/>
                  </a:lnTo>
                  <a:lnTo>
                    <a:pt x="157067" y="285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4" name="object 104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6746367" y="5334380"/>
            <a:ext cx="152590" cy="202977"/>
          </a:xfrm>
          <a:prstGeom prst="rect">
            <a:avLst/>
          </a:prstGeom>
        </p:spPr>
      </p:pic>
      <p:pic>
        <p:nvPicPr>
          <p:cNvPr id="105" name="object 105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961440" y="5334380"/>
            <a:ext cx="155638" cy="198310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263479" y="5256561"/>
            <a:ext cx="1673352" cy="358616"/>
          </a:xfrm>
          <a:prstGeom prst="rect">
            <a:avLst/>
          </a:prstGeom>
        </p:spPr>
      </p:pic>
      <p:sp>
        <p:nvSpPr>
          <p:cNvPr id="107" name="object 107" descr=""/>
          <p:cNvSpPr/>
          <p:nvPr/>
        </p:nvSpPr>
        <p:spPr>
          <a:xfrm>
            <a:off x="5661850" y="5808916"/>
            <a:ext cx="200025" cy="273685"/>
          </a:xfrm>
          <a:custGeom>
            <a:avLst/>
            <a:gdLst/>
            <a:ahLst/>
            <a:cxnLst/>
            <a:rect l="l" t="t" r="r" b="b"/>
            <a:pathLst>
              <a:path w="200025" h="273685">
                <a:moveTo>
                  <a:pt x="117443" y="273176"/>
                </a:moveTo>
                <a:lnTo>
                  <a:pt x="70199" y="264032"/>
                </a:lnTo>
                <a:lnTo>
                  <a:pt x="33528" y="236600"/>
                </a:lnTo>
                <a:lnTo>
                  <a:pt x="9144" y="193833"/>
                </a:lnTo>
                <a:lnTo>
                  <a:pt x="571" y="151533"/>
                </a:lnTo>
                <a:lnTo>
                  <a:pt x="0" y="135826"/>
                </a:lnTo>
                <a:lnTo>
                  <a:pt x="571" y="120370"/>
                </a:lnTo>
                <a:lnTo>
                  <a:pt x="9144" y="79343"/>
                </a:lnTo>
                <a:lnTo>
                  <a:pt x="33528" y="36671"/>
                </a:lnTo>
                <a:lnTo>
                  <a:pt x="71723" y="9143"/>
                </a:lnTo>
                <a:lnTo>
                  <a:pt x="120491" y="0"/>
                </a:lnTo>
                <a:lnTo>
                  <a:pt x="133650" y="595"/>
                </a:lnTo>
                <a:lnTo>
                  <a:pt x="174926" y="15557"/>
                </a:lnTo>
                <a:lnTo>
                  <a:pt x="196786" y="32099"/>
                </a:lnTo>
                <a:lnTo>
                  <a:pt x="176974" y="53435"/>
                </a:lnTo>
                <a:lnTo>
                  <a:pt x="172116" y="48887"/>
                </a:lnTo>
                <a:lnTo>
                  <a:pt x="166687" y="44481"/>
                </a:lnTo>
                <a:lnTo>
                  <a:pt x="130245" y="29598"/>
                </a:lnTo>
                <a:lnTo>
                  <a:pt x="120491" y="29051"/>
                </a:lnTo>
                <a:lnTo>
                  <a:pt x="111371" y="29598"/>
                </a:lnTo>
                <a:lnTo>
                  <a:pt x="70580" y="45624"/>
                </a:lnTo>
                <a:lnTo>
                  <a:pt x="44076" y="81836"/>
                </a:lnTo>
                <a:lnTo>
                  <a:pt x="35376" y="123777"/>
                </a:lnTo>
                <a:lnTo>
                  <a:pt x="35052" y="135826"/>
                </a:lnTo>
                <a:lnTo>
                  <a:pt x="35352" y="147890"/>
                </a:lnTo>
                <a:lnTo>
                  <a:pt x="43195" y="189857"/>
                </a:lnTo>
                <a:lnTo>
                  <a:pt x="69056" y="226040"/>
                </a:lnTo>
                <a:lnTo>
                  <a:pt x="111132" y="242363"/>
                </a:lnTo>
                <a:lnTo>
                  <a:pt x="122015" y="242696"/>
                </a:lnTo>
                <a:lnTo>
                  <a:pt x="128850" y="242649"/>
                </a:lnTo>
                <a:lnTo>
                  <a:pt x="169354" y="227361"/>
                </a:lnTo>
                <a:lnTo>
                  <a:pt x="169354" y="158686"/>
                </a:lnTo>
                <a:lnTo>
                  <a:pt x="112871" y="158686"/>
                </a:lnTo>
                <a:lnTo>
                  <a:pt x="112871" y="131254"/>
                </a:lnTo>
                <a:lnTo>
                  <a:pt x="199834" y="131254"/>
                </a:lnTo>
                <a:lnTo>
                  <a:pt x="199834" y="242696"/>
                </a:lnTo>
                <a:lnTo>
                  <a:pt x="164782" y="264032"/>
                </a:lnTo>
                <a:lnTo>
                  <a:pt x="130626" y="272605"/>
                </a:lnTo>
                <a:lnTo>
                  <a:pt x="117443" y="273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8" name="object 108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5919692" y="5877591"/>
            <a:ext cx="272986" cy="204501"/>
          </a:xfrm>
          <a:prstGeom prst="rect">
            <a:avLst/>
          </a:prstGeom>
        </p:spPr>
      </p:pic>
      <p:sp>
        <p:nvSpPr>
          <p:cNvPr id="109" name="object 109" descr=""/>
          <p:cNvSpPr/>
          <p:nvPr/>
        </p:nvSpPr>
        <p:spPr>
          <a:xfrm>
            <a:off x="6240017" y="5792152"/>
            <a:ext cx="170815" cy="290195"/>
          </a:xfrm>
          <a:custGeom>
            <a:avLst/>
            <a:gdLst/>
            <a:ahLst/>
            <a:cxnLst/>
            <a:rect l="l" t="t" r="r" b="b"/>
            <a:pathLst>
              <a:path w="170814" h="290195">
                <a:moveTo>
                  <a:pt x="170783" y="106870"/>
                </a:moveTo>
                <a:lnTo>
                  <a:pt x="138779" y="106870"/>
                </a:lnTo>
                <a:lnTo>
                  <a:pt x="137255" y="74771"/>
                </a:lnTo>
                <a:lnTo>
                  <a:pt x="137255" y="0"/>
                </a:lnTo>
                <a:lnTo>
                  <a:pt x="170783" y="0"/>
                </a:lnTo>
                <a:lnTo>
                  <a:pt x="170783" y="106870"/>
                </a:lnTo>
                <a:close/>
              </a:path>
              <a:path w="170814" h="290195">
                <a:moveTo>
                  <a:pt x="80772" y="289940"/>
                </a:moveTo>
                <a:lnTo>
                  <a:pt x="33623" y="274510"/>
                </a:lnTo>
                <a:lnTo>
                  <a:pt x="5524" y="230802"/>
                </a:lnTo>
                <a:lnTo>
                  <a:pt x="0" y="187737"/>
                </a:lnTo>
                <a:lnTo>
                  <a:pt x="547" y="176300"/>
                </a:lnTo>
                <a:lnTo>
                  <a:pt x="11334" y="136112"/>
                </a:lnTo>
                <a:lnTo>
                  <a:pt x="38290" y="101072"/>
                </a:lnTo>
                <a:lnTo>
                  <a:pt x="75819" y="85748"/>
                </a:lnTo>
                <a:lnTo>
                  <a:pt x="83820" y="85439"/>
                </a:lnTo>
                <a:lnTo>
                  <a:pt x="92455" y="85748"/>
                </a:lnTo>
                <a:lnTo>
                  <a:pt x="132826" y="102291"/>
                </a:lnTo>
                <a:lnTo>
                  <a:pt x="138779" y="106870"/>
                </a:lnTo>
                <a:lnTo>
                  <a:pt x="170783" y="106870"/>
                </a:lnTo>
                <a:lnTo>
                  <a:pt x="170783" y="112966"/>
                </a:lnTo>
                <a:lnTo>
                  <a:pt x="82296" y="112966"/>
                </a:lnTo>
                <a:lnTo>
                  <a:pt x="74676" y="114490"/>
                </a:lnTo>
                <a:lnTo>
                  <a:pt x="43624" y="144398"/>
                </a:lnTo>
                <a:lnTo>
                  <a:pt x="33528" y="187737"/>
                </a:lnTo>
                <a:lnTo>
                  <a:pt x="34409" y="204025"/>
                </a:lnTo>
                <a:lnTo>
                  <a:pt x="48768" y="242601"/>
                </a:lnTo>
                <a:lnTo>
                  <a:pt x="88392" y="260984"/>
                </a:lnTo>
                <a:lnTo>
                  <a:pt x="138779" y="260984"/>
                </a:lnTo>
                <a:lnTo>
                  <a:pt x="133016" y="266652"/>
                </a:lnTo>
                <a:lnTo>
                  <a:pt x="96821" y="287654"/>
                </a:lnTo>
                <a:lnTo>
                  <a:pt x="88787" y="289369"/>
                </a:lnTo>
                <a:lnTo>
                  <a:pt x="80772" y="289940"/>
                </a:lnTo>
                <a:close/>
              </a:path>
              <a:path w="170814" h="290195">
                <a:moveTo>
                  <a:pt x="170783" y="283844"/>
                </a:moveTo>
                <a:lnTo>
                  <a:pt x="143351" y="283844"/>
                </a:lnTo>
                <a:lnTo>
                  <a:pt x="140303" y="260984"/>
                </a:lnTo>
                <a:lnTo>
                  <a:pt x="97631" y="260984"/>
                </a:lnTo>
                <a:lnTo>
                  <a:pt x="105251" y="259460"/>
                </a:lnTo>
                <a:lnTo>
                  <a:pt x="112871" y="254888"/>
                </a:lnTo>
                <a:lnTo>
                  <a:pt x="119467" y="251135"/>
                </a:lnTo>
                <a:lnTo>
                  <a:pt x="125634" y="246649"/>
                </a:lnTo>
                <a:lnTo>
                  <a:pt x="131516" y="241306"/>
                </a:lnTo>
                <a:lnTo>
                  <a:pt x="137255" y="234981"/>
                </a:lnTo>
                <a:lnTo>
                  <a:pt x="137255" y="132778"/>
                </a:lnTo>
                <a:lnTo>
                  <a:pt x="97631" y="112966"/>
                </a:lnTo>
                <a:lnTo>
                  <a:pt x="170783" y="112966"/>
                </a:lnTo>
                <a:lnTo>
                  <a:pt x="170783" y="2838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0" name="object 110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461188" y="5877591"/>
            <a:ext cx="164687" cy="204501"/>
          </a:xfrm>
          <a:prstGeom prst="rect">
            <a:avLst/>
          </a:prstGeom>
        </p:spPr>
      </p:pic>
      <p:grpSp>
        <p:nvGrpSpPr>
          <p:cNvPr id="111" name="object 111" descr=""/>
          <p:cNvGrpSpPr/>
          <p:nvPr/>
        </p:nvGrpSpPr>
        <p:grpSpPr>
          <a:xfrm>
            <a:off x="6723507" y="5813488"/>
            <a:ext cx="568960" cy="268605"/>
            <a:chOff x="6723507" y="5813488"/>
            <a:chExt cx="568960" cy="268605"/>
          </a:xfrm>
        </p:grpSpPr>
        <p:sp>
          <p:nvSpPr>
            <p:cNvPr id="112" name="object 112" descr=""/>
            <p:cNvSpPr/>
            <p:nvPr/>
          </p:nvSpPr>
          <p:spPr>
            <a:xfrm>
              <a:off x="6723507" y="5813488"/>
              <a:ext cx="215265" cy="262890"/>
            </a:xfrm>
            <a:custGeom>
              <a:avLst/>
              <a:gdLst/>
              <a:ahLst/>
              <a:cxnLst/>
              <a:rect l="l" t="t" r="r" b="b"/>
              <a:pathLst>
                <a:path w="215265" h="262889">
                  <a:moveTo>
                    <a:pt x="33528" y="262508"/>
                  </a:moveTo>
                  <a:lnTo>
                    <a:pt x="0" y="262508"/>
                  </a:lnTo>
                  <a:lnTo>
                    <a:pt x="88487" y="0"/>
                  </a:lnTo>
                  <a:lnTo>
                    <a:pt x="126587" y="0"/>
                  </a:lnTo>
                  <a:lnTo>
                    <a:pt x="135866" y="27527"/>
                  </a:lnTo>
                  <a:lnTo>
                    <a:pt x="105251" y="27527"/>
                  </a:lnTo>
                  <a:lnTo>
                    <a:pt x="102703" y="38933"/>
                  </a:lnTo>
                  <a:lnTo>
                    <a:pt x="99726" y="50196"/>
                  </a:lnTo>
                  <a:lnTo>
                    <a:pt x="96464" y="61174"/>
                  </a:lnTo>
                  <a:lnTo>
                    <a:pt x="93059" y="71723"/>
                  </a:lnTo>
                  <a:lnTo>
                    <a:pt x="89630" y="82970"/>
                  </a:lnTo>
                  <a:lnTo>
                    <a:pt x="82772" y="104821"/>
                  </a:lnTo>
                  <a:lnTo>
                    <a:pt x="67151" y="155733"/>
                  </a:lnTo>
                  <a:lnTo>
                    <a:pt x="179082" y="155733"/>
                  </a:lnTo>
                  <a:lnTo>
                    <a:pt x="188329" y="183165"/>
                  </a:lnTo>
                  <a:lnTo>
                    <a:pt x="58007" y="183165"/>
                  </a:lnTo>
                  <a:lnTo>
                    <a:pt x="33528" y="262508"/>
                  </a:lnTo>
                  <a:close/>
                </a:path>
                <a:path w="215265" h="262889">
                  <a:moveTo>
                    <a:pt x="179082" y="155733"/>
                  </a:moveTo>
                  <a:lnTo>
                    <a:pt x="146399" y="155733"/>
                  </a:lnTo>
                  <a:lnTo>
                    <a:pt x="134207" y="116014"/>
                  </a:lnTo>
                  <a:lnTo>
                    <a:pt x="129921" y="104821"/>
                  </a:lnTo>
                  <a:lnTo>
                    <a:pt x="126206" y="93904"/>
                  </a:lnTo>
                  <a:lnTo>
                    <a:pt x="123063" y="82970"/>
                  </a:lnTo>
                  <a:lnTo>
                    <a:pt x="120491" y="71723"/>
                  </a:lnTo>
                  <a:lnTo>
                    <a:pt x="117062" y="61174"/>
                  </a:lnTo>
                  <a:lnTo>
                    <a:pt x="113633" y="50196"/>
                  </a:lnTo>
                  <a:lnTo>
                    <a:pt x="110204" y="38933"/>
                  </a:lnTo>
                  <a:lnTo>
                    <a:pt x="106775" y="27527"/>
                  </a:lnTo>
                  <a:lnTo>
                    <a:pt x="135866" y="27527"/>
                  </a:lnTo>
                  <a:lnTo>
                    <a:pt x="179082" y="155733"/>
                  </a:lnTo>
                  <a:close/>
                </a:path>
                <a:path w="215265" h="262889">
                  <a:moveTo>
                    <a:pt x="215074" y="262508"/>
                  </a:moveTo>
                  <a:lnTo>
                    <a:pt x="180022" y="262508"/>
                  </a:lnTo>
                  <a:lnTo>
                    <a:pt x="154114" y="183165"/>
                  </a:lnTo>
                  <a:lnTo>
                    <a:pt x="188329" y="183165"/>
                  </a:lnTo>
                  <a:lnTo>
                    <a:pt x="215074" y="2625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950773" y="5882163"/>
              <a:ext cx="148018" cy="193833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136892" y="5882163"/>
              <a:ext cx="155543" cy="199929"/>
            </a:xfrm>
            <a:prstGeom prst="rect">
              <a:avLst/>
            </a:prstGeom>
          </p:spPr>
        </p:pic>
      </p:grpSp>
      <p:pic>
        <p:nvPicPr>
          <p:cNvPr id="115" name="object 115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7356538" y="5877591"/>
            <a:ext cx="286797" cy="204501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7774495" y="5813107"/>
            <a:ext cx="340360" cy="269240"/>
            <a:chOff x="7774495" y="5813107"/>
            <a:chExt cx="340360" cy="269240"/>
          </a:xfrm>
        </p:grpSpPr>
        <p:sp>
          <p:nvSpPr>
            <p:cNvPr id="117" name="object 117" descr=""/>
            <p:cNvSpPr/>
            <p:nvPr/>
          </p:nvSpPr>
          <p:spPr>
            <a:xfrm>
              <a:off x="7774483" y="5813120"/>
              <a:ext cx="151130" cy="262890"/>
            </a:xfrm>
            <a:custGeom>
              <a:avLst/>
              <a:gdLst/>
              <a:ahLst/>
              <a:cxnLst/>
              <a:rect l="l" t="t" r="r" b="b"/>
              <a:pathLst>
                <a:path w="151129" h="262889">
                  <a:moveTo>
                    <a:pt x="150977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18110"/>
                  </a:lnTo>
                  <a:lnTo>
                    <a:pt x="0" y="144780"/>
                  </a:lnTo>
                  <a:lnTo>
                    <a:pt x="0" y="262890"/>
                  </a:lnTo>
                  <a:lnTo>
                    <a:pt x="33528" y="262890"/>
                  </a:lnTo>
                  <a:lnTo>
                    <a:pt x="33528" y="144780"/>
                  </a:lnTo>
                  <a:lnTo>
                    <a:pt x="132689" y="144780"/>
                  </a:lnTo>
                  <a:lnTo>
                    <a:pt x="132689" y="118110"/>
                  </a:lnTo>
                  <a:lnTo>
                    <a:pt x="33528" y="118110"/>
                  </a:lnTo>
                  <a:lnTo>
                    <a:pt x="33528" y="29210"/>
                  </a:lnTo>
                  <a:lnTo>
                    <a:pt x="150977" y="29210"/>
                  </a:lnTo>
                  <a:lnTo>
                    <a:pt x="1509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960614" y="5882163"/>
              <a:ext cx="154019" cy="199929"/>
            </a:xfrm>
            <a:prstGeom prst="rect">
              <a:avLst/>
            </a:prstGeom>
          </p:spPr>
        </p:pic>
      </p:grpSp>
      <p:pic>
        <p:nvPicPr>
          <p:cNvPr id="119" name="object 119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180260" y="5877592"/>
            <a:ext cx="155543" cy="198405"/>
          </a:xfrm>
          <a:prstGeom prst="rect">
            <a:avLst/>
          </a:prstGeom>
        </p:spPr>
      </p:pic>
      <p:grpSp>
        <p:nvGrpSpPr>
          <p:cNvPr id="120" name="object 120" descr=""/>
          <p:cNvGrpSpPr/>
          <p:nvPr/>
        </p:nvGrpSpPr>
        <p:grpSpPr>
          <a:xfrm>
            <a:off x="8384667" y="5799772"/>
            <a:ext cx="594995" cy="282575"/>
            <a:chOff x="8384667" y="5799772"/>
            <a:chExt cx="594995" cy="282575"/>
          </a:xfrm>
        </p:grpSpPr>
        <p:pic>
          <p:nvPicPr>
            <p:cNvPr id="121" name="object 121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384667" y="5877591"/>
              <a:ext cx="154019" cy="204501"/>
            </a:xfrm>
            <a:prstGeom prst="rect">
              <a:avLst/>
            </a:prstGeom>
          </p:spPr>
        </p:pic>
        <p:sp>
          <p:nvSpPr>
            <p:cNvPr id="122" name="object 122" descr=""/>
            <p:cNvSpPr/>
            <p:nvPr/>
          </p:nvSpPr>
          <p:spPr>
            <a:xfrm>
              <a:off x="8556968" y="5799785"/>
              <a:ext cx="198755" cy="282575"/>
            </a:xfrm>
            <a:custGeom>
              <a:avLst/>
              <a:gdLst/>
              <a:ahLst/>
              <a:cxnLst/>
              <a:rect l="l" t="t" r="r" b="b"/>
              <a:pathLst>
                <a:path w="198754" h="282575">
                  <a:moveTo>
                    <a:pt x="122008" y="274701"/>
                  </a:moveTo>
                  <a:lnTo>
                    <a:pt x="114388" y="250317"/>
                  </a:lnTo>
                  <a:lnTo>
                    <a:pt x="111340" y="251841"/>
                  </a:lnTo>
                  <a:lnTo>
                    <a:pt x="108292" y="251841"/>
                  </a:lnTo>
                  <a:lnTo>
                    <a:pt x="103720" y="253365"/>
                  </a:lnTo>
                  <a:lnTo>
                    <a:pt x="100672" y="254889"/>
                  </a:lnTo>
                  <a:lnTo>
                    <a:pt x="80860" y="254889"/>
                  </a:lnTo>
                  <a:lnTo>
                    <a:pt x="62572" y="216687"/>
                  </a:lnTo>
                  <a:lnTo>
                    <a:pt x="62572" y="108394"/>
                  </a:lnTo>
                  <a:lnTo>
                    <a:pt x="115912" y="108394"/>
                  </a:lnTo>
                  <a:lnTo>
                    <a:pt x="115912" y="82384"/>
                  </a:lnTo>
                  <a:lnTo>
                    <a:pt x="62572" y="82384"/>
                  </a:lnTo>
                  <a:lnTo>
                    <a:pt x="62572" y="27520"/>
                  </a:lnTo>
                  <a:lnTo>
                    <a:pt x="35140" y="27520"/>
                  </a:lnTo>
                  <a:lnTo>
                    <a:pt x="30568" y="82384"/>
                  </a:lnTo>
                  <a:lnTo>
                    <a:pt x="0" y="83908"/>
                  </a:lnTo>
                  <a:lnTo>
                    <a:pt x="0" y="108394"/>
                  </a:lnTo>
                  <a:lnTo>
                    <a:pt x="29044" y="108394"/>
                  </a:lnTo>
                  <a:lnTo>
                    <a:pt x="29044" y="216687"/>
                  </a:lnTo>
                  <a:lnTo>
                    <a:pt x="29311" y="223520"/>
                  </a:lnTo>
                  <a:lnTo>
                    <a:pt x="29997" y="230225"/>
                  </a:lnTo>
                  <a:lnTo>
                    <a:pt x="30975" y="236664"/>
                  </a:lnTo>
                  <a:lnTo>
                    <a:pt x="33616" y="251841"/>
                  </a:lnTo>
                  <a:lnTo>
                    <a:pt x="38188" y="257937"/>
                  </a:lnTo>
                  <a:lnTo>
                    <a:pt x="41236" y="264033"/>
                  </a:lnTo>
                  <a:lnTo>
                    <a:pt x="45808" y="268605"/>
                  </a:lnTo>
                  <a:lnTo>
                    <a:pt x="51904" y="273177"/>
                  </a:lnTo>
                  <a:lnTo>
                    <a:pt x="59524" y="276225"/>
                  </a:lnTo>
                  <a:lnTo>
                    <a:pt x="64655" y="279095"/>
                  </a:lnTo>
                  <a:lnTo>
                    <a:pt x="70764" y="280987"/>
                  </a:lnTo>
                  <a:lnTo>
                    <a:pt x="77749" y="282003"/>
                  </a:lnTo>
                  <a:lnTo>
                    <a:pt x="85432" y="282321"/>
                  </a:lnTo>
                  <a:lnTo>
                    <a:pt x="91528" y="282321"/>
                  </a:lnTo>
                  <a:lnTo>
                    <a:pt x="122008" y="274701"/>
                  </a:lnTo>
                  <a:close/>
                </a:path>
                <a:path w="198754" h="282575">
                  <a:moveTo>
                    <a:pt x="192214" y="82384"/>
                  </a:moveTo>
                  <a:lnTo>
                    <a:pt x="158686" y="82384"/>
                  </a:lnTo>
                  <a:lnTo>
                    <a:pt x="158686" y="276225"/>
                  </a:lnTo>
                  <a:lnTo>
                    <a:pt x="192214" y="276225"/>
                  </a:lnTo>
                  <a:lnTo>
                    <a:pt x="192214" y="82384"/>
                  </a:lnTo>
                  <a:close/>
                </a:path>
                <a:path w="198754" h="282575">
                  <a:moveTo>
                    <a:pt x="198310" y="13716"/>
                  </a:moveTo>
                  <a:lnTo>
                    <a:pt x="196786" y="9144"/>
                  </a:lnTo>
                  <a:lnTo>
                    <a:pt x="192214" y="6096"/>
                  </a:lnTo>
                  <a:lnTo>
                    <a:pt x="187642" y="1524"/>
                  </a:lnTo>
                  <a:lnTo>
                    <a:pt x="181546" y="0"/>
                  </a:lnTo>
                  <a:lnTo>
                    <a:pt x="169354" y="0"/>
                  </a:lnTo>
                  <a:lnTo>
                    <a:pt x="163258" y="1524"/>
                  </a:lnTo>
                  <a:lnTo>
                    <a:pt x="160210" y="6096"/>
                  </a:lnTo>
                  <a:lnTo>
                    <a:pt x="155638" y="9144"/>
                  </a:lnTo>
                  <a:lnTo>
                    <a:pt x="152590" y="15240"/>
                  </a:lnTo>
                  <a:lnTo>
                    <a:pt x="152590" y="27520"/>
                  </a:lnTo>
                  <a:lnTo>
                    <a:pt x="155638" y="32092"/>
                  </a:lnTo>
                  <a:lnTo>
                    <a:pt x="160210" y="36664"/>
                  </a:lnTo>
                  <a:lnTo>
                    <a:pt x="169354" y="42760"/>
                  </a:lnTo>
                  <a:lnTo>
                    <a:pt x="181546" y="42760"/>
                  </a:lnTo>
                  <a:lnTo>
                    <a:pt x="187642" y="39712"/>
                  </a:lnTo>
                  <a:lnTo>
                    <a:pt x="192214" y="36664"/>
                  </a:lnTo>
                  <a:lnTo>
                    <a:pt x="196786" y="32092"/>
                  </a:lnTo>
                  <a:lnTo>
                    <a:pt x="198310" y="27520"/>
                  </a:lnTo>
                  <a:lnTo>
                    <a:pt x="198310" y="137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799576" y="5877591"/>
              <a:ext cx="179927" cy="204501"/>
            </a:xfrm>
            <a:prstGeom prst="rect">
              <a:avLst/>
            </a:prstGeom>
          </p:spPr>
        </p:pic>
      </p:grpSp>
      <p:pic>
        <p:nvPicPr>
          <p:cNvPr id="124" name="object 124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9031414" y="5877592"/>
            <a:ext cx="155543" cy="198405"/>
          </a:xfrm>
          <a:prstGeom prst="rect">
            <a:avLst/>
          </a:prstGeom>
        </p:spPr>
      </p:pic>
      <p:sp>
        <p:nvSpPr>
          <p:cNvPr id="125" name="object 125" descr=""/>
          <p:cNvSpPr/>
          <p:nvPr/>
        </p:nvSpPr>
        <p:spPr>
          <a:xfrm>
            <a:off x="2922257" y="1491906"/>
            <a:ext cx="717550" cy="434975"/>
          </a:xfrm>
          <a:custGeom>
            <a:avLst/>
            <a:gdLst/>
            <a:ahLst/>
            <a:cxnLst/>
            <a:rect l="l" t="t" r="r" b="b"/>
            <a:pathLst>
              <a:path w="717550" h="434975">
                <a:moveTo>
                  <a:pt x="321856" y="373849"/>
                </a:moveTo>
                <a:lnTo>
                  <a:pt x="279184" y="328041"/>
                </a:lnTo>
                <a:lnTo>
                  <a:pt x="270662" y="337756"/>
                </a:lnTo>
                <a:lnTo>
                  <a:pt x="261277" y="346341"/>
                </a:lnTo>
                <a:lnTo>
                  <a:pt x="218363" y="367753"/>
                </a:lnTo>
                <a:lnTo>
                  <a:pt x="192214" y="370801"/>
                </a:lnTo>
                <a:lnTo>
                  <a:pt x="167119" y="368236"/>
                </a:lnTo>
                <a:lnTo>
                  <a:pt x="124891" y="347624"/>
                </a:lnTo>
                <a:lnTo>
                  <a:pt x="94297" y="306997"/>
                </a:lnTo>
                <a:lnTo>
                  <a:pt x="78295" y="250405"/>
                </a:lnTo>
                <a:lnTo>
                  <a:pt x="76301" y="216687"/>
                </a:lnTo>
                <a:lnTo>
                  <a:pt x="76873" y="199809"/>
                </a:lnTo>
                <a:lnTo>
                  <a:pt x="85445" y="154114"/>
                </a:lnTo>
                <a:lnTo>
                  <a:pt x="102374" y="115874"/>
                </a:lnTo>
                <a:lnTo>
                  <a:pt x="136499" y="81673"/>
                </a:lnTo>
                <a:lnTo>
                  <a:pt x="182079" y="66217"/>
                </a:lnTo>
                <a:lnTo>
                  <a:pt x="195262" y="65620"/>
                </a:lnTo>
                <a:lnTo>
                  <a:pt x="206667" y="66192"/>
                </a:lnTo>
                <a:lnTo>
                  <a:pt x="246913" y="79654"/>
                </a:lnTo>
                <a:lnTo>
                  <a:pt x="271564" y="99148"/>
                </a:lnTo>
                <a:lnTo>
                  <a:pt x="312712" y="53340"/>
                </a:lnTo>
                <a:lnTo>
                  <a:pt x="277558" y="25044"/>
                </a:lnTo>
                <a:lnTo>
                  <a:pt x="230403" y="4381"/>
                </a:lnTo>
                <a:lnTo>
                  <a:pt x="193738" y="0"/>
                </a:lnTo>
                <a:lnTo>
                  <a:pt x="174358" y="1092"/>
                </a:lnTo>
                <a:lnTo>
                  <a:pt x="136740" y="9004"/>
                </a:lnTo>
                <a:lnTo>
                  <a:pt x="85458" y="33147"/>
                </a:lnTo>
                <a:lnTo>
                  <a:pt x="56489" y="57912"/>
                </a:lnTo>
                <a:lnTo>
                  <a:pt x="33629" y="88861"/>
                </a:lnTo>
                <a:lnTo>
                  <a:pt x="15341" y="126580"/>
                </a:lnTo>
                <a:lnTo>
                  <a:pt x="4203" y="170116"/>
                </a:lnTo>
                <a:lnTo>
                  <a:pt x="0" y="218211"/>
                </a:lnTo>
                <a:lnTo>
                  <a:pt x="1104" y="243687"/>
                </a:lnTo>
                <a:lnTo>
                  <a:pt x="9042" y="290093"/>
                </a:lnTo>
                <a:lnTo>
                  <a:pt x="23672" y="330771"/>
                </a:lnTo>
                <a:lnTo>
                  <a:pt x="43205" y="364083"/>
                </a:lnTo>
                <a:lnTo>
                  <a:pt x="68986" y="392163"/>
                </a:lnTo>
                <a:lnTo>
                  <a:pt x="116014" y="421093"/>
                </a:lnTo>
                <a:lnTo>
                  <a:pt x="171310" y="434047"/>
                </a:lnTo>
                <a:lnTo>
                  <a:pt x="190690" y="434911"/>
                </a:lnTo>
                <a:lnTo>
                  <a:pt x="210502" y="434022"/>
                </a:lnTo>
                <a:lnTo>
                  <a:pt x="263944" y="419569"/>
                </a:lnTo>
                <a:lnTo>
                  <a:pt x="308737" y="387858"/>
                </a:lnTo>
                <a:lnTo>
                  <a:pt x="321856" y="373849"/>
                </a:lnTo>
                <a:close/>
              </a:path>
              <a:path w="717550" h="434975">
                <a:moveTo>
                  <a:pt x="716953" y="215163"/>
                </a:moveTo>
                <a:lnTo>
                  <a:pt x="714286" y="167259"/>
                </a:lnTo>
                <a:lnTo>
                  <a:pt x="704761" y="125056"/>
                </a:lnTo>
                <a:lnTo>
                  <a:pt x="688009" y="88125"/>
                </a:lnTo>
                <a:lnTo>
                  <a:pt x="672604" y="65620"/>
                </a:lnTo>
                <a:lnTo>
                  <a:pt x="666661" y="57912"/>
                </a:lnTo>
                <a:lnTo>
                  <a:pt x="653503" y="44818"/>
                </a:lnTo>
                <a:lnTo>
                  <a:pt x="640664" y="34366"/>
                </a:lnTo>
                <a:lnTo>
                  <a:pt x="640664" y="215163"/>
                </a:lnTo>
                <a:lnTo>
                  <a:pt x="640105" y="232879"/>
                </a:lnTo>
                <a:lnTo>
                  <a:pt x="633044" y="279171"/>
                </a:lnTo>
                <a:lnTo>
                  <a:pt x="618248" y="317423"/>
                </a:lnTo>
                <a:lnTo>
                  <a:pt x="587273" y="353796"/>
                </a:lnTo>
                <a:lnTo>
                  <a:pt x="544703" y="370001"/>
                </a:lnTo>
                <a:lnTo>
                  <a:pt x="532358" y="370801"/>
                </a:lnTo>
                <a:lnTo>
                  <a:pt x="520090" y="370001"/>
                </a:lnTo>
                <a:lnTo>
                  <a:pt x="478396" y="353796"/>
                </a:lnTo>
                <a:lnTo>
                  <a:pt x="446557" y="317423"/>
                </a:lnTo>
                <a:lnTo>
                  <a:pt x="431685" y="279171"/>
                </a:lnTo>
                <a:lnTo>
                  <a:pt x="424611" y="232879"/>
                </a:lnTo>
                <a:lnTo>
                  <a:pt x="424065" y="215163"/>
                </a:lnTo>
                <a:lnTo>
                  <a:pt x="426021" y="182308"/>
                </a:lnTo>
                <a:lnTo>
                  <a:pt x="440855" y="126911"/>
                </a:lnTo>
                <a:lnTo>
                  <a:pt x="469138" y="88125"/>
                </a:lnTo>
                <a:lnTo>
                  <a:pt x="508622" y="68173"/>
                </a:lnTo>
                <a:lnTo>
                  <a:pt x="532358" y="65620"/>
                </a:lnTo>
                <a:lnTo>
                  <a:pt x="556158" y="68173"/>
                </a:lnTo>
                <a:lnTo>
                  <a:pt x="595680" y="88125"/>
                </a:lnTo>
                <a:lnTo>
                  <a:pt x="624586" y="127558"/>
                </a:lnTo>
                <a:lnTo>
                  <a:pt x="638924" y="182524"/>
                </a:lnTo>
                <a:lnTo>
                  <a:pt x="640664" y="215163"/>
                </a:lnTo>
                <a:lnTo>
                  <a:pt x="640664" y="34366"/>
                </a:lnTo>
                <a:lnTo>
                  <a:pt x="607136" y="15240"/>
                </a:lnTo>
                <a:lnTo>
                  <a:pt x="552437" y="1092"/>
                </a:lnTo>
                <a:lnTo>
                  <a:pt x="532358" y="0"/>
                </a:lnTo>
                <a:lnTo>
                  <a:pt x="512330" y="1092"/>
                </a:lnTo>
                <a:lnTo>
                  <a:pt x="457682" y="15240"/>
                </a:lnTo>
                <a:lnTo>
                  <a:pt x="411949" y="44818"/>
                </a:lnTo>
                <a:lnTo>
                  <a:pt x="377774" y="88671"/>
                </a:lnTo>
                <a:lnTo>
                  <a:pt x="361581" y="125056"/>
                </a:lnTo>
                <a:lnTo>
                  <a:pt x="351294" y="167259"/>
                </a:lnTo>
                <a:lnTo>
                  <a:pt x="347865" y="215163"/>
                </a:lnTo>
                <a:lnTo>
                  <a:pt x="348716" y="240614"/>
                </a:lnTo>
                <a:lnTo>
                  <a:pt x="355574" y="286397"/>
                </a:lnTo>
                <a:lnTo>
                  <a:pt x="369023" y="326466"/>
                </a:lnTo>
                <a:lnTo>
                  <a:pt x="387934" y="361429"/>
                </a:lnTo>
                <a:lnTo>
                  <a:pt x="425818" y="401662"/>
                </a:lnTo>
                <a:lnTo>
                  <a:pt x="475132" y="426516"/>
                </a:lnTo>
                <a:lnTo>
                  <a:pt x="532358" y="434911"/>
                </a:lnTo>
                <a:lnTo>
                  <a:pt x="552437" y="434035"/>
                </a:lnTo>
                <a:lnTo>
                  <a:pt x="607136" y="419569"/>
                </a:lnTo>
                <a:lnTo>
                  <a:pt x="653503" y="390004"/>
                </a:lnTo>
                <a:lnTo>
                  <a:pt x="671283" y="370801"/>
                </a:lnTo>
                <a:lnTo>
                  <a:pt x="678395" y="361429"/>
                </a:lnTo>
                <a:lnTo>
                  <a:pt x="697306" y="326466"/>
                </a:lnTo>
                <a:lnTo>
                  <a:pt x="710526" y="286397"/>
                </a:lnTo>
                <a:lnTo>
                  <a:pt x="716330" y="240614"/>
                </a:lnTo>
                <a:lnTo>
                  <a:pt x="716953" y="2151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 descr=""/>
          <p:cNvSpPr/>
          <p:nvPr/>
        </p:nvSpPr>
        <p:spPr>
          <a:xfrm>
            <a:off x="3723132" y="1499520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8299" y="183070"/>
                </a:lnTo>
                <a:lnTo>
                  <a:pt x="64103" y="94583"/>
                </a:lnTo>
                <a:lnTo>
                  <a:pt x="62579" y="94583"/>
                </a:lnTo>
                <a:lnTo>
                  <a:pt x="65055" y="129111"/>
                </a:lnTo>
                <a:lnTo>
                  <a:pt x="66651" y="146741"/>
                </a:lnTo>
                <a:lnTo>
                  <a:pt x="68675" y="164782"/>
                </a:lnTo>
                <a:lnTo>
                  <a:pt x="70770" y="200644"/>
                </a:lnTo>
                <a:lnTo>
                  <a:pt x="71461" y="218440"/>
                </a:lnTo>
                <a:lnTo>
                  <a:pt x="71723" y="236505"/>
                </a:lnTo>
                <a:lnTo>
                  <a:pt x="71723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7454" y="236505"/>
                </a:lnTo>
                <a:lnTo>
                  <a:pt x="250126" y="324993"/>
                </a:lnTo>
                <a:lnTo>
                  <a:pt x="253174" y="324993"/>
                </a:lnTo>
                <a:lnTo>
                  <a:pt x="250698" y="291643"/>
                </a:lnTo>
                <a:lnTo>
                  <a:pt x="249102" y="273732"/>
                </a:lnTo>
                <a:lnTo>
                  <a:pt x="247078" y="254793"/>
                </a:lnTo>
                <a:lnTo>
                  <a:pt x="245316" y="236528"/>
                </a:lnTo>
                <a:lnTo>
                  <a:pt x="244411" y="218396"/>
                </a:lnTo>
                <a:lnTo>
                  <a:pt x="244078" y="200532"/>
                </a:lnTo>
                <a:lnTo>
                  <a:pt x="244030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 descr=""/>
          <p:cNvSpPr/>
          <p:nvPr/>
        </p:nvSpPr>
        <p:spPr>
          <a:xfrm>
            <a:off x="4115180" y="1491900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60" h="434975">
                <a:moveTo>
                  <a:pt x="150971" y="434911"/>
                </a:moveTo>
                <a:lnTo>
                  <a:pt x="109811" y="431280"/>
                </a:lnTo>
                <a:lnTo>
                  <a:pt x="68580" y="419576"/>
                </a:lnTo>
                <a:lnTo>
                  <a:pt x="32003" y="400145"/>
                </a:lnTo>
                <a:lnTo>
                  <a:pt x="0" y="373856"/>
                </a:lnTo>
                <a:lnTo>
                  <a:pt x="42672" y="323469"/>
                </a:lnTo>
                <a:lnTo>
                  <a:pt x="54413" y="333209"/>
                </a:lnTo>
                <a:lnTo>
                  <a:pt x="66877" y="341959"/>
                </a:lnTo>
                <a:lnTo>
                  <a:pt x="109204" y="363093"/>
                </a:lnTo>
                <a:lnTo>
                  <a:pt x="152495" y="370808"/>
                </a:lnTo>
                <a:lnTo>
                  <a:pt x="168784" y="369927"/>
                </a:lnTo>
                <a:lnTo>
                  <a:pt x="207454" y="355568"/>
                </a:lnTo>
                <a:lnTo>
                  <a:pt x="225742" y="315849"/>
                </a:lnTo>
                <a:lnTo>
                  <a:pt x="225742" y="308229"/>
                </a:lnTo>
                <a:lnTo>
                  <a:pt x="195167" y="270033"/>
                </a:lnTo>
                <a:lnTo>
                  <a:pt x="186023" y="266985"/>
                </a:lnTo>
                <a:lnTo>
                  <a:pt x="180046" y="263794"/>
                </a:lnTo>
                <a:lnTo>
                  <a:pt x="160115" y="254793"/>
                </a:lnTo>
                <a:lnTo>
                  <a:pt x="103727" y="230409"/>
                </a:lnTo>
                <a:lnTo>
                  <a:pt x="95735" y="226718"/>
                </a:lnTo>
                <a:lnTo>
                  <a:pt x="58293" y="203275"/>
                </a:lnTo>
                <a:lnTo>
                  <a:pt x="29646" y="168187"/>
                </a:lnTo>
                <a:lnTo>
                  <a:pt x="18835" y="130126"/>
                </a:lnTo>
                <a:lnTo>
                  <a:pt x="18288" y="118967"/>
                </a:lnTo>
                <a:lnTo>
                  <a:pt x="18883" y="106656"/>
                </a:lnTo>
                <a:lnTo>
                  <a:pt x="34980" y="61666"/>
                </a:lnTo>
                <a:lnTo>
                  <a:pt x="67605" y="27360"/>
                </a:lnTo>
                <a:lnTo>
                  <a:pt x="102203" y="9143"/>
                </a:lnTo>
                <a:lnTo>
                  <a:pt x="144637" y="571"/>
                </a:lnTo>
                <a:lnTo>
                  <a:pt x="160115" y="0"/>
                </a:lnTo>
                <a:lnTo>
                  <a:pt x="178156" y="881"/>
                </a:lnTo>
                <a:lnTo>
                  <a:pt x="230314" y="15239"/>
                </a:lnTo>
                <a:lnTo>
                  <a:pt x="275320" y="42243"/>
                </a:lnTo>
                <a:lnTo>
                  <a:pt x="288226" y="53339"/>
                </a:lnTo>
                <a:lnTo>
                  <a:pt x="250126" y="100679"/>
                </a:lnTo>
                <a:lnTo>
                  <a:pt x="239815" y="92987"/>
                </a:lnTo>
                <a:lnTo>
                  <a:pt x="229361" y="86010"/>
                </a:lnTo>
                <a:lnTo>
                  <a:pt x="184892" y="67913"/>
                </a:lnTo>
                <a:lnTo>
                  <a:pt x="160115" y="65627"/>
                </a:lnTo>
                <a:lnTo>
                  <a:pt x="145208" y="66460"/>
                </a:lnTo>
                <a:lnTo>
                  <a:pt x="103346" y="85248"/>
                </a:lnTo>
                <a:lnTo>
                  <a:pt x="93059" y="114395"/>
                </a:lnTo>
                <a:lnTo>
                  <a:pt x="93059" y="123539"/>
                </a:lnTo>
                <a:lnTo>
                  <a:pt x="94583" y="129635"/>
                </a:lnTo>
                <a:lnTo>
                  <a:pt x="99155" y="135826"/>
                </a:lnTo>
                <a:lnTo>
                  <a:pt x="102203" y="141922"/>
                </a:lnTo>
                <a:lnTo>
                  <a:pt x="135731" y="163258"/>
                </a:lnTo>
                <a:lnTo>
                  <a:pt x="147351" y="168020"/>
                </a:lnTo>
                <a:lnTo>
                  <a:pt x="153519" y="170759"/>
                </a:lnTo>
                <a:lnTo>
                  <a:pt x="160115" y="173926"/>
                </a:lnTo>
                <a:lnTo>
                  <a:pt x="216598" y="196786"/>
                </a:lnTo>
                <a:lnTo>
                  <a:pt x="234505" y="205978"/>
                </a:lnTo>
                <a:lnTo>
                  <a:pt x="271557" y="232957"/>
                </a:lnTo>
                <a:lnTo>
                  <a:pt x="297441" y="279304"/>
                </a:lnTo>
                <a:lnTo>
                  <a:pt x="301942" y="311277"/>
                </a:lnTo>
                <a:lnTo>
                  <a:pt x="301132" y="323589"/>
                </a:lnTo>
                <a:lnTo>
                  <a:pt x="285869" y="369736"/>
                </a:lnTo>
                <a:lnTo>
                  <a:pt x="251055" y="405956"/>
                </a:lnTo>
                <a:lnTo>
                  <a:pt x="213550" y="425767"/>
                </a:lnTo>
                <a:lnTo>
                  <a:pt x="167808" y="434340"/>
                </a:lnTo>
                <a:lnTo>
                  <a:pt x="150971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 descr=""/>
          <p:cNvSpPr/>
          <p:nvPr/>
        </p:nvSpPr>
        <p:spPr>
          <a:xfrm>
            <a:off x="4492752" y="1499616"/>
            <a:ext cx="76200" cy="419100"/>
          </a:xfrm>
          <a:custGeom>
            <a:avLst/>
            <a:gdLst/>
            <a:ahLst/>
            <a:cxnLst/>
            <a:rect l="l" t="t" r="r" b="b"/>
            <a:pathLst>
              <a:path w="76200" h="419100">
                <a:moveTo>
                  <a:pt x="76200" y="419100"/>
                </a:moveTo>
                <a:lnTo>
                  <a:pt x="0" y="419100"/>
                </a:lnTo>
                <a:lnTo>
                  <a:pt x="0" y="0"/>
                </a:lnTo>
                <a:lnTo>
                  <a:pt x="76200" y="0"/>
                </a:lnTo>
                <a:lnTo>
                  <a:pt x="76200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 descr=""/>
          <p:cNvSpPr/>
          <p:nvPr/>
        </p:nvSpPr>
        <p:spPr>
          <a:xfrm>
            <a:off x="4673441" y="1499520"/>
            <a:ext cx="316230" cy="419734"/>
          </a:xfrm>
          <a:custGeom>
            <a:avLst/>
            <a:gdLst/>
            <a:ahLst/>
            <a:cxnLst/>
            <a:rect l="l" t="t" r="r" b="b"/>
            <a:pathLst>
              <a:path w="316229" h="419735">
                <a:moveTo>
                  <a:pt x="115919" y="419671"/>
                </a:moveTo>
                <a:lnTo>
                  <a:pt x="0" y="419671"/>
                </a:lnTo>
                <a:lnTo>
                  <a:pt x="0" y="0"/>
                </a:lnTo>
                <a:lnTo>
                  <a:pt x="111347" y="0"/>
                </a:lnTo>
                <a:lnTo>
                  <a:pt x="156836" y="3381"/>
                </a:lnTo>
                <a:lnTo>
                  <a:pt x="197155" y="13335"/>
                </a:lnTo>
                <a:lnTo>
                  <a:pt x="232313" y="29575"/>
                </a:lnTo>
                <a:lnTo>
                  <a:pt x="262318" y="51816"/>
                </a:lnTo>
                <a:lnTo>
                  <a:pt x="269576" y="61055"/>
                </a:lnTo>
                <a:lnTo>
                  <a:pt x="74771" y="61055"/>
                </a:lnTo>
                <a:lnTo>
                  <a:pt x="74771" y="358616"/>
                </a:lnTo>
                <a:lnTo>
                  <a:pt x="268708" y="358616"/>
                </a:lnTo>
                <a:lnTo>
                  <a:pt x="262318" y="366236"/>
                </a:lnTo>
                <a:lnTo>
                  <a:pt x="217527" y="398383"/>
                </a:lnTo>
                <a:lnTo>
                  <a:pt x="180721" y="411875"/>
                </a:lnTo>
                <a:lnTo>
                  <a:pt x="138460" y="418799"/>
                </a:lnTo>
                <a:lnTo>
                  <a:pt x="115919" y="419671"/>
                </a:lnTo>
                <a:close/>
              </a:path>
              <a:path w="316229" h="419735">
                <a:moveTo>
                  <a:pt x="268708" y="358616"/>
                </a:moveTo>
                <a:lnTo>
                  <a:pt x="106775" y="358616"/>
                </a:lnTo>
                <a:lnTo>
                  <a:pt x="137055" y="356328"/>
                </a:lnTo>
                <a:lnTo>
                  <a:pt x="163782" y="349460"/>
                </a:lnTo>
                <a:lnTo>
                  <a:pt x="205930" y="321945"/>
                </a:lnTo>
                <a:lnTo>
                  <a:pt x="231267" y="275034"/>
                </a:lnTo>
                <a:lnTo>
                  <a:pt x="239458" y="207549"/>
                </a:lnTo>
                <a:lnTo>
                  <a:pt x="237410" y="172094"/>
                </a:lnTo>
                <a:lnTo>
                  <a:pt x="220170" y="116078"/>
                </a:lnTo>
                <a:lnTo>
                  <a:pt x="185508" y="80986"/>
                </a:lnTo>
                <a:lnTo>
                  <a:pt x="136817" y="63317"/>
                </a:lnTo>
                <a:lnTo>
                  <a:pt x="106775" y="61055"/>
                </a:lnTo>
                <a:lnTo>
                  <a:pt x="269576" y="61055"/>
                </a:lnTo>
                <a:lnTo>
                  <a:pt x="285495" y="81319"/>
                </a:lnTo>
                <a:lnTo>
                  <a:pt x="302216" y="117109"/>
                </a:lnTo>
                <a:lnTo>
                  <a:pt x="312347" y="159186"/>
                </a:lnTo>
                <a:lnTo>
                  <a:pt x="315753" y="207549"/>
                </a:lnTo>
                <a:lnTo>
                  <a:pt x="314896" y="232996"/>
                </a:lnTo>
                <a:lnTo>
                  <a:pt x="308038" y="278781"/>
                </a:lnTo>
                <a:lnTo>
                  <a:pt x="294344" y="318578"/>
                </a:lnTo>
                <a:lnTo>
                  <a:pt x="274351" y="351886"/>
                </a:lnTo>
                <a:lnTo>
                  <a:pt x="268708" y="35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 descr=""/>
          <p:cNvSpPr/>
          <p:nvPr/>
        </p:nvSpPr>
        <p:spPr>
          <a:xfrm>
            <a:off x="5073104" y="1500098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4" h="419100">
                <a:moveTo>
                  <a:pt x="259270" y="356870"/>
                </a:moveTo>
                <a:lnTo>
                  <a:pt x="74676" y="356870"/>
                </a:lnTo>
                <a:lnTo>
                  <a:pt x="74676" y="232410"/>
                </a:lnTo>
                <a:lnTo>
                  <a:pt x="225742" y="232410"/>
                </a:lnTo>
                <a:lnTo>
                  <a:pt x="225742" y="170180"/>
                </a:lnTo>
                <a:lnTo>
                  <a:pt x="74676" y="170180"/>
                </a:lnTo>
                <a:lnTo>
                  <a:pt x="74676" y="62230"/>
                </a:lnTo>
                <a:lnTo>
                  <a:pt x="253174" y="62230"/>
                </a:lnTo>
                <a:lnTo>
                  <a:pt x="253174" y="0"/>
                </a:lnTo>
                <a:lnTo>
                  <a:pt x="0" y="0"/>
                </a:lnTo>
                <a:lnTo>
                  <a:pt x="0" y="62230"/>
                </a:lnTo>
                <a:lnTo>
                  <a:pt x="0" y="17018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270" y="419100"/>
                </a:lnTo>
                <a:lnTo>
                  <a:pt x="259270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 descr=""/>
          <p:cNvSpPr/>
          <p:nvPr/>
        </p:nvSpPr>
        <p:spPr>
          <a:xfrm>
            <a:off x="5417807" y="1499526"/>
            <a:ext cx="988694" cy="419734"/>
          </a:xfrm>
          <a:custGeom>
            <a:avLst/>
            <a:gdLst/>
            <a:ahLst/>
            <a:cxnLst/>
            <a:rect l="l" t="t" r="r" b="b"/>
            <a:pathLst>
              <a:path w="988695" h="419735">
                <a:moveTo>
                  <a:pt x="312712" y="419671"/>
                </a:moveTo>
                <a:lnTo>
                  <a:pt x="219024" y="256311"/>
                </a:lnTo>
                <a:lnTo>
                  <a:pt x="212026" y="244119"/>
                </a:lnTo>
                <a:lnTo>
                  <a:pt x="230339" y="237261"/>
                </a:lnTo>
                <a:lnTo>
                  <a:pt x="272986" y="202971"/>
                </a:lnTo>
                <a:lnTo>
                  <a:pt x="290220" y="168592"/>
                </a:lnTo>
                <a:lnTo>
                  <a:pt x="295948" y="125056"/>
                </a:lnTo>
                <a:lnTo>
                  <a:pt x="295109" y="107632"/>
                </a:lnTo>
                <a:lnTo>
                  <a:pt x="283756" y="65620"/>
                </a:lnTo>
                <a:lnTo>
                  <a:pt x="251650" y="27432"/>
                </a:lnTo>
                <a:lnTo>
                  <a:pt x="222694" y="13004"/>
                </a:lnTo>
                <a:lnTo>
                  <a:pt x="222694" y="125056"/>
                </a:lnTo>
                <a:lnTo>
                  <a:pt x="221272" y="142024"/>
                </a:lnTo>
                <a:lnTo>
                  <a:pt x="199834" y="178498"/>
                </a:lnTo>
                <a:lnTo>
                  <a:pt x="154546" y="195643"/>
                </a:lnTo>
                <a:lnTo>
                  <a:pt x="134213" y="196786"/>
                </a:lnTo>
                <a:lnTo>
                  <a:pt x="74777" y="196786"/>
                </a:lnTo>
                <a:lnTo>
                  <a:pt x="74777" y="59524"/>
                </a:lnTo>
                <a:lnTo>
                  <a:pt x="134213" y="59524"/>
                </a:lnTo>
                <a:lnTo>
                  <a:pt x="172173" y="63715"/>
                </a:lnTo>
                <a:lnTo>
                  <a:pt x="209842" y="83058"/>
                </a:lnTo>
                <a:lnTo>
                  <a:pt x="222694" y="125056"/>
                </a:lnTo>
                <a:lnTo>
                  <a:pt x="222694" y="13004"/>
                </a:lnTo>
                <a:lnTo>
                  <a:pt x="173507" y="2095"/>
                </a:lnTo>
                <a:lnTo>
                  <a:pt x="141833" y="0"/>
                </a:lnTo>
                <a:lnTo>
                  <a:pt x="0" y="0"/>
                </a:lnTo>
                <a:lnTo>
                  <a:pt x="0" y="419671"/>
                </a:lnTo>
                <a:lnTo>
                  <a:pt x="74777" y="419671"/>
                </a:lnTo>
                <a:lnTo>
                  <a:pt x="74777" y="256311"/>
                </a:lnTo>
                <a:lnTo>
                  <a:pt x="138785" y="256311"/>
                </a:lnTo>
                <a:lnTo>
                  <a:pt x="228790" y="419671"/>
                </a:lnTo>
                <a:lnTo>
                  <a:pt x="312712" y="419671"/>
                </a:lnTo>
                <a:close/>
              </a:path>
              <a:path w="988695" h="419735">
                <a:moveTo>
                  <a:pt x="683336" y="419671"/>
                </a:moveTo>
                <a:lnTo>
                  <a:pt x="646379" y="306705"/>
                </a:lnTo>
                <a:lnTo>
                  <a:pt x="626910" y="247167"/>
                </a:lnTo>
                <a:lnTo>
                  <a:pt x="565048" y="58000"/>
                </a:lnTo>
                <a:lnTo>
                  <a:pt x="555218" y="27952"/>
                </a:lnTo>
                <a:lnTo>
                  <a:pt x="555218" y="247167"/>
                </a:lnTo>
                <a:lnTo>
                  <a:pt x="448449" y="247167"/>
                </a:lnTo>
                <a:lnTo>
                  <a:pt x="463689" y="196786"/>
                </a:lnTo>
                <a:lnTo>
                  <a:pt x="491159" y="93637"/>
                </a:lnTo>
                <a:lnTo>
                  <a:pt x="495769" y="76034"/>
                </a:lnTo>
                <a:lnTo>
                  <a:pt x="500354" y="58000"/>
                </a:lnTo>
                <a:lnTo>
                  <a:pt x="503402" y="58000"/>
                </a:lnTo>
                <a:lnTo>
                  <a:pt x="507974" y="75387"/>
                </a:lnTo>
                <a:lnTo>
                  <a:pt x="517118" y="110769"/>
                </a:lnTo>
                <a:lnTo>
                  <a:pt x="521690" y="128206"/>
                </a:lnTo>
                <a:lnTo>
                  <a:pt x="539978" y="196786"/>
                </a:lnTo>
                <a:lnTo>
                  <a:pt x="555218" y="247167"/>
                </a:lnTo>
                <a:lnTo>
                  <a:pt x="555218" y="27952"/>
                </a:lnTo>
                <a:lnTo>
                  <a:pt x="546074" y="0"/>
                </a:lnTo>
                <a:lnTo>
                  <a:pt x="459117" y="0"/>
                </a:lnTo>
                <a:lnTo>
                  <a:pt x="323380" y="419671"/>
                </a:lnTo>
                <a:lnTo>
                  <a:pt x="398157" y="419671"/>
                </a:lnTo>
                <a:lnTo>
                  <a:pt x="431685" y="306705"/>
                </a:lnTo>
                <a:lnTo>
                  <a:pt x="571982" y="306705"/>
                </a:lnTo>
                <a:lnTo>
                  <a:pt x="605599" y="419671"/>
                </a:lnTo>
                <a:lnTo>
                  <a:pt x="683336" y="419671"/>
                </a:lnTo>
                <a:close/>
              </a:path>
              <a:path w="988695" h="419735">
                <a:moveTo>
                  <a:pt x="988415" y="342"/>
                </a:moveTo>
                <a:lnTo>
                  <a:pt x="672655" y="342"/>
                </a:lnTo>
                <a:lnTo>
                  <a:pt x="672655" y="62572"/>
                </a:lnTo>
                <a:lnTo>
                  <a:pt x="793153" y="62572"/>
                </a:lnTo>
                <a:lnTo>
                  <a:pt x="793153" y="419442"/>
                </a:lnTo>
                <a:lnTo>
                  <a:pt x="867918" y="419442"/>
                </a:lnTo>
                <a:lnTo>
                  <a:pt x="867918" y="62572"/>
                </a:lnTo>
                <a:lnTo>
                  <a:pt x="988415" y="62572"/>
                </a:lnTo>
                <a:lnTo>
                  <a:pt x="988415" y="3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 descr=""/>
          <p:cNvSpPr/>
          <p:nvPr/>
        </p:nvSpPr>
        <p:spPr>
          <a:xfrm>
            <a:off x="6477000" y="1499616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6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6" y="0"/>
                </a:lnTo>
                <a:lnTo>
                  <a:pt x="74676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 descr=""/>
          <p:cNvSpPr/>
          <p:nvPr/>
        </p:nvSpPr>
        <p:spPr>
          <a:xfrm>
            <a:off x="6635019" y="1491900"/>
            <a:ext cx="369570" cy="434975"/>
          </a:xfrm>
          <a:custGeom>
            <a:avLst/>
            <a:gdLst/>
            <a:ahLst/>
            <a:cxnLst/>
            <a:rect l="l" t="t" r="r" b="b"/>
            <a:pathLst>
              <a:path w="369570" h="434975">
                <a:moveTo>
                  <a:pt x="184594" y="434911"/>
                </a:moveTo>
                <a:lnTo>
                  <a:pt x="145530" y="431280"/>
                </a:lnTo>
                <a:lnTo>
                  <a:pt x="93273" y="411622"/>
                </a:lnTo>
                <a:lnTo>
                  <a:pt x="51911" y="376904"/>
                </a:lnTo>
                <a:lnTo>
                  <a:pt x="29991" y="344662"/>
                </a:lnTo>
                <a:lnTo>
                  <a:pt x="13716" y="306705"/>
                </a:lnTo>
                <a:lnTo>
                  <a:pt x="3429" y="264366"/>
                </a:lnTo>
                <a:lnTo>
                  <a:pt x="0" y="215169"/>
                </a:lnTo>
                <a:lnTo>
                  <a:pt x="857" y="190562"/>
                </a:lnTo>
                <a:lnTo>
                  <a:pt x="7715" y="145384"/>
                </a:lnTo>
                <a:lnTo>
                  <a:pt x="21224" y="106226"/>
                </a:lnTo>
                <a:lnTo>
                  <a:pt x="40170" y="72516"/>
                </a:lnTo>
                <a:lnTo>
                  <a:pt x="78009" y="33146"/>
                </a:lnTo>
                <a:lnTo>
                  <a:pt x="127332" y="9001"/>
                </a:lnTo>
                <a:lnTo>
                  <a:pt x="184594" y="0"/>
                </a:lnTo>
                <a:lnTo>
                  <a:pt x="204635" y="1095"/>
                </a:lnTo>
                <a:lnTo>
                  <a:pt x="259365" y="15240"/>
                </a:lnTo>
                <a:lnTo>
                  <a:pt x="305657" y="44815"/>
                </a:lnTo>
                <a:lnTo>
                  <a:pt x="324759" y="65627"/>
                </a:lnTo>
                <a:lnTo>
                  <a:pt x="184594" y="65627"/>
                </a:lnTo>
                <a:lnTo>
                  <a:pt x="160838" y="68175"/>
                </a:lnTo>
                <a:lnTo>
                  <a:pt x="121291" y="88130"/>
                </a:lnTo>
                <a:lnTo>
                  <a:pt x="92368" y="126913"/>
                </a:lnTo>
                <a:lnTo>
                  <a:pt x="78033" y="182309"/>
                </a:lnTo>
                <a:lnTo>
                  <a:pt x="76295" y="215169"/>
                </a:lnTo>
                <a:lnTo>
                  <a:pt x="76842" y="232886"/>
                </a:lnTo>
                <a:lnTo>
                  <a:pt x="83915" y="279177"/>
                </a:lnTo>
                <a:lnTo>
                  <a:pt x="98702" y="317419"/>
                </a:lnTo>
                <a:lnTo>
                  <a:pt x="130365" y="353798"/>
                </a:lnTo>
                <a:lnTo>
                  <a:pt x="172331" y="369998"/>
                </a:lnTo>
                <a:lnTo>
                  <a:pt x="184594" y="370808"/>
                </a:lnTo>
                <a:lnTo>
                  <a:pt x="323180" y="370808"/>
                </a:lnTo>
                <a:lnTo>
                  <a:pt x="318801" y="376904"/>
                </a:lnTo>
                <a:lnTo>
                  <a:pt x="275939" y="411622"/>
                </a:lnTo>
                <a:lnTo>
                  <a:pt x="223694" y="431280"/>
                </a:lnTo>
                <a:lnTo>
                  <a:pt x="204635" y="434028"/>
                </a:lnTo>
                <a:lnTo>
                  <a:pt x="184594" y="434911"/>
                </a:lnTo>
                <a:close/>
              </a:path>
              <a:path w="369570" h="434975">
                <a:moveTo>
                  <a:pt x="323180" y="370808"/>
                </a:moveTo>
                <a:lnTo>
                  <a:pt x="184594" y="370808"/>
                </a:lnTo>
                <a:lnTo>
                  <a:pt x="196857" y="369998"/>
                </a:lnTo>
                <a:lnTo>
                  <a:pt x="208407" y="367760"/>
                </a:lnTo>
                <a:lnTo>
                  <a:pt x="248114" y="346340"/>
                </a:lnTo>
                <a:lnTo>
                  <a:pt x="276320" y="305931"/>
                </a:lnTo>
                <a:lnTo>
                  <a:pt x="288393" y="264890"/>
                </a:lnTo>
                <a:lnTo>
                  <a:pt x="292893" y="215169"/>
                </a:lnTo>
                <a:lnTo>
                  <a:pt x="291155" y="182524"/>
                </a:lnTo>
                <a:lnTo>
                  <a:pt x="276820" y="127556"/>
                </a:lnTo>
                <a:lnTo>
                  <a:pt x="247897" y="88130"/>
                </a:lnTo>
                <a:lnTo>
                  <a:pt x="208350" y="68175"/>
                </a:lnTo>
                <a:lnTo>
                  <a:pt x="184594" y="65627"/>
                </a:lnTo>
                <a:lnTo>
                  <a:pt x="324759" y="65627"/>
                </a:lnTo>
                <a:lnTo>
                  <a:pt x="349314" y="105583"/>
                </a:lnTo>
                <a:lnTo>
                  <a:pt x="362116" y="145384"/>
                </a:lnTo>
                <a:lnTo>
                  <a:pt x="368355" y="190562"/>
                </a:lnTo>
                <a:lnTo>
                  <a:pt x="369188" y="215169"/>
                </a:lnTo>
                <a:lnTo>
                  <a:pt x="368569" y="240616"/>
                </a:lnTo>
                <a:lnTo>
                  <a:pt x="362759" y="286401"/>
                </a:lnTo>
                <a:lnTo>
                  <a:pt x="349314" y="326460"/>
                </a:lnTo>
                <a:lnTo>
                  <a:pt x="329913" y="361435"/>
                </a:lnTo>
                <a:lnTo>
                  <a:pt x="323180" y="370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/>
          <p:nvPr/>
        </p:nvSpPr>
        <p:spPr>
          <a:xfrm>
            <a:off x="7088123" y="1499520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6775" y="183070"/>
                </a:lnTo>
                <a:lnTo>
                  <a:pt x="64008" y="94583"/>
                </a:lnTo>
                <a:lnTo>
                  <a:pt x="62484" y="94583"/>
                </a:lnTo>
                <a:lnTo>
                  <a:pt x="64960" y="129111"/>
                </a:lnTo>
                <a:lnTo>
                  <a:pt x="66555" y="146741"/>
                </a:lnTo>
                <a:lnTo>
                  <a:pt x="68580" y="164782"/>
                </a:lnTo>
                <a:lnTo>
                  <a:pt x="70675" y="200644"/>
                </a:lnTo>
                <a:lnTo>
                  <a:pt x="71366" y="218440"/>
                </a:lnTo>
                <a:lnTo>
                  <a:pt x="71628" y="236505"/>
                </a:lnTo>
                <a:lnTo>
                  <a:pt x="71628" y="419671"/>
                </a:lnTo>
                <a:lnTo>
                  <a:pt x="0" y="419671"/>
                </a:lnTo>
                <a:lnTo>
                  <a:pt x="0" y="0"/>
                </a:lnTo>
                <a:lnTo>
                  <a:pt x="76200" y="0"/>
                </a:lnTo>
                <a:lnTo>
                  <a:pt x="207359" y="236505"/>
                </a:lnTo>
                <a:lnTo>
                  <a:pt x="250126" y="324993"/>
                </a:lnTo>
                <a:lnTo>
                  <a:pt x="253174" y="324993"/>
                </a:lnTo>
                <a:lnTo>
                  <a:pt x="251793" y="308679"/>
                </a:lnTo>
                <a:lnTo>
                  <a:pt x="248459" y="273732"/>
                </a:lnTo>
                <a:lnTo>
                  <a:pt x="247078" y="254793"/>
                </a:lnTo>
                <a:lnTo>
                  <a:pt x="245078" y="236528"/>
                </a:lnTo>
                <a:lnTo>
                  <a:pt x="243649" y="218396"/>
                </a:lnTo>
                <a:lnTo>
                  <a:pt x="242792" y="200532"/>
                </a:lnTo>
                <a:lnTo>
                  <a:pt x="242506" y="183070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 descr=""/>
          <p:cNvSpPr/>
          <p:nvPr/>
        </p:nvSpPr>
        <p:spPr>
          <a:xfrm>
            <a:off x="7480077" y="1491900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59" h="434975">
                <a:moveTo>
                  <a:pt x="151066" y="434911"/>
                </a:moveTo>
                <a:lnTo>
                  <a:pt x="109263" y="431280"/>
                </a:lnTo>
                <a:lnTo>
                  <a:pt x="68675" y="419576"/>
                </a:lnTo>
                <a:lnTo>
                  <a:pt x="32051" y="400145"/>
                </a:lnTo>
                <a:lnTo>
                  <a:pt x="0" y="373856"/>
                </a:lnTo>
                <a:lnTo>
                  <a:pt x="42767" y="323469"/>
                </a:lnTo>
                <a:lnTo>
                  <a:pt x="54506" y="333209"/>
                </a:lnTo>
                <a:lnTo>
                  <a:pt x="66960" y="341959"/>
                </a:lnTo>
                <a:lnTo>
                  <a:pt x="108562" y="363093"/>
                </a:lnTo>
                <a:lnTo>
                  <a:pt x="152590" y="370808"/>
                </a:lnTo>
                <a:lnTo>
                  <a:pt x="168854" y="369927"/>
                </a:lnTo>
                <a:lnTo>
                  <a:pt x="205930" y="355568"/>
                </a:lnTo>
                <a:lnTo>
                  <a:pt x="225742" y="315849"/>
                </a:lnTo>
                <a:lnTo>
                  <a:pt x="225742" y="308229"/>
                </a:lnTo>
                <a:lnTo>
                  <a:pt x="201358" y="274605"/>
                </a:lnTo>
                <a:lnTo>
                  <a:pt x="186118" y="266985"/>
                </a:lnTo>
                <a:lnTo>
                  <a:pt x="180141" y="263794"/>
                </a:lnTo>
                <a:lnTo>
                  <a:pt x="160210" y="254793"/>
                </a:lnTo>
                <a:lnTo>
                  <a:pt x="103727" y="230409"/>
                </a:lnTo>
                <a:lnTo>
                  <a:pt x="95750" y="226718"/>
                </a:lnTo>
                <a:lnTo>
                  <a:pt x="58388" y="203275"/>
                </a:lnTo>
                <a:lnTo>
                  <a:pt x="29701" y="168187"/>
                </a:lnTo>
                <a:lnTo>
                  <a:pt x="18835" y="130126"/>
                </a:lnTo>
                <a:lnTo>
                  <a:pt x="18288" y="118967"/>
                </a:lnTo>
                <a:lnTo>
                  <a:pt x="18884" y="106656"/>
                </a:lnTo>
                <a:lnTo>
                  <a:pt x="35075" y="61666"/>
                </a:lnTo>
                <a:lnTo>
                  <a:pt x="67698" y="27360"/>
                </a:lnTo>
                <a:lnTo>
                  <a:pt x="102203" y="9143"/>
                </a:lnTo>
                <a:lnTo>
                  <a:pt x="143860" y="571"/>
                </a:lnTo>
                <a:lnTo>
                  <a:pt x="158686" y="0"/>
                </a:lnTo>
                <a:lnTo>
                  <a:pt x="176950" y="881"/>
                </a:lnTo>
                <a:lnTo>
                  <a:pt x="230314" y="15239"/>
                </a:lnTo>
                <a:lnTo>
                  <a:pt x="275199" y="42243"/>
                </a:lnTo>
                <a:lnTo>
                  <a:pt x="288321" y="53339"/>
                </a:lnTo>
                <a:lnTo>
                  <a:pt x="250221" y="100679"/>
                </a:lnTo>
                <a:lnTo>
                  <a:pt x="239855" y="92987"/>
                </a:lnTo>
                <a:lnTo>
                  <a:pt x="229373" y="86010"/>
                </a:lnTo>
                <a:lnTo>
                  <a:pt x="184785" y="67913"/>
                </a:lnTo>
                <a:lnTo>
                  <a:pt x="158686" y="65627"/>
                </a:lnTo>
                <a:lnTo>
                  <a:pt x="144646" y="66460"/>
                </a:lnTo>
                <a:lnTo>
                  <a:pt x="103346" y="85248"/>
                </a:lnTo>
                <a:lnTo>
                  <a:pt x="93059" y="114395"/>
                </a:lnTo>
                <a:lnTo>
                  <a:pt x="93059" y="123539"/>
                </a:lnTo>
                <a:lnTo>
                  <a:pt x="94583" y="129635"/>
                </a:lnTo>
                <a:lnTo>
                  <a:pt x="99155" y="135826"/>
                </a:lnTo>
                <a:lnTo>
                  <a:pt x="102203" y="141922"/>
                </a:lnTo>
                <a:lnTo>
                  <a:pt x="106775" y="146494"/>
                </a:lnTo>
                <a:lnTo>
                  <a:pt x="118967" y="155638"/>
                </a:lnTo>
                <a:lnTo>
                  <a:pt x="126587" y="158686"/>
                </a:lnTo>
                <a:lnTo>
                  <a:pt x="134207" y="163258"/>
                </a:lnTo>
                <a:lnTo>
                  <a:pt x="140882" y="165568"/>
                </a:lnTo>
                <a:lnTo>
                  <a:pt x="147244" y="168020"/>
                </a:lnTo>
                <a:lnTo>
                  <a:pt x="153589" y="170759"/>
                </a:lnTo>
                <a:lnTo>
                  <a:pt x="160210" y="173926"/>
                </a:lnTo>
                <a:lnTo>
                  <a:pt x="216598" y="196786"/>
                </a:lnTo>
                <a:lnTo>
                  <a:pt x="250221" y="215169"/>
                </a:lnTo>
                <a:lnTo>
                  <a:pt x="282844" y="245816"/>
                </a:lnTo>
                <a:lnTo>
                  <a:pt x="299942" y="288976"/>
                </a:lnTo>
                <a:lnTo>
                  <a:pt x="302037" y="311277"/>
                </a:lnTo>
                <a:lnTo>
                  <a:pt x="301228" y="323589"/>
                </a:lnTo>
                <a:lnTo>
                  <a:pt x="285321" y="369736"/>
                </a:lnTo>
                <a:lnTo>
                  <a:pt x="251135" y="405956"/>
                </a:lnTo>
                <a:lnTo>
                  <a:pt x="213550" y="425767"/>
                </a:lnTo>
                <a:lnTo>
                  <a:pt x="167901" y="434340"/>
                </a:lnTo>
                <a:lnTo>
                  <a:pt x="151066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6" name="object 136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137" name="object 137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138" name="object 13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177033"/>
            <a:ext cx="1144270" cy="56515"/>
          </a:xfrm>
          <a:custGeom>
            <a:avLst/>
            <a:gdLst/>
            <a:ahLst/>
            <a:cxnLst/>
            <a:rect l="l" t="t" r="r" b="b"/>
            <a:pathLst>
              <a:path w="1144270" h="56514">
                <a:moveTo>
                  <a:pt x="1122616" y="56483"/>
                </a:moveTo>
                <a:lnTo>
                  <a:pt x="21336" y="56483"/>
                </a:lnTo>
                <a:lnTo>
                  <a:pt x="15240" y="53435"/>
                </a:lnTo>
                <a:lnTo>
                  <a:pt x="10668" y="50387"/>
                </a:lnTo>
                <a:lnTo>
                  <a:pt x="6096" y="45815"/>
                </a:lnTo>
                <a:lnTo>
                  <a:pt x="3048" y="39719"/>
                </a:lnTo>
                <a:lnTo>
                  <a:pt x="1524" y="35147"/>
                </a:lnTo>
                <a:lnTo>
                  <a:pt x="0" y="32099"/>
                </a:lnTo>
                <a:lnTo>
                  <a:pt x="0" y="27432"/>
                </a:lnTo>
                <a:lnTo>
                  <a:pt x="0" y="24384"/>
                </a:lnTo>
                <a:lnTo>
                  <a:pt x="1524" y="21336"/>
                </a:lnTo>
                <a:lnTo>
                  <a:pt x="3048" y="16764"/>
                </a:lnTo>
                <a:lnTo>
                  <a:pt x="6096" y="10668"/>
                </a:lnTo>
                <a:lnTo>
                  <a:pt x="9144" y="7620"/>
                </a:lnTo>
                <a:lnTo>
                  <a:pt x="10668" y="4572"/>
                </a:lnTo>
                <a:lnTo>
                  <a:pt x="15240" y="3048"/>
                </a:lnTo>
                <a:lnTo>
                  <a:pt x="21336" y="0"/>
                </a:lnTo>
                <a:lnTo>
                  <a:pt x="1122616" y="0"/>
                </a:lnTo>
                <a:lnTo>
                  <a:pt x="1144047" y="21336"/>
                </a:lnTo>
                <a:lnTo>
                  <a:pt x="1144047" y="35147"/>
                </a:lnTo>
                <a:lnTo>
                  <a:pt x="1142523" y="39719"/>
                </a:lnTo>
                <a:lnTo>
                  <a:pt x="1139475" y="45815"/>
                </a:lnTo>
                <a:lnTo>
                  <a:pt x="1136427" y="48863"/>
                </a:lnTo>
                <a:lnTo>
                  <a:pt x="1133284" y="50387"/>
                </a:lnTo>
                <a:lnTo>
                  <a:pt x="1130236" y="53435"/>
                </a:lnTo>
                <a:lnTo>
                  <a:pt x="1127188" y="54959"/>
                </a:lnTo>
                <a:lnTo>
                  <a:pt x="1122616" y="564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379940" y="1376235"/>
            <a:ext cx="317500" cy="419100"/>
          </a:xfrm>
          <a:custGeom>
            <a:avLst/>
            <a:gdLst/>
            <a:ahLst/>
            <a:cxnLst/>
            <a:rect l="l" t="t" r="r" b="b"/>
            <a:pathLst>
              <a:path w="317500" h="419100">
                <a:moveTo>
                  <a:pt x="317284" y="0"/>
                </a:moveTo>
                <a:lnTo>
                  <a:pt x="0" y="0"/>
                </a:lnTo>
                <a:lnTo>
                  <a:pt x="0" y="62230"/>
                </a:lnTo>
                <a:lnTo>
                  <a:pt x="120497" y="62230"/>
                </a:lnTo>
                <a:lnTo>
                  <a:pt x="120497" y="419100"/>
                </a:lnTo>
                <a:lnTo>
                  <a:pt x="195262" y="419100"/>
                </a:lnTo>
                <a:lnTo>
                  <a:pt x="195262" y="62230"/>
                </a:lnTo>
                <a:lnTo>
                  <a:pt x="317284" y="62230"/>
                </a:lnTo>
                <a:lnTo>
                  <a:pt x="317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765803" y="1376457"/>
            <a:ext cx="74930" cy="168910"/>
          </a:xfrm>
          <a:custGeom>
            <a:avLst/>
            <a:gdLst/>
            <a:ahLst/>
            <a:cxnLst/>
            <a:rect l="l" t="t" r="r" b="b"/>
            <a:pathLst>
              <a:path w="74929" h="168909">
                <a:moveTo>
                  <a:pt x="0" y="0"/>
                </a:moveTo>
                <a:lnTo>
                  <a:pt x="74771" y="0"/>
                </a:lnTo>
                <a:lnTo>
                  <a:pt x="74771" y="168910"/>
                </a:lnTo>
                <a:lnTo>
                  <a:pt x="0" y="168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765791" y="1376463"/>
            <a:ext cx="319405" cy="419100"/>
          </a:xfrm>
          <a:custGeom>
            <a:avLst/>
            <a:gdLst/>
            <a:ahLst/>
            <a:cxnLst/>
            <a:rect l="l" t="t" r="r" b="b"/>
            <a:pathLst>
              <a:path w="319404" h="419100">
                <a:moveTo>
                  <a:pt x="318808" y="0"/>
                </a:moveTo>
                <a:lnTo>
                  <a:pt x="244132" y="0"/>
                </a:lnTo>
                <a:lnTo>
                  <a:pt x="244132" y="168910"/>
                </a:lnTo>
                <a:lnTo>
                  <a:pt x="0" y="168910"/>
                </a:lnTo>
                <a:lnTo>
                  <a:pt x="0" y="232410"/>
                </a:lnTo>
                <a:lnTo>
                  <a:pt x="0" y="419100"/>
                </a:lnTo>
                <a:lnTo>
                  <a:pt x="74777" y="419100"/>
                </a:lnTo>
                <a:lnTo>
                  <a:pt x="74777" y="232410"/>
                </a:lnTo>
                <a:lnTo>
                  <a:pt x="244132" y="232410"/>
                </a:lnTo>
                <a:lnTo>
                  <a:pt x="244132" y="419100"/>
                </a:lnTo>
                <a:lnTo>
                  <a:pt x="318808" y="419100"/>
                </a:lnTo>
                <a:lnTo>
                  <a:pt x="318808" y="232410"/>
                </a:lnTo>
                <a:lnTo>
                  <a:pt x="318808" y="168910"/>
                </a:lnTo>
                <a:lnTo>
                  <a:pt x="3188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191381" y="1376463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35" y="356870"/>
                </a:moveTo>
                <a:lnTo>
                  <a:pt x="73240" y="356870"/>
                </a:lnTo>
                <a:lnTo>
                  <a:pt x="73240" y="232410"/>
                </a:lnTo>
                <a:lnTo>
                  <a:pt x="224218" y="232410"/>
                </a:lnTo>
                <a:lnTo>
                  <a:pt x="224218" y="168910"/>
                </a:lnTo>
                <a:lnTo>
                  <a:pt x="73240" y="168910"/>
                </a:lnTo>
                <a:lnTo>
                  <a:pt x="73240" y="62230"/>
                </a:lnTo>
                <a:lnTo>
                  <a:pt x="251739" y="62230"/>
                </a:lnTo>
                <a:lnTo>
                  <a:pt x="251739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35" y="419100"/>
                </a:lnTo>
                <a:lnTo>
                  <a:pt x="257835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665821" y="1375886"/>
            <a:ext cx="300990" cy="419734"/>
          </a:xfrm>
          <a:custGeom>
            <a:avLst/>
            <a:gdLst/>
            <a:ahLst/>
            <a:cxnLst/>
            <a:rect l="l" t="t" r="r" b="b"/>
            <a:pathLst>
              <a:path w="300989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8701" y="523"/>
                </a:lnTo>
                <a:lnTo>
                  <a:pt x="205930" y="6096"/>
                </a:lnTo>
                <a:lnTo>
                  <a:pt x="244506" y="21526"/>
                </a:lnTo>
                <a:lnTo>
                  <a:pt x="274522" y="45993"/>
                </a:lnTo>
                <a:lnTo>
                  <a:pt x="283481" y="59531"/>
                </a:lnTo>
                <a:lnTo>
                  <a:pt x="74771" y="59531"/>
                </a:lnTo>
                <a:lnTo>
                  <a:pt x="74771" y="206025"/>
                </a:lnTo>
                <a:lnTo>
                  <a:pt x="279339" y="206025"/>
                </a:lnTo>
                <a:lnTo>
                  <a:pt x="274331" y="213455"/>
                </a:lnTo>
                <a:lnTo>
                  <a:pt x="243840" y="240283"/>
                </a:lnTo>
                <a:lnTo>
                  <a:pt x="204406" y="257937"/>
                </a:lnTo>
                <a:lnTo>
                  <a:pt x="158463" y="265009"/>
                </a:lnTo>
                <a:lnTo>
                  <a:pt x="141827" y="265557"/>
                </a:lnTo>
                <a:lnTo>
                  <a:pt x="74771" y="265557"/>
                </a:lnTo>
                <a:lnTo>
                  <a:pt x="74771" y="419671"/>
                </a:lnTo>
                <a:close/>
              </a:path>
              <a:path w="300989" h="419735">
                <a:moveTo>
                  <a:pt x="279339" y="206025"/>
                </a:moveTo>
                <a:lnTo>
                  <a:pt x="135731" y="206025"/>
                </a:lnTo>
                <a:lnTo>
                  <a:pt x="175791" y="201190"/>
                </a:lnTo>
                <a:lnTo>
                  <a:pt x="204394" y="186773"/>
                </a:lnTo>
                <a:lnTo>
                  <a:pt x="221550" y="162908"/>
                </a:lnTo>
                <a:lnTo>
                  <a:pt x="227266" y="129730"/>
                </a:lnTo>
                <a:lnTo>
                  <a:pt x="225837" y="111673"/>
                </a:lnTo>
                <a:lnTo>
                  <a:pt x="204406" y="74771"/>
                </a:lnTo>
                <a:lnTo>
                  <a:pt x="157177" y="60412"/>
                </a:lnTo>
                <a:lnTo>
                  <a:pt x="135731" y="59531"/>
                </a:lnTo>
                <a:lnTo>
                  <a:pt x="283481" y="59531"/>
                </a:lnTo>
                <a:lnTo>
                  <a:pt x="297275" y="96309"/>
                </a:lnTo>
                <a:lnTo>
                  <a:pt x="300513" y="129730"/>
                </a:lnTo>
                <a:lnTo>
                  <a:pt x="299894" y="146305"/>
                </a:lnTo>
                <a:lnTo>
                  <a:pt x="297846" y="161746"/>
                </a:lnTo>
                <a:lnTo>
                  <a:pt x="294084" y="176062"/>
                </a:lnTo>
                <a:lnTo>
                  <a:pt x="288321" y="189261"/>
                </a:lnTo>
                <a:lnTo>
                  <a:pt x="281956" y="202144"/>
                </a:lnTo>
                <a:lnTo>
                  <a:pt x="279339" y="2060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044059" y="1375886"/>
            <a:ext cx="313055" cy="419734"/>
          </a:xfrm>
          <a:custGeom>
            <a:avLst/>
            <a:gdLst/>
            <a:ahLst/>
            <a:cxnLst/>
            <a:rect l="l" t="t" r="r" b="b"/>
            <a:pathLst>
              <a:path w="313054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922" y="0"/>
                </a:lnTo>
                <a:lnTo>
                  <a:pt x="158519" y="523"/>
                </a:lnTo>
                <a:lnTo>
                  <a:pt x="202882" y="6096"/>
                </a:lnTo>
                <a:lnTo>
                  <a:pt x="240896" y="20883"/>
                </a:lnTo>
                <a:lnTo>
                  <a:pt x="277463" y="54529"/>
                </a:lnTo>
                <a:lnTo>
                  <a:pt x="280296" y="59531"/>
                </a:lnTo>
                <a:lnTo>
                  <a:pt x="74771" y="59531"/>
                </a:lnTo>
                <a:lnTo>
                  <a:pt x="74771" y="196881"/>
                </a:lnTo>
                <a:lnTo>
                  <a:pt x="276102" y="196881"/>
                </a:lnTo>
                <a:lnTo>
                  <a:pt x="273081" y="201453"/>
                </a:lnTo>
                <a:lnTo>
                  <a:pt x="260793" y="215407"/>
                </a:lnTo>
                <a:lnTo>
                  <a:pt x="246780" y="227361"/>
                </a:lnTo>
                <a:lnTo>
                  <a:pt x="231036" y="237029"/>
                </a:lnTo>
                <a:lnTo>
                  <a:pt x="213550" y="244125"/>
                </a:lnTo>
                <a:lnTo>
                  <a:pt x="219630" y="254889"/>
                </a:lnTo>
                <a:lnTo>
                  <a:pt x="74771" y="254889"/>
                </a:lnTo>
                <a:lnTo>
                  <a:pt x="74771" y="419671"/>
                </a:lnTo>
                <a:close/>
              </a:path>
              <a:path w="313054" h="419735">
                <a:moveTo>
                  <a:pt x="276102" y="196881"/>
                </a:moveTo>
                <a:lnTo>
                  <a:pt x="134302" y="196881"/>
                </a:lnTo>
                <a:lnTo>
                  <a:pt x="154614" y="195737"/>
                </a:lnTo>
                <a:lnTo>
                  <a:pt x="172211" y="192297"/>
                </a:lnTo>
                <a:lnTo>
                  <a:pt x="209835" y="168235"/>
                </a:lnTo>
                <a:lnTo>
                  <a:pt x="222694" y="125158"/>
                </a:lnTo>
                <a:lnTo>
                  <a:pt x="221265" y="108220"/>
                </a:lnTo>
                <a:lnTo>
                  <a:pt x="199834" y="73247"/>
                </a:lnTo>
                <a:lnTo>
                  <a:pt x="154614" y="60388"/>
                </a:lnTo>
                <a:lnTo>
                  <a:pt x="134302" y="59531"/>
                </a:lnTo>
                <a:lnTo>
                  <a:pt x="280296" y="59531"/>
                </a:lnTo>
                <a:lnTo>
                  <a:pt x="295108" y="107672"/>
                </a:lnTo>
                <a:lnTo>
                  <a:pt x="295941" y="125158"/>
                </a:lnTo>
                <a:lnTo>
                  <a:pt x="294513" y="148009"/>
                </a:lnTo>
                <a:lnTo>
                  <a:pt x="290226" y="168449"/>
                </a:lnTo>
                <a:lnTo>
                  <a:pt x="283083" y="186317"/>
                </a:lnTo>
                <a:lnTo>
                  <a:pt x="276102" y="196881"/>
                </a:lnTo>
                <a:close/>
              </a:path>
              <a:path w="313054" h="419735">
                <a:moveTo>
                  <a:pt x="312705" y="419671"/>
                </a:moveTo>
                <a:lnTo>
                  <a:pt x="228885" y="419671"/>
                </a:lnTo>
                <a:lnTo>
                  <a:pt x="138874" y="254889"/>
                </a:lnTo>
                <a:lnTo>
                  <a:pt x="219630" y="254889"/>
                </a:lnTo>
                <a:lnTo>
                  <a:pt x="31270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405628" y="1368266"/>
            <a:ext cx="370840" cy="434975"/>
          </a:xfrm>
          <a:custGeom>
            <a:avLst/>
            <a:gdLst/>
            <a:ahLst/>
            <a:cxnLst/>
            <a:rect l="l" t="t" r="r" b="b"/>
            <a:pathLst>
              <a:path w="370839" h="434975">
                <a:moveTo>
                  <a:pt x="184499" y="434911"/>
                </a:moveTo>
                <a:lnTo>
                  <a:pt x="145446" y="431292"/>
                </a:lnTo>
                <a:lnTo>
                  <a:pt x="93472" y="411036"/>
                </a:lnTo>
                <a:lnTo>
                  <a:pt x="51816" y="375380"/>
                </a:lnTo>
                <a:lnTo>
                  <a:pt x="21169" y="326476"/>
                </a:lnTo>
                <a:lnTo>
                  <a:pt x="7715" y="286401"/>
                </a:lnTo>
                <a:lnTo>
                  <a:pt x="857" y="240616"/>
                </a:lnTo>
                <a:lnTo>
                  <a:pt x="0" y="215169"/>
                </a:lnTo>
                <a:lnTo>
                  <a:pt x="857" y="190564"/>
                </a:lnTo>
                <a:lnTo>
                  <a:pt x="7715" y="145424"/>
                </a:lnTo>
                <a:lnTo>
                  <a:pt x="21169" y="105600"/>
                </a:lnTo>
                <a:lnTo>
                  <a:pt x="40076" y="71700"/>
                </a:lnTo>
                <a:lnTo>
                  <a:pt x="78533" y="32396"/>
                </a:lnTo>
                <a:lnTo>
                  <a:pt x="127277" y="8358"/>
                </a:lnTo>
                <a:lnTo>
                  <a:pt x="184499" y="0"/>
                </a:lnTo>
                <a:lnTo>
                  <a:pt x="204580" y="881"/>
                </a:lnTo>
                <a:lnTo>
                  <a:pt x="259270" y="15240"/>
                </a:lnTo>
                <a:lnTo>
                  <a:pt x="305642" y="43569"/>
                </a:lnTo>
                <a:lnTo>
                  <a:pt x="326167" y="65627"/>
                </a:lnTo>
                <a:lnTo>
                  <a:pt x="184499" y="65627"/>
                </a:lnTo>
                <a:lnTo>
                  <a:pt x="160758" y="67960"/>
                </a:lnTo>
                <a:lnTo>
                  <a:pt x="121277" y="87487"/>
                </a:lnTo>
                <a:lnTo>
                  <a:pt x="92996" y="126739"/>
                </a:lnTo>
                <a:lnTo>
                  <a:pt x="78167" y="181680"/>
                </a:lnTo>
                <a:lnTo>
                  <a:pt x="76200" y="215169"/>
                </a:lnTo>
                <a:lnTo>
                  <a:pt x="76749" y="232686"/>
                </a:lnTo>
                <a:lnTo>
                  <a:pt x="83915" y="279273"/>
                </a:lnTo>
                <a:lnTo>
                  <a:pt x="99560" y="317206"/>
                </a:lnTo>
                <a:lnTo>
                  <a:pt x="130563" y="352566"/>
                </a:lnTo>
                <a:lnTo>
                  <a:pt x="172235" y="368688"/>
                </a:lnTo>
                <a:lnTo>
                  <a:pt x="184499" y="369284"/>
                </a:lnTo>
                <a:lnTo>
                  <a:pt x="323711" y="369284"/>
                </a:lnTo>
                <a:lnTo>
                  <a:pt x="318801" y="375380"/>
                </a:lnTo>
                <a:lnTo>
                  <a:pt x="275858" y="411036"/>
                </a:lnTo>
                <a:lnTo>
                  <a:pt x="224206" y="431292"/>
                </a:lnTo>
                <a:lnTo>
                  <a:pt x="204794" y="434030"/>
                </a:lnTo>
                <a:lnTo>
                  <a:pt x="184499" y="434911"/>
                </a:lnTo>
                <a:close/>
              </a:path>
              <a:path w="370839" h="434975">
                <a:moveTo>
                  <a:pt x="323711" y="369284"/>
                </a:moveTo>
                <a:lnTo>
                  <a:pt x="184499" y="369284"/>
                </a:lnTo>
                <a:lnTo>
                  <a:pt x="196841" y="368688"/>
                </a:lnTo>
                <a:lnTo>
                  <a:pt x="208585" y="366807"/>
                </a:lnTo>
                <a:lnTo>
                  <a:pt x="248221" y="346221"/>
                </a:lnTo>
                <a:lnTo>
                  <a:pt x="276225" y="305943"/>
                </a:lnTo>
                <a:lnTo>
                  <a:pt x="288312" y="264970"/>
                </a:lnTo>
                <a:lnTo>
                  <a:pt x="292893" y="215169"/>
                </a:lnTo>
                <a:lnTo>
                  <a:pt x="291140" y="181680"/>
                </a:lnTo>
                <a:lnTo>
                  <a:pt x="276739" y="126739"/>
                </a:lnTo>
                <a:lnTo>
                  <a:pt x="247815" y="87487"/>
                </a:lnTo>
                <a:lnTo>
                  <a:pt x="208295" y="67960"/>
                </a:lnTo>
                <a:lnTo>
                  <a:pt x="184499" y="65627"/>
                </a:lnTo>
                <a:lnTo>
                  <a:pt x="326167" y="65627"/>
                </a:lnTo>
                <a:lnTo>
                  <a:pt x="349448" y="105386"/>
                </a:lnTo>
                <a:lnTo>
                  <a:pt x="362902" y="145424"/>
                </a:lnTo>
                <a:lnTo>
                  <a:pt x="369760" y="190564"/>
                </a:lnTo>
                <a:lnTo>
                  <a:pt x="370617" y="215169"/>
                </a:lnTo>
                <a:lnTo>
                  <a:pt x="369760" y="240616"/>
                </a:lnTo>
                <a:lnTo>
                  <a:pt x="362902" y="286401"/>
                </a:lnTo>
                <a:lnTo>
                  <a:pt x="349448" y="326476"/>
                </a:lnTo>
                <a:lnTo>
                  <a:pt x="330541" y="360805"/>
                </a:lnTo>
                <a:lnTo>
                  <a:pt x="323711" y="369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60160" y="1375886"/>
            <a:ext cx="306705" cy="419734"/>
          </a:xfrm>
          <a:custGeom>
            <a:avLst/>
            <a:gdLst/>
            <a:ahLst/>
            <a:cxnLst/>
            <a:rect l="l" t="t" r="r" b="b"/>
            <a:pathLst>
              <a:path w="306704" h="419735">
                <a:moveTo>
                  <a:pt x="144875" y="419671"/>
                </a:moveTo>
                <a:lnTo>
                  <a:pt x="0" y="419671"/>
                </a:lnTo>
                <a:lnTo>
                  <a:pt x="0" y="0"/>
                </a:lnTo>
                <a:lnTo>
                  <a:pt x="134207" y="0"/>
                </a:lnTo>
                <a:lnTo>
                  <a:pt x="149938" y="309"/>
                </a:lnTo>
                <a:lnTo>
                  <a:pt x="207121" y="8929"/>
                </a:lnTo>
                <a:lnTo>
                  <a:pt x="250712" y="29161"/>
                </a:lnTo>
                <a:lnTo>
                  <a:pt x="274573" y="58007"/>
                </a:lnTo>
                <a:lnTo>
                  <a:pt x="74771" y="58007"/>
                </a:lnTo>
                <a:lnTo>
                  <a:pt x="74771" y="173926"/>
                </a:lnTo>
                <a:lnTo>
                  <a:pt x="252131" y="173926"/>
                </a:lnTo>
                <a:lnTo>
                  <a:pt x="244042" y="180260"/>
                </a:lnTo>
                <a:lnTo>
                  <a:pt x="229172" y="188127"/>
                </a:lnTo>
                <a:lnTo>
                  <a:pt x="212026" y="193833"/>
                </a:lnTo>
                <a:lnTo>
                  <a:pt x="212026" y="196881"/>
                </a:lnTo>
                <a:lnTo>
                  <a:pt x="233496" y="201453"/>
                </a:lnTo>
                <a:lnTo>
                  <a:pt x="252269" y="208311"/>
                </a:lnTo>
                <a:lnTo>
                  <a:pt x="268471" y="217455"/>
                </a:lnTo>
                <a:lnTo>
                  <a:pt x="280391" y="227361"/>
                </a:lnTo>
                <a:lnTo>
                  <a:pt x="74771" y="227361"/>
                </a:lnTo>
                <a:lnTo>
                  <a:pt x="74771" y="361664"/>
                </a:lnTo>
                <a:lnTo>
                  <a:pt x="287366" y="361664"/>
                </a:lnTo>
                <a:lnTo>
                  <a:pt x="287224" y="361878"/>
                </a:lnTo>
                <a:lnTo>
                  <a:pt x="259270" y="389096"/>
                </a:lnTo>
                <a:lnTo>
                  <a:pt x="223266" y="408049"/>
                </a:lnTo>
                <a:lnTo>
                  <a:pt x="178105" y="417576"/>
                </a:lnTo>
                <a:lnTo>
                  <a:pt x="161789" y="419123"/>
                </a:lnTo>
                <a:lnTo>
                  <a:pt x="144875" y="419671"/>
                </a:lnTo>
                <a:close/>
              </a:path>
              <a:path w="306704" h="419735">
                <a:moveTo>
                  <a:pt x="252131" y="173926"/>
                </a:moveTo>
                <a:lnTo>
                  <a:pt x="128111" y="173926"/>
                </a:lnTo>
                <a:lnTo>
                  <a:pt x="148414" y="173021"/>
                </a:lnTo>
                <a:lnTo>
                  <a:pt x="165877" y="170116"/>
                </a:lnTo>
                <a:lnTo>
                  <a:pt x="200215" y="149185"/>
                </a:lnTo>
                <a:lnTo>
                  <a:pt x="210502" y="112966"/>
                </a:lnTo>
                <a:lnTo>
                  <a:pt x="209335" y="99171"/>
                </a:lnTo>
                <a:lnTo>
                  <a:pt x="179221" y="65079"/>
                </a:lnTo>
                <a:lnTo>
                  <a:pt x="129635" y="58007"/>
                </a:lnTo>
                <a:lnTo>
                  <a:pt x="274573" y="58007"/>
                </a:lnTo>
                <a:lnTo>
                  <a:pt x="277963" y="64936"/>
                </a:lnTo>
                <a:lnTo>
                  <a:pt x="281273" y="76485"/>
                </a:lnTo>
                <a:lnTo>
                  <a:pt x="283154" y="89463"/>
                </a:lnTo>
                <a:lnTo>
                  <a:pt x="283749" y="103727"/>
                </a:lnTo>
                <a:lnTo>
                  <a:pt x="282630" y="118355"/>
                </a:lnTo>
                <a:lnTo>
                  <a:pt x="279368" y="132385"/>
                </a:lnTo>
                <a:lnTo>
                  <a:pt x="274105" y="145826"/>
                </a:lnTo>
                <a:lnTo>
                  <a:pt x="266985" y="158686"/>
                </a:lnTo>
                <a:lnTo>
                  <a:pt x="256643" y="170393"/>
                </a:lnTo>
                <a:lnTo>
                  <a:pt x="252131" y="173926"/>
                </a:lnTo>
                <a:close/>
              </a:path>
              <a:path w="306704" h="419735">
                <a:moveTo>
                  <a:pt x="287366" y="361664"/>
                </a:moveTo>
                <a:lnTo>
                  <a:pt x="137255" y="361664"/>
                </a:lnTo>
                <a:lnTo>
                  <a:pt x="159003" y="360545"/>
                </a:lnTo>
                <a:lnTo>
                  <a:pt x="178296" y="357282"/>
                </a:lnTo>
                <a:lnTo>
                  <a:pt x="219217" y="334622"/>
                </a:lnTo>
                <a:lnTo>
                  <a:pt x="233362" y="291465"/>
                </a:lnTo>
                <a:lnTo>
                  <a:pt x="231905" y="276329"/>
                </a:lnTo>
                <a:lnTo>
                  <a:pt x="208960" y="242592"/>
                </a:lnTo>
                <a:lnTo>
                  <a:pt x="159646" y="228242"/>
                </a:lnTo>
                <a:lnTo>
                  <a:pt x="137255" y="227361"/>
                </a:lnTo>
                <a:lnTo>
                  <a:pt x="280391" y="227361"/>
                </a:lnTo>
                <a:lnTo>
                  <a:pt x="304944" y="276342"/>
                </a:lnTo>
                <a:lnTo>
                  <a:pt x="306609" y="296037"/>
                </a:lnTo>
                <a:lnTo>
                  <a:pt x="305776" y="311482"/>
                </a:lnTo>
                <a:lnTo>
                  <a:pt x="303371" y="325802"/>
                </a:lnTo>
                <a:lnTo>
                  <a:pt x="299537" y="338979"/>
                </a:lnTo>
                <a:lnTo>
                  <a:pt x="294417" y="350996"/>
                </a:lnTo>
                <a:lnTo>
                  <a:pt x="287366" y="361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243066" y="1375409"/>
            <a:ext cx="248920" cy="420370"/>
          </a:xfrm>
          <a:custGeom>
            <a:avLst/>
            <a:gdLst/>
            <a:ahLst/>
            <a:cxnLst/>
            <a:rect l="l" t="t" r="r" b="b"/>
            <a:pathLst>
              <a:path w="248920" h="420369">
                <a:moveTo>
                  <a:pt x="248589" y="358140"/>
                </a:moveTo>
                <a:lnTo>
                  <a:pt x="74676" y="358140"/>
                </a:lnTo>
                <a:lnTo>
                  <a:pt x="74676" y="0"/>
                </a:lnTo>
                <a:lnTo>
                  <a:pt x="0" y="0"/>
                </a:lnTo>
                <a:lnTo>
                  <a:pt x="0" y="358140"/>
                </a:lnTo>
                <a:lnTo>
                  <a:pt x="0" y="420370"/>
                </a:lnTo>
                <a:lnTo>
                  <a:pt x="248589" y="420370"/>
                </a:lnTo>
                <a:lnTo>
                  <a:pt x="248589" y="358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564909" y="1376463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35" y="356870"/>
                </a:moveTo>
                <a:lnTo>
                  <a:pt x="73240" y="356870"/>
                </a:lnTo>
                <a:lnTo>
                  <a:pt x="73240" y="232410"/>
                </a:lnTo>
                <a:lnTo>
                  <a:pt x="224218" y="232410"/>
                </a:lnTo>
                <a:lnTo>
                  <a:pt x="224218" y="168910"/>
                </a:lnTo>
                <a:lnTo>
                  <a:pt x="73240" y="168910"/>
                </a:lnTo>
                <a:lnTo>
                  <a:pt x="73240" y="62230"/>
                </a:lnTo>
                <a:lnTo>
                  <a:pt x="251739" y="62230"/>
                </a:lnTo>
                <a:lnTo>
                  <a:pt x="251739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35" y="419100"/>
                </a:lnTo>
                <a:lnTo>
                  <a:pt x="257835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908101" y="1375886"/>
            <a:ext cx="370840" cy="419734"/>
          </a:xfrm>
          <a:custGeom>
            <a:avLst/>
            <a:gdLst/>
            <a:ahLst/>
            <a:cxnLst/>
            <a:rect l="l" t="t" r="r" b="b"/>
            <a:pathLst>
              <a:path w="370840" h="419735">
                <a:moveTo>
                  <a:pt x="370617" y="419671"/>
                </a:moveTo>
                <a:lnTo>
                  <a:pt x="302037" y="419671"/>
                </a:lnTo>
                <a:lnTo>
                  <a:pt x="302037" y="195357"/>
                </a:lnTo>
                <a:lnTo>
                  <a:pt x="302942" y="187079"/>
                </a:lnTo>
                <a:lnTo>
                  <a:pt x="304180" y="169345"/>
                </a:lnTo>
                <a:lnTo>
                  <a:pt x="305085" y="160210"/>
                </a:lnTo>
                <a:lnTo>
                  <a:pt x="305347" y="151971"/>
                </a:lnTo>
                <a:lnTo>
                  <a:pt x="306038" y="143446"/>
                </a:lnTo>
                <a:lnTo>
                  <a:pt x="308133" y="126682"/>
                </a:lnTo>
                <a:lnTo>
                  <a:pt x="309038" y="117809"/>
                </a:lnTo>
                <a:lnTo>
                  <a:pt x="310276" y="101741"/>
                </a:lnTo>
                <a:lnTo>
                  <a:pt x="311181" y="94583"/>
                </a:lnTo>
                <a:lnTo>
                  <a:pt x="308133" y="94583"/>
                </a:lnTo>
                <a:lnTo>
                  <a:pt x="274510" y="189261"/>
                </a:lnTo>
                <a:lnTo>
                  <a:pt x="202882" y="379952"/>
                </a:lnTo>
                <a:lnTo>
                  <a:pt x="167735" y="379952"/>
                </a:lnTo>
                <a:lnTo>
                  <a:pt x="94583" y="189261"/>
                </a:lnTo>
                <a:lnTo>
                  <a:pt x="62484" y="94583"/>
                </a:lnTo>
                <a:lnTo>
                  <a:pt x="59436" y="94583"/>
                </a:lnTo>
                <a:lnTo>
                  <a:pt x="59697" y="101741"/>
                </a:lnTo>
                <a:lnTo>
                  <a:pt x="60388" y="109489"/>
                </a:lnTo>
                <a:lnTo>
                  <a:pt x="62484" y="126682"/>
                </a:lnTo>
                <a:lnTo>
                  <a:pt x="62745" y="134921"/>
                </a:lnTo>
                <a:lnTo>
                  <a:pt x="63436" y="143446"/>
                </a:lnTo>
                <a:lnTo>
                  <a:pt x="65532" y="160210"/>
                </a:lnTo>
                <a:lnTo>
                  <a:pt x="66438" y="169345"/>
                </a:lnTo>
                <a:lnTo>
                  <a:pt x="67715" y="187079"/>
                </a:lnTo>
                <a:lnTo>
                  <a:pt x="68675" y="195357"/>
                </a:lnTo>
                <a:lnTo>
                  <a:pt x="68675" y="419671"/>
                </a:lnTo>
                <a:lnTo>
                  <a:pt x="0" y="419671"/>
                </a:lnTo>
                <a:lnTo>
                  <a:pt x="0" y="0"/>
                </a:lnTo>
                <a:lnTo>
                  <a:pt x="82391" y="0"/>
                </a:lnTo>
                <a:lnTo>
                  <a:pt x="158591" y="206025"/>
                </a:lnTo>
                <a:lnTo>
                  <a:pt x="186118" y="285369"/>
                </a:lnTo>
                <a:lnTo>
                  <a:pt x="187642" y="285369"/>
                </a:lnTo>
                <a:lnTo>
                  <a:pt x="215074" y="206025"/>
                </a:lnTo>
                <a:lnTo>
                  <a:pt x="289845" y="0"/>
                </a:lnTo>
                <a:lnTo>
                  <a:pt x="370617" y="0"/>
                </a:lnTo>
                <a:lnTo>
                  <a:pt x="370617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3723" y="2520410"/>
            <a:ext cx="1836515" cy="289941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3549193" y="2512796"/>
            <a:ext cx="285750" cy="363220"/>
          </a:xfrm>
          <a:custGeom>
            <a:avLst/>
            <a:gdLst/>
            <a:ahLst/>
            <a:cxnLst/>
            <a:rect l="l" t="t" r="r" b="b"/>
            <a:pathLst>
              <a:path w="285750" h="363219">
                <a:moveTo>
                  <a:pt x="73253" y="9144"/>
                </a:moveTo>
                <a:lnTo>
                  <a:pt x="29997" y="41541"/>
                </a:lnTo>
                <a:lnTo>
                  <a:pt x="13716" y="85432"/>
                </a:lnTo>
                <a:lnTo>
                  <a:pt x="3429" y="131203"/>
                </a:lnTo>
                <a:lnTo>
                  <a:pt x="0" y="181546"/>
                </a:lnTo>
                <a:lnTo>
                  <a:pt x="863" y="207556"/>
                </a:lnTo>
                <a:lnTo>
                  <a:pt x="7721" y="256692"/>
                </a:lnTo>
                <a:lnTo>
                  <a:pt x="21450" y="300939"/>
                </a:lnTo>
                <a:lnTo>
                  <a:pt x="40817" y="343179"/>
                </a:lnTo>
                <a:lnTo>
                  <a:pt x="51917" y="363181"/>
                </a:lnTo>
                <a:lnTo>
                  <a:pt x="73253" y="354037"/>
                </a:lnTo>
                <a:lnTo>
                  <a:pt x="62420" y="334276"/>
                </a:lnTo>
                <a:lnTo>
                  <a:pt x="52870" y="313944"/>
                </a:lnTo>
                <a:lnTo>
                  <a:pt x="38201" y="271551"/>
                </a:lnTo>
                <a:lnTo>
                  <a:pt x="30010" y="227164"/>
                </a:lnTo>
                <a:lnTo>
                  <a:pt x="27533" y="181546"/>
                </a:lnTo>
                <a:lnTo>
                  <a:pt x="28130" y="158699"/>
                </a:lnTo>
                <a:lnTo>
                  <a:pt x="33324" y="113525"/>
                </a:lnTo>
                <a:lnTo>
                  <a:pt x="44754" y="70091"/>
                </a:lnTo>
                <a:lnTo>
                  <a:pt x="62420" y="28879"/>
                </a:lnTo>
                <a:lnTo>
                  <a:pt x="73253" y="9144"/>
                </a:lnTo>
                <a:close/>
              </a:path>
              <a:path w="285750" h="363219">
                <a:moveTo>
                  <a:pt x="285280" y="204495"/>
                </a:moveTo>
                <a:lnTo>
                  <a:pt x="282232" y="198310"/>
                </a:lnTo>
                <a:lnTo>
                  <a:pt x="279184" y="190690"/>
                </a:lnTo>
                <a:lnTo>
                  <a:pt x="274612" y="183070"/>
                </a:lnTo>
                <a:lnTo>
                  <a:pt x="270040" y="178498"/>
                </a:lnTo>
                <a:lnTo>
                  <a:pt x="265468" y="172402"/>
                </a:lnTo>
                <a:lnTo>
                  <a:pt x="253276" y="163258"/>
                </a:lnTo>
                <a:lnTo>
                  <a:pt x="245656" y="160210"/>
                </a:lnTo>
                <a:lnTo>
                  <a:pt x="239560" y="155638"/>
                </a:lnTo>
                <a:lnTo>
                  <a:pt x="195275" y="137350"/>
                </a:lnTo>
                <a:lnTo>
                  <a:pt x="189179" y="134302"/>
                </a:lnTo>
                <a:lnTo>
                  <a:pt x="184607" y="132778"/>
                </a:lnTo>
                <a:lnTo>
                  <a:pt x="178511" y="129730"/>
                </a:lnTo>
                <a:lnTo>
                  <a:pt x="173939" y="128206"/>
                </a:lnTo>
                <a:lnTo>
                  <a:pt x="169367" y="125056"/>
                </a:lnTo>
                <a:lnTo>
                  <a:pt x="164795" y="120484"/>
                </a:lnTo>
                <a:lnTo>
                  <a:pt x="160223" y="117436"/>
                </a:lnTo>
                <a:lnTo>
                  <a:pt x="157175" y="114388"/>
                </a:lnTo>
                <a:lnTo>
                  <a:pt x="154127" y="109816"/>
                </a:lnTo>
                <a:lnTo>
                  <a:pt x="152603" y="105244"/>
                </a:lnTo>
                <a:lnTo>
                  <a:pt x="151079" y="99148"/>
                </a:lnTo>
                <a:lnTo>
                  <a:pt x="151079" y="93065"/>
                </a:lnTo>
                <a:lnTo>
                  <a:pt x="171983" y="60731"/>
                </a:lnTo>
                <a:lnTo>
                  <a:pt x="199847" y="54864"/>
                </a:lnTo>
                <a:lnTo>
                  <a:pt x="208724" y="55194"/>
                </a:lnTo>
                <a:lnTo>
                  <a:pt x="246989" y="69049"/>
                </a:lnTo>
                <a:lnTo>
                  <a:pt x="259372" y="79336"/>
                </a:lnTo>
                <a:lnTo>
                  <a:pt x="277660" y="58013"/>
                </a:lnTo>
                <a:lnTo>
                  <a:pt x="244132" y="35052"/>
                </a:lnTo>
                <a:lnTo>
                  <a:pt x="199847" y="25908"/>
                </a:lnTo>
                <a:lnTo>
                  <a:pt x="190957" y="26187"/>
                </a:lnTo>
                <a:lnTo>
                  <a:pt x="152793" y="37528"/>
                </a:lnTo>
                <a:lnTo>
                  <a:pt x="123545" y="67144"/>
                </a:lnTo>
                <a:lnTo>
                  <a:pt x="117449" y="94589"/>
                </a:lnTo>
                <a:lnTo>
                  <a:pt x="117741" y="102057"/>
                </a:lnTo>
                <a:lnTo>
                  <a:pt x="134315" y="140398"/>
                </a:lnTo>
                <a:lnTo>
                  <a:pt x="140411" y="144970"/>
                </a:lnTo>
                <a:lnTo>
                  <a:pt x="144983" y="149542"/>
                </a:lnTo>
                <a:lnTo>
                  <a:pt x="207467" y="180022"/>
                </a:lnTo>
                <a:lnTo>
                  <a:pt x="219659" y="184594"/>
                </a:lnTo>
                <a:lnTo>
                  <a:pt x="225755" y="187642"/>
                </a:lnTo>
                <a:lnTo>
                  <a:pt x="251752" y="219735"/>
                </a:lnTo>
                <a:lnTo>
                  <a:pt x="251752" y="225831"/>
                </a:lnTo>
                <a:lnTo>
                  <a:pt x="229628" y="262077"/>
                </a:lnTo>
                <a:lnTo>
                  <a:pt x="196799" y="268503"/>
                </a:lnTo>
                <a:lnTo>
                  <a:pt x="186740" y="267931"/>
                </a:lnTo>
                <a:lnTo>
                  <a:pt x="148310" y="254508"/>
                </a:lnTo>
                <a:lnTo>
                  <a:pt x="125069" y="236499"/>
                </a:lnTo>
                <a:lnTo>
                  <a:pt x="105257" y="259359"/>
                </a:lnTo>
                <a:lnTo>
                  <a:pt x="144983" y="286893"/>
                </a:lnTo>
                <a:lnTo>
                  <a:pt x="183337" y="296964"/>
                </a:lnTo>
                <a:lnTo>
                  <a:pt x="196799" y="297561"/>
                </a:lnTo>
                <a:lnTo>
                  <a:pt x="206794" y="297256"/>
                </a:lnTo>
                <a:lnTo>
                  <a:pt x="249656" y="284988"/>
                </a:lnTo>
                <a:lnTo>
                  <a:pt x="282067" y="244868"/>
                </a:lnTo>
                <a:lnTo>
                  <a:pt x="285280" y="222783"/>
                </a:lnTo>
                <a:lnTo>
                  <a:pt x="285280" y="20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3886295" y="2543270"/>
            <a:ext cx="177165" cy="262890"/>
          </a:xfrm>
          <a:custGeom>
            <a:avLst/>
            <a:gdLst/>
            <a:ahLst/>
            <a:cxnLst/>
            <a:rect l="l" t="t" r="r" b="b"/>
            <a:pathLst>
              <a:path w="177164" h="262889">
                <a:moveTo>
                  <a:pt x="33623" y="262508"/>
                </a:moveTo>
                <a:lnTo>
                  <a:pt x="0" y="262508"/>
                </a:lnTo>
                <a:lnTo>
                  <a:pt x="0" y="0"/>
                </a:lnTo>
                <a:lnTo>
                  <a:pt x="80867" y="0"/>
                </a:lnTo>
                <a:lnTo>
                  <a:pt x="91145" y="285"/>
                </a:lnTo>
                <a:lnTo>
                  <a:pt x="101298" y="1142"/>
                </a:lnTo>
                <a:lnTo>
                  <a:pt x="111165" y="2571"/>
                </a:lnTo>
                <a:lnTo>
                  <a:pt x="120586" y="4571"/>
                </a:lnTo>
                <a:lnTo>
                  <a:pt x="129206" y="6262"/>
                </a:lnTo>
                <a:lnTo>
                  <a:pt x="162115" y="27289"/>
                </a:lnTo>
                <a:lnTo>
                  <a:pt x="162292" y="27527"/>
                </a:lnTo>
                <a:lnTo>
                  <a:pt x="33623" y="27527"/>
                </a:lnTo>
                <a:lnTo>
                  <a:pt x="33623" y="131254"/>
                </a:lnTo>
                <a:lnTo>
                  <a:pt x="158386" y="131254"/>
                </a:lnTo>
                <a:lnTo>
                  <a:pt x="156733" y="133111"/>
                </a:lnTo>
                <a:lnTo>
                  <a:pt x="120586" y="154114"/>
                </a:lnTo>
                <a:lnTo>
                  <a:pt x="80867" y="158686"/>
                </a:lnTo>
                <a:lnTo>
                  <a:pt x="33623" y="158686"/>
                </a:lnTo>
                <a:lnTo>
                  <a:pt x="33623" y="262508"/>
                </a:lnTo>
                <a:close/>
              </a:path>
              <a:path w="177164" h="262889">
                <a:moveTo>
                  <a:pt x="158386" y="131254"/>
                </a:moveTo>
                <a:lnTo>
                  <a:pt x="76295" y="131254"/>
                </a:lnTo>
                <a:lnTo>
                  <a:pt x="92335" y="130397"/>
                </a:lnTo>
                <a:lnTo>
                  <a:pt x="106251" y="127825"/>
                </a:lnTo>
                <a:lnTo>
                  <a:pt x="140589" y="101679"/>
                </a:lnTo>
                <a:lnTo>
                  <a:pt x="144970" y="77819"/>
                </a:lnTo>
                <a:lnTo>
                  <a:pt x="143851" y="64341"/>
                </a:lnTo>
                <a:lnTo>
                  <a:pt x="118166" y="33313"/>
                </a:lnTo>
                <a:lnTo>
                  <a:pt x="76295" y="27527"/>
                </a:lnTo>
                <a:lnTo>
                  <a:pt x="162292" y="27527"/>
                </a:lnTo>
                <a:lnTo>
                  <a:pt x="176664" y="66960"/>
                </a:lnTo>
                <a:lnTo>
                  <a:pt x="176974" y="77819"/>
                </a:lnTo>
                <a:lnTo>
                  <a:pt x="176664" y="87811"/>
                </a:lnTo>
                <a:lnTo>
                  <a:pt x="162115" y="127063"/>
                </a:lnTo>
                <a:lnTo>
                  <a:pt x="158386" y="131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4116704" y="2512790"/>
            <a:ext cx="421005" cy="363220"/>
            <a:chOff x="4116704" y="2512790"/>
            <a:chExt cx="421005" cy="363220"/>
          </a:xfrm>
        </p:grpSpPr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6704" y="2542889"/>
              <a:ext cx="326421" cy="26288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4464462" y="2512790"/>
              <a:ext cx="73660" cy="363220"/>
            </a:xfrm>
            <a:custGeom>
              <a:avLst/>
              <a:gdLst/>
              <a:ahLst/>
              <a:cxnLst/>
              <a:rect l="l" t="t" r="r" b="b"/>
              <a:pathLst>
                <a:path w="73660" h="363219">
                  <a:moveTo>
                    <a:pt x="19812" y="363188"/>
                  </a:moveTo>
                  <a:lnTo>
                    <a:pt x="0" y="354044"/>
                  </a:lnTo>
                  <a:lnTo>
                    <a:pt x="10596" y="334270"/>
                  </a:lnTo>
                  <a:lnTo>
                    <a:pt x="19621" y="313943"/>
                  </a:lnTo>
                  <a:lnTo>
                    <a:pt x="33528" y="271557"/>
                  </a:lnTo>
                  <a:lnTo>
                    <a:pt x="42481" y="227159"/>
                  </a:lnTo>
                  <a:lnTo>
                    <a:pt x="45719" y="181546"/>
                  </a:lnTo>
                  <a:lnTo>
                    <a:pt x="44886" y="158695"/>
                  </a:lnTo>
                  <a:lnTo>
                    <a:pt x="38647" y="113529"/>
                  </a:lnTo>
                  <a:lnTo>
                    <a:pt x="27217" y="70089"/>
                  </a:lnTo>
                  <a:lnTo>
                    <a:pt x="10596" y="28875"/>
                  </a:lnTo>
                  <a:lnTo>
                    <a:pt x="0" y="9143"/>
                  </a:lnTo>
                  <a:lnTo>
                    <a:pt x="19812" y="0"/>
                  </a:lnTo>
                  <a:lnTo>
                    <a:pt x="41719" y="41540"/>
                  </a:lnTo>
                  <a:lnTo>
                    <a:pt x="57912" y="85439"/>
                  </a:lnTo>
                  <a:lnTo>
                    <a:pt x="69615" y="131206"/>
                  </a:lnTo>
                  <a:lnTo>
                    <a:pt x="73247" y="181546"/>
                  </a:lnTo>
                  <a:lnTo>
                    <a:pt x="72364" y="207344"/>
                  </a:lnTo>
                  <a:lnTo>
                    <a:pt x="64848" y="256046"/>
                  </a:lnTo>
                  <a:lnTo>
                    <a:pt x="50458" y="300943"/>
                  </a:lnTo>
                  <a:lnTo>
                    <a:pt x="31551" y="343178"/>
                  </a:lnTo>
                  <a:lnTo>
                    <a:pt x="19812" y="363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4668869" y="2605849"/>
            <a:ext cx="335915" cy="205104"/>
            <a:chOff x="4668869" y="2605849"/>
            <a:chExt cx="335915" cy="205104"/>
          </a:xfrm>
        </p:grpSpPr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8869" y="2605849"/>
              <a:ext cx="154019" cy="20450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1939" y="2605849"/>
              <a:ext cx="152495" cy="204501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5067013" y="2520410"/>
            <a:ext cx="53340" cy="290195"/>
          </a:xfrm>
          <a:custGeom>
            <a:avLst/>
            <a:gdLst/>
            <a:ahLst/>
            <a:cxnLst/>
            <a:rect l="l" t="t" r="r" b="b"/>
            <a:pathLst>
              <a:path w="53339" h="290194">
                <a:moveTo>
                  <a:pt x="45719" y="289941"/>
                </a:moveTo>
                <a:lnTo>
                  <a:pt x="35052" y="289941"/>
                </a:lnTo>
                <a:lnTo>
                  <a:pt x="25836" y="289345"/>
                </a:lnTo>
                <a:lnTo>
                  <a:pt x="547" y="256261"/>
                </a:lnTo>
                <a:lnTo>
                  <a:pt x="0" y="245649"/>
                </a:lnTo>
                <a:lnTo>
                  <a:pt x="0" y="0"/>
                </a:lnTo>
                <a:lnTo>
                  <a:pt x="32004" y="0"/>
                </a:lnTo>
                <a:lnTo>
                  <a:pt x="32004" y="253269"/>
                </a:lnTo>
                <a:lnTo>
                  <a:pt x="33528" y="257841"/>
                </a:lnTo>
                <a:lnTo>
                  <a:pt x="35052" y="259365"/>
                </a:lnTo>
                <a:lnTo>
                  <a:pt x="36576" y="262413"/>
                </a:lnTo>
                <a:lnTo>
                  <a:pt x="48768" y="262413"/>
                </a:lnTo>
                <a:lnTo>
                  <a:pt x="53339" y="286893"/>
                </a:lnTo>
                <a:lnTo>
                  <a:pt x="51816" y="288417"/>
                </a:lnTo>
                <a:lnTo>
                  <a:pt x="48768" y="288417"/>
                </a:lnTo>
                <a:lnTo>
                  <a:pt x="45719" y="289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169217" y="2520416"/>
            <a:ext cx="140335" cy="290195"/>
          </a:xfrm>
          <a:custGeom>
            <a:avLst/>
            <a:gdLst/>
            <a:ahLst/>
            <a:cxnLst/>
            <a:rect l="l" t="t" r="r" b="b"/>
            <a:pathLst>
              <a:path w="140335" h="290194">
                <a:moveTo>
                  <a:pt x="53340" y="286893"/>
                </a:moveTo>
                <a:lnTo>
                  <a:pt x="48768" y="262407"/>
                </a:lnTo>
                <a:lnTo>
                  <a:pt x="36576" y="262407"/>
                </a:lnTo>
                <a:lnTo>
                  <a:pt x="35052" y="259359"/>
                </a:lnTo>
                <a:lnTo>
                  <a:pt x="33528" y="257835"/>
                </a:lnTo>
                <a:lnTo>
                  <a:pt x="32004" y="253263"/>
                </a:lnTo>
                <a:lnTo>
                  <a:pt x="32004" y="0"/>
                </a:lnTo>
                <a:lnTo>
                  <a:pt x="0" y="0"/>
                </a:lnTo>
                <a:lnTo>
                  <a:pt x="0" y="245643"/>
                </a:lnTo>
                <a:lnTo>
                  <a:pt x="330" y="256260"/>
                </a:lnTo>
                <a:lnTo>
                  <a:pt x="24968" y="289344"/>
                </a:lnTo>
                <a:lnTo>
                  <a:pt x="33528" y="289941"/>
                </a:lnTo>
                <a:lnTo>
                  <a:pt x="45720" y="289941"/>
                </a:lnTo>
                <a:lnTo>
                  <a:pt x="48768" y="288417"/>
                </a:lnTo>
                <a:lnTo>
                  <a:pt x="50292" y="288417"/>
                </a:lnTo>
                <a:lnTo>
                  <a:pt x="53340" y="286893"/>
                </a:lnTo>
                <a:close/>
              </a:path>
              <a:path w="140335" h="290194">
                <a:moveTo>
                  <a:pt x="134200" y="91528"/>
                </a:moveTo>
                <a:lnTo>
                  <a:pt x="100571" y="91528"/>
                </a:lnTo>
                <a:lnTo>
                  <a:pt x="100571" y="285369"/>
                </a:lnTo>
                <a:lnTo>
                  <a:pt x="134200" y="285369"/>
                </a:lnTo>
                <a:lnTo>
                  <a:pt x="134200" y="91528"/>
                </a:lnTo>
                <a:close/>
              </a:path>
              <a:path w="140335" h="290194">
                <a:moveTo>
                  <a:pt x="140296" y="22860"/>
                </a:moveTo>
                <a:lnTo>
                  <a:pt x="138772" y="18288"/>
                </a:lnTo>
                <a:lnTo>
                  <a:pt x="134200" y="13716"/>
                </a:lnTo>
                <a:lnTo>
                  <a:pt x="129628" y="10668"/>
                </a:lnTo>
                <a:lnTo>
                  <a:pt x="123532" y="9144"/>
                </a:lnTo>
                <a:lnTo>
                  <a:pt x="111340" y="9144"/>
                </a:lnTo>
                <a:lnTo>
                  <a:pt x="106768" y="10668"/>
                </a:lnTo>
                <a:lnTo>
                  <a:pt x="102095" y="13716"/>
                </a:lnTo>
                <a:lnTo>
                  <a:pt x="97523" y="18288"/>
                </a:lnTo>
                <a:lnTo>
                  <a:pt x="94475" y="22860"/>
                </a:lnTo>
                <a:lnTo>
                  <a:pt x="94475" y="35052"/>
                </a:lnTo>
                <a:lnTo>
                  <a:pt x="97523" y="41148"/>
                </a:lnTo>
                <a:lnTo>
                  <a:pt x="102095" y="44196"/>
                </a:lnTo>
                <a:lnTo>
                  <a:pt x="106768" y="48856"/>
                </a:lnTo>
                <a:lnTo>
                  <a:pt x="111340" y="50380"/>
                </a:lnTo>
                <a:lnTo>
                  <a:pt x="123532" y="50380"/>
                </a:lnTo>
                <a:lnTo>
                  <a:pt x="129628" y="48856"/>
                </a:lnTo>
                <a:lnTo>
                  <a:pt x="134200" y="44196"/>
                </a:lnTo>
                <a:lnTo>
                  <a:pt x="138772" y="41148"/>
                </a:lnTo>
                <a:lnTo>
                  <a:pt x="140296" y="35052"/>
                </a:lnTo>
                <a:lnTo>
                  <a:pt x="140296" y="228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8956" y="2605849"/>
            <a:ext cx="155638" cy="199929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5571838" y="2605849"/>
            <a:ext cx="180340" cy="290195"/>
          </a:xfrm>
          <a:custGeom>
            <a:avLst/>
            <a:gdLst/>
            <a:ahLst/>
            <a:cxnLst/>
            <a:rect l="l" t="t" r="r" b="b"/>
            <a:pathLst>
              <a:path w="180339" h="290194">
                <a:moveTo>
                  <a:pt x="80867" y="289941"/>
                </a:moveTo>
                <a:lnTo>
                  <a:pt x="40528" y="284583"/>
                </a:lnTo>
                <a:lnTo>
                  <a:pt x="22955" y="276225"/>
                </a:lnTo>
                <a:lnTo>
                  <a:pt x="15240" y="271653"/>
                </a:lnTo>
                <a:lnTo>
                  <a:pt x="1524" y="253365"/>
                </a:lnTo>
                <a:lnTo>
                  <a:pt x="0" y="245649"/>
                </a:lnTo>
                <a:lnTo>
                  <a:pt x="0" y="228885"/>
                </a:lnTo>
                <a:lnTo>
                  <a:pt x="29051" y="193833"/>
                </a:lnTo>
                <a:lnTo>
                  <a:pt x="29051" y="192309"/>
                </a:lnTo>
                <a:lnTo>
                  <a:pt x="12192" y="167830"/>
                </a:lnTo>
                <a:lnTo>
                  <a:pt x="12192" y="151066"/>
                </a:lnTo>
                <a:lnTo>
                  <a:pt x="13716" y="144970"/>
                </a:lnTo>
                <a:lnTo>
                  <a:pt x="18288" y="138874"/>
                </a:lnTo>
                <a:lnTo>
                  <a:pt x="22955" y="132778"/>
                </a:lnTo>
                <a:lnTo>
                  <a:pt x="32099" y="123634"/>
                </a:lnTo>
                <a:lnTo>
                  <a:pt x="32099" y="122110"/>
                </a:lnTo>
                <a:lnTo>
                  <a:pt x="9715" y="86582"/>
                </a:lnTo>
                <a:lnTo>
                  <a:pt x="7620" y="70199"/>
                </a:lnTo>
                <a:lnTo>
                  <a:pt x="7929" y="62460"/>
                </a:lnTo>
                <a:lnTo>
                  <a:pt x="24560" y="24384"/>
                </a:lnTo>
                <a:lnTo>
                  <a:pt x="58793" y="3857"/>
                </a:lnTo>
                <a:lnTo>
                  <a:pt x="80867" y="0"/>
                </a:lnTo>
                <a:lnTo>
                  <a:pt x="85439" y="0"/>
                </a:lnTo>
                <a:lnTo>
                  <a:pt x="91535" y="1524"/>
                </a:lnTo>
                <a:lnTo>
                  <a:pt x="96107" y="1524"/>
                </a:lnTo>
                <a:lnTo>
                  <a:pt x="105251" y="4572"/>
                </a:lnTo>
                <a:lnTo>
                  <a:pt x="108299" y="6095"/>
                </a:lnTo>
                <a:lnTo>
                  <a:pt x="175450" y="6095"/>
                </a:lnTo>
                <a:lnTo>
                  <a:pt x="175450" y="24384"/>
                </a:lnTo>
                <a:lnTo>
                  <a:pt x="80867" y="24384"/>
                </a:lnTo>
                <a:lnTo>
                  <a:pt x="72270" y="25218"/>
                </a:lnTo>
                <a:lnTo>
                  <a:pt x="42957" y="50577"/>
                </a:lnTo>
                <a:lnTo>
                  <a:pt x="39719" y="70199"/>
                </a:lnTo>
                <a:lnTo>
                  <a:pt x="39719" y="76295"/>
                </a:lnTo>
                <a:lnTo>
                  <a:pt x="51911" y="103727"/>
                </a:lnTo>
                <a:lnTo>
                  <a:pt x="54959" y="108394"/>
                </a:lnTo>
                <a:lnTo>
                  <a:pt x="59531" y="111442"/>
                </a:lnTo>
                <a:lnTo>
                  <a:pt x="65627" y="112966"/>
                </a:lnTo>
                <a:lnTo>
                  <a:pt x="70199" y="116014"/>
                </a:lnTo>
                <a:lnTo>
                  <a:pt x="135520" y="116014"/>
                </a:lnTo>
                <a:lnTo>
                  <a:pt x="131254" y="120586"/>
                </a:lnTo>
                <a:lnTo>
                  <a:pt x="126341" y="124015"/>
                </a:lnTo>
                <a:lnTo>
                  <a:pt x="120884" y="127444"/>
                </a:lnTo>
                <a:lnTo>
                  <a:pt x="114872" y="130873"/>
                </a:lnTo>
                <a:lnTo>
                  <a:pt x="114142" y="131254"/>
                </a:lnTo>
                <a:lnTo>
                  <a:pt x="51911" y="131254"/>
                </a:lnTo>
                <a:lnTo>
                  <a:pt x="47339" y="134302"/>
                </a:lnTo>
                <a:lnTo>
                  <a:pt x="44291" y="137350"/>
                </a:lnTo>
                <a:lnTo>
                  <a:pt x="42767" y="141922"/>
                </a:lnTo>
                <a:lnTo>
                  <a:pt x="39719" y="144970"/>
                </a:lnTo>
                <a:lnTo>
                  <a:pt x="39719" y="161734"/>
                </a:lnTo>
                <a:lnTo>
                  <a:pt x="41243" y="166306"/>
                </a:lnTo>
                <a:lnTo>
                  <a:pt x="73247" y="175450"/>
                </a:lnTo>
                <a:lnTo>
                  <a:pt x="111347" y="175450"/>
                </a:lnTo>
                <a:lnTo>
                  <a:pt x="127404" y="176298"/>
                </a:lnTo>
                <a:lnTo>
                  <a:pt x="169735" y="193428"/>
                </a:lnTo>
                <a:lnTo>
                  <a:pt x="174477" y="199929"/>
                </a:lnTo>
                <a:lnTo>
                  <a:pt x="48863" y="199929"/>
                </a:lnTo>
                <a:lnTo>
                  <a:pt x="42767" y="204501"/>
                </a:lnTo>
                <a:lnTo>
                  <a:pt x="36671" y="210597"/>
                </a:lnTo>
                <a:lnTo>
                  <a:pt x="33623" y="216693"/>
                </a:lnTo>
                <a:lnTo>
                  <a:pt x="30575" y="221265"/>
                </a:lnTo>
                <a:lnTo>
                  <a:pt x="29051" y="227361"/>
                </a:lnTo>
                <a:lnTo>
                  <a:pt x="29051" y="233457"/>
                </a:lnTo>
                <a:lnTo>
                  <a:pt x="61436" y="264795"/>
                </a:lnTo>
                <a:lnTo>
                  <a:pt x="85439" y="267081"/>
                </a:lnTo>
                <a:lnTo>
                  <a:pt x="156568" y="267081"/>
                </a:lnTo>
                <a:lnTo>
                  <a:pt x="152590" y="270129"/>
                </a:lnTo>
                <a:lnTo>
                  <a:pt x="146326" y="274415"/>
                </a:lnTo>
                <a:lnTo>
                  <a:pt x="139053" y="278130"/>
                </a:lnTo>
                <a:lnTo>
                  <a:pt x="130904" y="281273"/>
                </a:lnTo>
                <a:lnTo>
                  <a:pt x="122015" y="283845"/>
                </a:lnTo>
                <a:lnTo>
                  <a:pt x="112585" y="286726"/>
                </a:lnTo>
                <a:lnTo>
                  <a:pt x="102584" y="288607"/>
                </a:lnTo>
                <a:lnTo>
                  <a:pt x="92011" y="289631"/>
                </a:lnTo>
                <a:lnTo>
                  <a:pt x="80867" y="289941"/>
                </a:lnTo>
                <a:close/>
              </a:path>
              <a:path w="180339" h="290194">
                <a:moveTo>
                  <a:pt x="135520" y="116014"/>
                </a:moveTo>
                <a:lnTo>
                  <a:pt x="91535" y="116014"/>
                </a:lnTo>
                <a:lnTo>
                  <a:pt x="96107" y="112966"/>
                </a:lnTo>
                <a:lnTo>
                  <a:pt x="102203" y="111442"/>
                </a:lnTo>
                <a:lnTo>
                  <a:pt x="105251" y="108394"/>
                </a:lnTo>
                <a:lnTo>
                  <a:pt x="109823" y="103727"/>
                </a:lnTo>
                <a:lnTo>
                  <a:pt x="112871" y="100679"/>
                </a:lnTo>
                <a:lnTo>
                  <a:pt x="115919" y="94583"/>
                </a:lnTo>
                <a:lnTo>
                  <a:pt x="118967" y="90011"/>
                </a:lnTo>
                <a:lnTo>
                  <a:pt x="121985" y="77938"/>
                </a:lnTo>
                <a:lnTo>
                  <a:pt x="122015" y="70199"/>
                </a:lnTo>
                <a:lnTo>
                  <a:pt x="121181" y="59602"/>
                </a:lnTo>
                <a:lnTo>
                  <a:pt x="97059" y="27634"/>
                </a:lnTo>
                <a:lnTo>
                  <a:pt x="80867" y="24384"/>
                </a:lnTo>
                <a:lnTo>
                  <a:pt x="175450" y="24384"/>
                </a:lnTo>
                <a:lnTo>
                  <a:pt x="175450" y="30480"/>
                </a:lnTo>
                <a:lnTo>
                  <a:pt x="135826" y="30480"/>
                </a:lnTo>
                <a:lnTo>
                  <a:pt x="140398" y="35147"/>
                </a:lnTo>
                <a:lnTo>
                  <a:pt x="152590" y="70199"/>
                </a:lnTo>
                <a:lnTo>
                  <a:pt x="152066" y="77938"/>
                </a:lnTo>
                <a:lnTo>
                  <a:pt x="135778" y="115737"/>
                </a:lnTo>
                <a:lnTo>
                  <a:pt x="135520" y="116014"/>
                </a:lnTo>
                <a:close/>
              </a:path>
              <a:path w="180339" h="290194">
                <a:moveTo>
                  <a:pt x="80867" y="138874"/>
                </a:moveTo>
                <a:lnTo>
                  <a:pt x="76295" y="138874"/>
                </a:lnTo>
                <a:lnTo>
                  <a:pt x="71723" y="137350"/>
                </a:lnTo>
                <a:lnTo>
                  <a:pt x="65627" y="137350"/>
                </a:lnTo>
                <a:lnTo>
                  <a:pt x="56483" y="134302"/>
                </a:lnTo>
                <a:lnTo>
                  <a:pt x="51911" y="131254"/>
                </a:lnTo>
                <a:lnTo>
                  <a:pt x="114142" y="131254"/>
                </a:lnTo>
                <a:lnTo>
                  <a:pt x="108299" y="134302"/>
                </a:lnTo>
                <a:lnTo>
                  <a:pt x="102084" y="136302"/>
                </a:lnTo>
                <a:lnTo>
                  <a:pt x="95154" y="137731"/>
                </a:lnTo>
                <a:lnTo>
                  <a:pt x="87939" y="138588"/>
                </a:lnTo>
                <a:lnTo>
                  <a:pt x="80867" y="138874"/>
                </a:lnTo>
                <a:close/>
              </a:path>
              <a:path w="180339" h="290194">
                <a:moveTo>
                  <a:pt x="156568" y="267081"/>
                </a:moveTo>
                <a:lnTo>
                  <a:pt x="85439" y="267081"/>
                </a:lnTo>
                <a:lnTo>
                  <a:pt x="92273" y="266819"/>
                </a:lnTo>
                <a:lnTo>
                  <a:pt x="98964" y="266128"/>
                </a:lnTo>
                <a:lnTo>
                  <a:pt x="129730" y="254889"/>
                </a:lnTo>
                <a:lnTo>
                  <a:pt x="135826" y="251841"/>
                </a:lnTo>
                <a:lnTo>
                  <a:pt x="140398" y="247173"/>
                </a:lnTo>
                <a:lnTo>
                  <a:pt x="146494" y="238029"/>
                </a:lnTo>
                <a:lnTo>
                  <a:pt x="148018" y="231933"/>
                </a:lnTo>
                <a:lnTo>
                  <a:pt x="148018" y="218217"/>
                </a:lnTo>
                <a:lnTo>
                  <a:pt x="143446" y="212121"/>
                </a:lnTo>
                <a:lnTo>
                  <a:pt x="137350" y="209073"/>
                </a:lnTo>
                <a:lnTo>
                  <a:pt x="131953" y="206192"/>
                </a:lnTo>
                <a:lnTo>
                  <a:pt x="125110" y="204311"/>
                </a:lnTo>
                <a:lnTo>
                  <a:pt x="117124" y="203287"/>
                </a:lnTo>
                <a:lnTo>
                  <a:pt x="108299" y="202977"/>
                </a:lnTo>
                <a:lnTo>
                  <a:pt x="58007" y="202977"/>
                </a:lnTo>
                <a:lnTo>
                  <a:pt x="48863" y="199929"/>
                </a:lnTo>
                <a:lnTo>
                  <a:pt x="174477" y="199929"/>
                </a:lnTo>
                <a:lnTo>
                  <a:pt x="175450" y="201263"/>
                </a:lnTo>
                <a:lnTo>
                  <a:pt x="178879" y="211097"/>
                </a:lnTo>
                <a:lnTo>
                  <a:pt x="180022" y="222789"/>
                </a:lnTo>
                <a:lnTo>
                  <a:pt x="179474" y="229409"/>
                </a:lnTo>
                <a:lnTo>
                  <a:pt x="158900" y="265293"/>
                </a:lnTo>
                <a:lnTo>
                  <a:pt x="156568" y="2670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58636" y="2605849"/>
            <a:ext cx="152495" cy="204501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6130195" y="2520410"/>
            <a:ext cx="314325" cy="290195"/>
            <a:chOff x="6130195" y="2520410"/>
            <a:chExt cx="314325" cy="290195"/>
          </a:xfrm>
        </p:grpSpPr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30195" y="2556986"/>
              <a:ext cx="120491" cy="25336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288786" y="2520410"/>
              <a:ext cx="156210" cy="285750"/>
            </a:xfrm>
            <a:custGeom>
              <a:avLst/>
              <a:gdLst/>
              <a:ahLst/>
              <a:cxnLst/>
              <a:rect l="l" t="t" r="r" b="b"/>
              <a:pathLst>
                <a:path w="156210" h="285750">
                  <a:moveTo>
                    <a:pt x="155638" y="285368"/>
                  </a:moveTo>
                  <a:lnTo>
                    <a:pt x="123539" y="285368"/>
                  </a:lnTo>
                  <a:lnTo>
                    <a:pt x="123539" y="166306"/>
                  </a:lnTo>
                  <a:lnTo>
                    <a:pt x="122967" y="153685"/>
                  </a:lnTo>
                  <a:lnTo>
                    <a:pt x="102774" y="117645"/>
                  </a:lnTo>
                  <a:lnTo>
                    <a:pt x="85439" y="114395"/>
                  </a:lnTo>
                  <a:lnTo>
                    <a:pt x="78605" y="114944"/>
                  </a:lnTo>
                  <a:lnTo>
                    <a:pt x="40377" y="137540"/>
                  </a:lnTo>
                  <a:lnTo>
                    <a:pt x="33528" y="144970"/>
                  </a:lnTo>
                  <a:lnTo>
                    <a:pt x="33528" y="285368"/>
                  </a:lnTo>
                  <a:lnTo>
                    <a:pt x="0" y="285368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33528" y="77819"/>
                  </a:lnTo>
                  <a:lnTo>
                    <a:pt x="32004" y="117443"/>
                  </a:lnTo>
                  <a:lnTo>
                    <a:pt x="38900" y="111752"/>
                  </a:lnTo>
                  <a:lnTo>
                    <a:pt x="77438" y="87915"/>
                  </a:lnTo>
                  <a:lnTo>
                    <a:pt x="96107" y="85439"/>
                  </a:lnTo>
                  <a:lnTo>
                    <a:pt x="110966" y="86820"/>
                  </a:lnTo>
                  <a:lnTo>
                    <a:pt x="147842" y="115791"/>
                  </a:lnTo>
                  <a:lnTo>
                    <a:pt x="155638" y="161734"/>
                  </a:lnTo>
                  <a:lnTo>
                    <a:pt x="155638" y="285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/>
          <p:nvPr/>
        </p:nvSpPr>
        <p:spPr>
          <a:xfrm>
            <a:off x="6500812" y="2529554"/>
            <a:ext cx="45720" cy="276225"/>
          </a:xfrm>
          <a:custGeom>
            <a:avLst/>
            <a:gdLst/>
            <a:ahLst/>
            <a:cxnLst/>
            <a:rect l="l" t="t" r="r" b="b"/>
            <a:pathLst>
              <a:path w="45720" h="276225">
                <a:moveTo>
                  <a:pt x="28956" y="41243"/>
                </a:moveTo>
                <a:lnTo>
                  <a:pt x="15240" y="41243"/>
                </a:lnTo>
                <a:lnTo>
                  <a:pt x="10668" y="39719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4572"/>
                </a:lnTo>
                <a:lnTo>
                  <a:pt x="10668" y="1524"/>
                </a:lnTo>
                <a:lnTo>
                  <a:pt x="15240" y="0"/>
                </a:lnTo>
                <a:lnTo>
                  <a:pt x="28956" y="0"/>
                </a:lnTo>
                <a:lnTo>
                  <a:pt x="33528" y="1524"/>
                </a:lnTo>
                <a:lnTo>
                  <a:pt x="38100" y="4572"/>
                </a:lnTo>
                <a:lnTo>
                  <a:pt x="42672" y="9144"/>
                </a:lnTo>
                <a:lnTo>
                  <a:pt x="45720" y="13716"/>
                </a:lnTo>
                <a:lnTo>
                  <a:pt x="45720" y="25908"/>
                </a:lnTo>
                <a:lnTo>
                  <a:pt x="42672" y="32004"/>
                </a:lnTo>
                <a:lnTo>
                  <a:pt x="38100" y="35052"/>
                </a:lnTo>
                <a:lnTo>
                  <a:pt x="33528" y="39719"/>
                </a:lnTo>
                <a:lnTo>
                  <a:pt x="28956" y="41243"/>
                </a:lnTo>
                <a:close/>
              </a:path>
              <a:path w="45720" h="276225">
                <a:moveTo>
                  <a:pt x="38100" y="276225"/>
                </a:moveTo>
                <a:lnTo>
                  <a:pt x="6096" y="276225"/>
                </a:lnTo>
                <a:lnTo>
                  <a:pt x="6096" y="82391"/>
                </a:lnTo>
                <a:lnTo>
                  <a:pt x="38100" y="82391"/>
                </a:lnTo>
                <a:lnTo>
                  <a:pt x="38100" y="276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6604540" y="2520410"/>
            <a:ext cx="294640" cy="290195"/>
            <a:chOff x="6604540" y="2520410"/>
            <a:chExt cx="294640" cy="290195"/>
          </a:xfrm>
        </p:grpSpPr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4540" y="2605849"/>
              <a:ext cx="106775" cy="19992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729603" y="2520410"/>
              <a:ext cx="169545" cy="290195"/>
            </a:xfrm>
            <a:custGeom>
              <a:avLst/>
              <a:gdLst/>
              <a:ahLst/>
              <a:cxnLst/>
              <a:rect l="l" t="t" r="r" b="b"/>
              <a:pathLst>
                <a:path w="169545" h="290194">
                  <a:moveTo>
                    <a:pt x="169354" y="108299"/>
                  </a:moveTo>
                  <a:lnTo>
                    <a:pt x="138779" y="108299"/>
                  </a:lnTo>
                  <a:lnTo>
                    <a:pt x="137255" y="74771"/>
                  </a:lnTo>
                  <a:lnTo>
                    <a:pt x="137255" y="0"/>
                  </a:lnTo>
                  <a:lnTo>
                    <a:pt x="169354" y="0"/>
                  </a:lnTo>
                  <a:lnTo>
                    <a:pt x="169354" y="108299"/>
                  </a:lnTo>
                  <a:close/>
                </a:path>
                <a:path w="169545" h="290194">
                  <a:moveTo>
                    <a:pt x="79343" y="289941"/>
                  </a:moveTo>
                  <a:lnTo>
                    <a:pt x="33440" y="275756"/>
                  </a:lnTo>
                  <a:lnTo>
                    <a:pt x="4953" y="231731"/>
                  </a:lnTo>
                  <a:lnTo>
                    <a:pt x="0" y="189166"/>
                  </a:lnTo>
                  <a:lnTo>
                    <a:pt x="309" y="177141"/>
                  </a:lnTo>
                  <a:lnTo>
                    <a:pt x="9810" y="136777"/>
                  </a:lnTo>
                  <a:lnTo>
                    <a:pt x="37004" y="102012"/>
                  </a:lnTo>
                  <a:lnTo>
                    <a:pt x="75914" y="85986"/>
                  </a:lnTo>
                  <a:lnTo>
                    <a:pt x="83915" y="85439"/>
                  </a:lnTo>
                  <a:lnTo>
                    <a:pt x="91868" y="85963"/>
                  </a:lnTo>
                  <a:lnTo>
                    <a:pt x="138779" y="108299"/>
                  </a:lnTo>
                  <a:lnTo>
                    <a:pt x="169354" y="108299"/>
                  </a:lnTo>
                  <a:lnTo>
                    <a:pt x="169354" y="112871"/>
                  </a:lnTo>
                  <a:lnTo>
                    <a:pt x="82391" y="112871"/>
                  </a:lnTo>
                  <a:lnTo>
                    <a:pt x="67151" y="118967"/>
                  </a:lnTo>
                  <a:lnTo>
                    <a:pt x="61055" y="122110"/>
                  </a:lnTo>
                  <a:lnTo>
                    <a:pt x="54959" y="128206"/>
                  </a:lnTo>
                  <a:lnTo>
                    <a:pt x="50387" y="134302"/>
                  </a:lnTo>
                  <a:lnTo>
                    <a:pt x="46339" y="139160"/>
                  </a:lnTo>
                  <a:lnTo>
                    <a:pt x="33909" y="179665"/>
                  </a:lnTo>
                  <a:lnTo>
                    <a:pt x="33623" y="187642"/>
                  </a:lnTo>
                  <a:lnTo>
                    <a:pt x="34480" y="204842"/>
                  </a:lnTo>
                  <a:lnTo>
                    <a:pt x="47339" y="242601"/>
                  </a:lnTo>
                  <a:lnTo>
                    <a:pt x="86963" y="262413"/>
                  </a:lnTo>
                  <a:lnTo>
                    <a:pt x="138779" y="262413"/>
                  </a:lnTo>
                  <a:lnTo>
                    <a:pt x="132802" y="267921"/>
                  </a:lnTo>
                  <a:lnTo>
                    <a:pt x="96678" y="287845"/>
                  </a:lnTo>
                  <a:lnTo>
                    <a:pt x="88225" y="289393"/>
                  </a:lnTo>
                  <a:lnTo>
                    <a:pt x="79343" y="289941"/>
                  </a:lnTo>
                  <a:close/>
                </a:path>
                <a:path w="169545" h="290194">
                  <a:moveTo>
                    <a:pt x="169354" y="285369"/>
                  </a:moveTo>
                  <a:lnTo>
                    <a:pt x="143446" y="285369"/>
                  </a:lnTo>
                  <a:lnTo>
                    <a:pt x="140398" y="262413"/>
                  </a:lnTo>
                  <a:lnTo>
                    <a:pt x="86963" y="262413"/>
                  </a:lnTo>
                  <a:lnTo>
                    <a:pt x="124491" y="248126"/>
                  </a:lnTo>
                  <a:lnTo>
                    <a:pt x="137255" y="236505"/>
                  </a:lnTo>
                  <a:lnTo>
                    <a:pt x="137255" y="134302"/>
                  </a:lnTo>
                  <a:lnTo>
                    <a:pt x="97631" y="112871"/>
                  </a:lnTo>
                  <a:lnTo>
                    <a:pt x="169354" y="112871"/>
                  </a:lnTo>
                  <a:lnTo>
                    <a:pt x="169354" y="285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/>
          <p:nvPr/>
        </p:nvSpPr>
        <p:spPr>
          <a:xfrm>
            <a:off x="6947916" y="2692908"/>
            <a:ext cx="93345" cy="26034"/>
          </a:xfrm>
          <a:custGeom>
            <a:avLst/>
            <a:gdLst/>
            <a:ahLst/>
            <a:cxnLst/>
            <a:rect l="l" t="t" r="r" b="b"/>
            <a:pathLst>
              <a:path w="93345" h="26035">
                <a:moveTo>
                  <a:pt x="92964" y="25908"/>
                </a:moveTo>
                <a:lnTo>
                  <a:pt x="0" y="25908"/>
                </a:lnTo>
                <a:lnTo>
                  <a:pt x="0" y="0"/>
                </a:lnTo>
                <a:lnTo>
                  <a:pt x="92964" y="0"/>
                </a:lnTo>
                <a:lnTo>
                  <a:pt x="92964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7089647" y="2605849"/>
            <a:ext cx="358775" cy="282575"/>
            <a:chOff x="7089647" y="2605849"/>
            <a:chExt cx="358775" cy="282575"/>
          </a:xfrm>
        </p:grpSpPr>
        <p:sp>
          <p:nvSpPr>
            <p:cNvPr id="37" name="object 37" descr=""/>
            <p:cNvSpPr/>
            <p:nvPr/>
          </p:nvSpPr>
          <p:spPr>
            <a:xfrm>
              <a:off x="7089647" y="2605849"/>
              <a:ext cx="169545" cy="282575"/>
            </a:xfrm>
            <a:custGeom>
              <a:avLst/>
              <a:gdLst/>
              <a:ahLst/>
              <a:cxnLst/>
              <a:rect l="l" t="t" r="r" b="b"/>
              <a:pathLst>
                <a:path w="169545" h="282575">
                  <a:moveTo>
                    <a:pt x="144875" y="176974"/>
                  </a:moveTo>
                  <a:lnTo>
                    <a:pt x="88392" y="176974"/>
                  </a:lnTo>
                  <a:lnTo>
                    <a:pt x="94488" y="175450"/>
                  </a:lnTo>
                  <a:lnTo>
                    <a:pt x="102203" y="172402"/>
                  </a:lnTo>
                  <a:lnTo>
                    <a:pt x="128825" y="139374"/>
                  </a:lnTo>
                  <a:lnTo>
                    <a:pt x="135731" y="100679"/>
                  </a:lnTo>
                  <a:lnTo>
                    <a:pt x="135469" y="92702"/>
                  </a:lnTo>
                  <a:lnTo>
                    <a:pt x="128111" y="54959"/>
                  </a:lnTo>
                  <a:lnTo>
                    <a:pt x="123539" y="48863"/>
                  </a:lnTo>
                  <a:lnTo>
                    <a:pt x="118967" y="41243"/>
                  </a:lnTo>
                  <a:lnTo>
                    <a:pt x="114395" y="36671"/>
                  </a:lnTo>
                  <a:lnTo>
                    <a:pt x="108299" y="33527"/>
                  </a:lnTo>
                  <a:lnTo>
                    <a:pt x="92964" y="27431"/>
                  </a:lnTo>
                  <a:lnTo>
                    <a:pt x="30480" y="27431"/>
                  </a:lnTo>
                  <a:lnTo>
                    <a:pt x="37361" y="22002"/>
                  </a:lnTo>
                  <a:lnTo>
                    <a:pt x="44386" y="17144"/>
                  </a:lnTo>
                  <a:lnTo>
                    <a:pt x="51696" y="12858"/>
                  </a:lnTo>
                  <a:lnTo>
                    <a:pt x="59436" y="9143"/>
                  </a:lnTo>
                  <a:lnTo>
                    <a:pt x="67460" y="5143"/>
                  </a:lnTo>
                  <a:lnTo>
                    <a:pt x="75628" y="2285"/>
                  </a:lnTo>
                  <a:lnTo>
                    <a:pt x="84081" y="571"/>
                  </a:lnTo>
                  <a:lnTo>
                    <a:pt x="92964" y="0"/>
                  </a:lnTo>
                  <a:lnTo>
                    <a:pt x="101901" y="547"/>
                  </a:lnTo>
                  <a:lnTo>
                    <a:pt x="139160" y="15811"/>
                  </a:lnTo>
                  <a:lnTo>
                    <a:pt x="161877" y="50671"/>
                  </a:lnTo>
                  <a:lnTo>
                    <a:pt x="168973" y="89534"/>
                  </a:lnTo>
                  <a:lnTo>
                    <a:pt x="169259" y="100679"/>
                  </a:lnTo>
                  <a:lnTo>
                    <a:pt x="168949" y="112140"/>
                  </a:lnTo>
                  <a:lnTo>
                    <a:pt x="159448" y="153828"/>
                  </a:lnTo>
                  <a:lnTo>
                    <a:pt x="150304" y="169830"/>
                  </a:lnTo>
                  <a:lnTo>
                    <a:pt x="144875" y="176974"/>
                  </a:lnTo>
                  <a:close/>
                </a:path>
                <a:path w="169545" h="282575">
                  <a:moveTo>
                    <a:pt x="32004" y="282320"/>
                  </a:moveTo>
                  <a:lnTo>
                    <a:pt x="0" y="282320"/>
                  </a:lnTo>
                  <a:lnTo>
                    <a:pt x="0" y="6095"/>
                  </a:lnTo>
                  <a:lnTo>
                    <a:pt x="25908" y="6095"/>
                  </a:lnTo>
                  <a:lnTo>
                    <a:pt x="28956" y="27431"/>
                  </a:lnTo>
                  <a:lnTo>
                    <a:pt x="83820" y="27431"/>
                  </a:lnTo>
                  <a:lnTo>
                    <a:pt x="45720" y="43338"/>
                  </a:lnTo>
                  <a:lnTo>
                    <a:pt x="32004" y="54959"/>
                  </a:lnTo>
                  <a:lnTo>
                    <a:pt x="32004" y="157162"/>
                  </a:lnTo>
                  <a:lnTo>
                    <a:pt x="65532" y="175450"/>
                  </a:lnTo>
                  <a:lnTo>
                    <a:pt x="73152" y="176974"/>
                  </a:lnTo>
                  <a:lnTo>
                    <a:pt x="144875" y="176974"/>
                  </a:lnTo>
                  <a:lnTo>
                    <a:pt x="139249" y="183165"/>
                  </a:lnTo>
                  <a:lnTo>
                    <a:pt x="32004" y="183165"/>
                  </a:lnTo>
                  <a:lnTo>
                    <a:pt x="32004" y="282320"/>
                  </a:lnTo>
                  <a:close/>
                </a:path>
                <a:path w="169545" h="282575">
                  <a:moveTo>
                    <a:pt x="85344" y="204501"/>
                  </a:moveTo>
                  <a:lnTo>
                    <a:pt x="44386" y="191928"/>
                  </a:lnTo>
                  <a:lnTo>
                    <a:pt x="32004" y="183165"/>
                  </a:lnTo>
                  <a:lnTo>
                    <a:pt x="139249" y="183165"/>
                  </a:lnTo>
                  <a:lnTo>
                    <a:pt x="101393" y="203168"/>
                  </a:lnTo>
                  <a:lnTo>
                    <a:pt x="85344" y="2045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7102" y="2605849"/>
              <a:ext cx="150971" cy="204501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7510653" y="2556986"/>
            <a:ext cx="422909" cy="332740"/>
            <a:chOff x="7510653" y="2556986"/>
            <a:chExt cx="422909" cy="332740"/>
          </a:xfrm>
        </p:grpSpPr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10653" y="2556986"/>
              <a:ext cx="236410" cy="253365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7756207" y="2611945"/>
              <a:ext cx="177165" cy="278130"/>
            </a:xfrm>
            <a:custGeom>
              <a:avLst/>
              <a:gdLst/>
              <a:ahLst/>
              <a:cxnLst/>
              <a:rect l="l" t="t" r="r" b="b"/>
              <a:pathLst>
                <a:path w="177165" h="278130">
                  <a:moveTo>
                    <a:pt x="30480" y="277749"/>
                  </a:moveTo>
                  <a:lnTo>
                    <a:pt x="22859" y="277749"/>
                  </a:lnTo>
                  <a:lnTo>
                    <a:pt x="18288" y="276225"/>
                  </a:lnTo>
                  <a:lnTo>
                    <a:pt x="15240" y="276225"/>
                  </a:lnTo>
                  <a:lnTo>
                    <a:pt x="10668" y="274701"/>
                  </a:lnTo>
                  <a:lnTo>
                    <a:pt x="7620" y="273177"/>
                  </a:lnTo>
                  <a:lnTo>
                    <a:pt x="15240" y="247268"/>
                  </a:lnTo>
                  <a:lnTo>
                    <a:pt x="16764" y="248793"/>
                  </a:lnTo>
                  <a:lnTo>
                    <a:pt x="21336" y="248793"/>
                  </a:lnTo>
                  <a:lnTo>
                    <a:pt x="24384" y="250317"/>
                  </a:lnTo>
                  <a:lnTo>
                    <a:pt x="28956" y="250317"/>
                  </a:lnTo>
                  <a:lnTo>
                    <a:pt x="66496" y="225266"/>
                  </a:lnTo>
                  <a:lnTo>
                    <a:pt x="77819" y="193833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73247" y="106870"/>
                  </a:lnTo>
                  <a:lnTo>
                    <a:pt x="82391" y="134302"/>
                  </a:lnTo>
                  <a:lnTo>
                    <a:pt x="84915" y="141160"/>
                  </a:lnTo>
                  <a:lnTo>
                    <a:pt x="90535" y="154876"/>
                  </a:lnTo>
                  <a:lnTo>
                    <a:pt x="93059" y="161734"/>
                  </a:lnTo>
                  <a:lnTo>
                    <a:pt x="94583" y="161734"/>
                  </a:lnTo>
                  <a:lnTo>
                    <a:pt x="95988" y="154876"/>
                  </a:lnTo>
                  <a:lnTo>
                    <a:pt x="97821" y="148018"/>
                  </a:lnTo>
                  <a:lnTo>
                    <a:pt x="106584" y="120586"/>
                  </a:lnTo>
                  <a:lnTo>
                    <a:pt x="108418" y="113728"/>
                  </a:lnTo>
                  <a:lnTo>
                    <a:pt x="109823" y="106870"/>
                  </a:lnTo>
                  <a:lnTo>
                    <a:pt x="144875" y="0"/>
                  </a:lnTo>
                  <a:lnTo>
                    <a:pt x="176879" y="0"/>
                  </a:lnTo>
                  <a:lnTo>
                    <a:pt x="103727" y="210597"/>
                  </a:lnTo>
                  <a:lnTo>
                    <a:pt x="91535" y="236505"/>
                  </a:lnTo>
                  <a:lnTo>
                    <a:pt x="88749" y="242894"/>
                  </a:lnTo>
                  <a:lnTo>
                    <a:pt x="56387" y="273177"/>
                  </a:lnTo>
                  <a:lnTo>
                    <a:pt x="38171" y="277463"/>
                  </a:lnTo>
                  <a:lnTo>
                    <a:pt x="30480" y="277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8053673" y="2543270"/>
            <a:ext cx="614680" cy="267335"/>
            <a:chOff x="8053673" y="2543270"/>
            <a:chExt cx="614680" cy="267335"/>
          </a:xfrm>
        </p:grpSpPr>
        <p:sp>
          <p:nvSpPr>
            <p:cNvPr id="43" name="object 43" descr=""/>
            <p:cNvSpPr/>
            <p:nvPr/>
          </p:nvSpPr>
          <p:spPr>
            <a:xfrm>
              <a:off x="8053673" y="2543270"/>
              <a:ext cx="184785" cy="262890"/>
            </a:xfrm>
            <a:custGeom>
              <a:avLst/>
              <a:gdLst/>
              <a:ahLst/>
              <a:cxnLst/>
              <a:rect l="l" t="t" r="r" b="b"/>
              <a:pathLst>
                <a:path w="184784" h="262889">
                  <a:moveTo>
                    <a:pt x="83820" y="262508"/>
                  </a:moveTo>
                  <a:lnTo>
                    <a:pt x="0" y="262508"/>
                  </a:lnTo>
                  <a:lnTo>
                    <a:pt x="0" y="0"/>
                  </a:lnTo>
                  <a:lnTo>
                    <a:pt x="79248" y="0"/>
                  </a:lnTo>
                  <a:lnTo>
                    <a:pt x="88406" y="261"/>
                  </a:lnTo>
                  <a:lnTo>
                    <a:pt x="130778" y="8000"/>
                  </a:lnTo>
                  <a:lnTo>
                    <a:pt x="155663" y="26003"/>
                  </a:lnTo>
                  <a:lnTo>
                    <a:pt x="33528" y="26003"/>
                  </a:lnTo>
                  <a:lnTo>
                    <a:pt x="33528" y="111442"/>
                  </a:lnTo>
                  <a:lnTo>
                    <a:pt x="144815" y="111442"/>
                  </a:lnTo>
                  <a:lnTo>
                    <a:pt x="143160" y="112775"/>
                  </a:lnTo>
                  <a:lnTo>
                    <a:pt x="134135" y="117467"/>
                  </a:lnTo>
                  <a:lnTo>
                    <a:pt x="123539" y="120586"/>
                  </a:lnTo>
                  <a:lnTo>
                    <a:pt x="123539" y="123634"/>
                  </a:lnTo>
                  <a:lnTo>
                    <a:pt x="136659" y="125872"/>
                  </a:lnTo>
                  <a:lnTo>
                    <a:pt x="148494" y="130111"/>
                  </a:lnTo>
                  <a:lnTo>
                    <a:pt x="158900" y="136064"/>
                  </a:lnTo>
                  <a:lnTo>
                    <a:pt x="160439" y="137350"/>
                  </a:lnTo>
                  <a:lnTo>
                    <a:pt x="33528" y="137350"/>
                  </a:lnTo>
                  <a:lnTo>
                    <a:pt x="33528" y="236505"/>
                  </a:lnTo>
                  <a:lnTo>
                    <a:pt x="164484" y="236505"/>
                  </a:lnTo>
                  <a:lnTo>
                    <a:pt x="162734" y="238427"/>
                  </a:lnTo>
                  <a:lnTo>
                    <a:pt x="125063" y="257936"/>
                  </a:lnTo>
                  <a:lnTo>
                    <a:pt x="95019" y="262223"/>
                  </a:lnTo>
                  <a:lnTo>
                    <a:pt x="83820" y="262508"/>
                  </a:lnTo>
                  <a:close/>
                </a:path>
                <a:path w="184784" h="262889">
                  <a:moveTo>
                    <a:pt x="144815" y="111442"/>
                  </a:moveTo>
                  <a:lnTo>
                    <a:pt x="73152" y="111442"/>
                  </a:lnTo>
                  <a:lnTo>
                    <a:pt x="88970" y="110847"/>
                  </a:lnTo>
                  <a:lnTo>
                    <a:pt x="102191" y="108965"/>
                  </a:lnTo>
                  <a:lnTo>
                    <a:pt x="134874" y="77106"/>
                  </a:lnTo>
                  <a:lnTo>
                    <a:pt x="135731" y="67151"/>
                  </a:lnTo>
                  <a:lnTo>
                    <a:pt x="134850" y="56792"/>
                  </a:lnTo>
                  <a:lnTo>
                    <a:pt x="101048" y="28289"/>
                  </a:lnTo>
                  <a:lnTo>
                    <a:pt x="74676" y="26003"/>
                  </a:lnTo>
                  <a:lnTo>
                    <a:pt x="155663" y="26003"/>
                  </a:lnTo>
                  <a:lnTo>
                    <a:pt x="169259" y="64103"/>
                  </a:lnTo>
                  <a:lnTo>
                    <a:pt x="168425" y="73224"/>
                  </a:lnTo>
                  <a:lnTo>
                    <a:pt x="166020" y="82212"/>
                  </a:lnTo>
                  <a:lnTo>
                    <a:pt x="162186" y="90932"/>
                  </a:lnTo>
                  <a:lnTo>
                    <a:pt x="157067" y="99250"/>
                  </a:lnTo>
                  <a:lnTo>
                    <a:pt x="150756" y="106656"/>
                  </a:lnTo>
                  <a:lnTo>
                    <a:pt x="144815" y="111442"/>
                  </a:lnTo>
                  <a:close/>
                </a:path>
                <a:path w="184784" h="262889">
                  <a:moveTo>
                    <a:pt x="164484" y="236505"/>
                  </a:moveTo>
                  <a:lnTo>
                    <a:pt x="79248" y="236505"/>
                  </a:lnTo>
                  <a:lnTo>
                    <a:pt x="95567" y="235672"/>
                  </a:lnTo>
                  <a:lnTo>
                    <a:pt x="110001" y="233267"/>
                  </a:lnTo>
                  <a:lnTo>
                    <a:pt x="146399" y="207359"/>
                  </a:lnTo>
                  <a:lnTo>
                    <a:pt x="150971" y="184689"/>
                  </a:lnTo>
                  <a:lnTo>
                    <a:pt x="149828" y="172918"/>
                  </a:lnTo>
                  <a:lnTo>
                    <a:pt x="122418" y="143136"/>
                  </a:lnTo>
                  <a:lnTo>
                    <a:pt x="79248" y="137350"/>
                  </a:lnTo>
                  <a:lnTo>
                    <a:pt x="160439" y="137350"/>
                  </a:lnTo>
                  <a:lnTo>
                    <a:pt x="183380" y="173061"/>
                  </a:lnTo>
                  <a:lnTo>
                    <a:pt x="184499" y="186213"/>
                  </a:lnTo>
                  <a:lnTo>
                    <a:pt x="183951" y="195095"/>
                  </a:lnTo>
                  <a:lnTo>
                    <a:pt x="168116" y="232517"/>
                  </a:lnTo>
                  <a:lnTo>
                    <a:pt x="164484" y="2365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71795" y="2605849"/>
              <a:ext cx="179927" cy="20450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88394" y="2605849"/>
              <a:ext cx="179927" cy="204501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8718708" y="2605849"/>
            <a:ext cx="270510" cy="200025"/>
          </a:xfrm>
          <a:custGeom>
            <a:avLst/>
            <a:gdLst/>
            <a:ahLst/>
            <a:cxnLst/>
            <a:rect l="l" t="t" r="r" b="b"/>
            <a:pathLst>
              <a:path w="270509" h="200025">
                <a:moveTo>
                  <a:pt x="269938" y="199929"/>
                </a:moveTo>
                <a:lnTo>
                  <a:pt x="236410" y="199929"/>
                </a:lnTo>
                <a:lnTo>
                  <a:pt x="236410" y="80867"/>
                </a:lnTo>
                <a:lnTo>
                  <a:pt x="235839" y="68246"/>
                </a:lnTo>
                <a:lnTo>
                  <a:pt x="215836" y="32206"/>
                </a:lnTo>
                <a:lnTo>
                  <a:pt x="199834" y="28955"/>
                </a:lnTo>
                <a:lnTo>
                  <a:pt x="188984" y="30947"/>
                </a:lnTo>
                <a:lnTo>
                  <a:pt x="177117" y="36814"/>
                </a:lnTo>
                <a:lnTo>
                  <a:pt x="164392" y="46395"/>
                </a:lnTo>
                <a:lnTo>
                  <a:pt x="150971" y="59531"/>
                </a:lnTo>
                <a:lnTo>
                  <a:pt x="150971" y="199929"/>
                </a:lnTo>
                <a:lnTo>
                  <a:pt x="118967" y="199929"/>
                </a:lnTo>
                <a:lnTo>
                  <a:pt x="118967" y="80867"/>
                </a:lnTo>
                <a:lnTo>
                  <a:pt x="118395" y="68246"/>
                </a:lnTo>
                <a:lnTo>
                  <a:pt x="98393" y="32206"/>
                </a:lnTo>
                <a:lnTo>
                  <a:pt x="82391" y="28955"/>
                </a:lnTo>
                <a:lnTo>
                  <a:pt x="70858" y="30947"/>
                </a:lnTo>
                <a:lnTo>
                  <a:pt x="59066" y="36814"/>
                </a:lnTo>
                <a:lnTo>
                  <a:pt x="46721" y="46395"/>
                </a:lnTo>
                <a:lnTo>
                  <a:pt x="33528" y="59531"/>
                </a:lnTo>
                <a:lnTo>
                  <a:pt x="33528" y="199929"/>
                </a:lnTo>
                <a:lnTo>
                  <a:pt x="0" y="199929"/>
                </a:lnTo>
                <a:lnTo>
                  <a:pt x="0" y="6096"/>
                </a:lnTo>
                <a:lnTo>
                  <a:pt x="27432" y="6096"/>
                </a:lnTo>
                <a:lnTo>
                  <a:pt x="30480" y="33528"/>
                </a:lnTo>
                <a:lnTo>
                  <a:pt x="32004" y="33528"/>
                </a:lnTo>
                <a:lnTo>
                  <a:pt x="67515" y="5786"/>
                </a:lnTo>
                <a:lnTo>
                  <a:pt x="93059" y="0"/>
                </a:lnTo>
                <a:lnTo>
                  <a:pt x="103036" y="809"/>
                </a:lnTo>
                <a:lnTo>
                  <a:pt x="138398" y="22109"/>
                </a:lnTo>
                <a:lnTo>
                  <a:pt x="146399" y="38195"/>
                </a:lnTo>
                <a:lnTo>
                  <a:pt x="153520" y="30424"/>
                </a:lnTo>
                <a:lnTo>
                  <a:pt x="184999" y="6429"/>
                </a:lnTo>
                <a:lnTo>
                  <a:pt x="210502" y="0"/>
                </a:lnTo>
                <a:lnTo>
                  <a:pt x="224480" y="1381"/>
                </a:lnTo>
                <a:lnTo>
                  <a:pt x="260937" y="30352"/>
                </a:lnTo>
                <a:lnTo>
                  <a:pt x="269938" y="76295"/>
                </a:lnTo>
                <a:lnTo>
                  <a:pt x="269938" y="199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9045130" y="2529554"/>
            <a:ext cx="45720" cy="276225"/>
          </a:xfrm>
          <a:custGeom>
            <a:avLst/>
            <a:gdLst/>
            <a:ahLst/>
            <a:cxnLst/>
            <a:rect l="l" t="t" r="r" b="b"/>
            <a:pathLst>
              <a:path w="45720" h="276225">
                <a:moveTo>
                  <a:pt x="28956" y="41243"/>
                </a:moveTo>
                <a:lnTo>
                  <a:pt x="16764" y="41243"/>
                </a:lnTo>
                <a:lnTo>
                  <a:pt x="10668" y="39719"/>
                </a:lnTo>
                <a:lnTo>
                  <a:pt x="6096" y="35052"/>
                </a:lnTo>
                <a:lnTo>
                  <a:pt x="1524" y="32004"/>
                </a:lnTo>
                <a:lnTo>
                  <a:pt x="0" y="25908"/>
                </a:lnTo>
                <a:lnTo>
                  <a:pt x="0" y="13716"/>
                </a:lnTo>
                <a:lnTo>
                  <a:pt x="1524" y="9144"/>
                </a:lnTo>
                <a:lnTo>
                  <a:pt x="6096" y="4572"/>
                </a:lnTo>
                <a:lnTo>
                  <a:pt x="10668" y="1524"/>
                </a:lnTo>
                <a:lnTo>
                  <a:pt x="16764" y="0"/>
                </a:lnTo>
                <a:lnTo>
                  <a:pt x="28956" y="0"/>
                </a:lnTo>
                <a:lnTo>
                  <a:pt x="33528" y="1524"/>
                </a:lnTo>
                <a:lnTo>
                  <a:pt x="38100" y="4572"/>
                </a:lnTo>
                <a:lnTo>
                  <a:pt x="42672" y="9144"/>
                </a:lnTo>
                <a:lnTo>
                  <a:pt x="45720" y="13716"/>
                </a:lnTo>
                <a:lnTo>
                  <a:pt x="45720" y="25908"/>
                </a:lnTo>
                <a:lnTo>
                  <a:pt x="42672" y="32004"/>
                </a:lnTo>
                <a:lnTo>
                  <a:pt x="38100" y="35052"/>
                </a:lnTo>
                <a:lnTo>
                  <a:pt x="35052" y="39719"/>
                </a:lnTo>
                <a:lnTo>
                  <a:pt x="28956" y="41243"/>
                </a:lnTo>
                <a:close/>
              </a:path>
              <a:path w="45720" h="276225">
                <a:moveTo>
                  <a:pt x="38100" y="276225"/>
                </a:moveTo>
                <a:lnTo>
                  <a:pt x="6096" y="276225"/>
                </a:lnTo>
                <a:lnTo>
                  <a:pt x="6096" y="82391"/>
                </a:lnTo>
                <a:lnTo>
                  <a:pt x="38100" y="82391"/>
                </a:lnTo>
                <a:lnTo>
                  <a:pt x="38100" y="276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515069" y="3067811"/>
            <a:ext cx="155575" cy="262890"/>
          </a:xfrm>
          <a:custGeom>
            <a:avLst/>
            <a:gdLst/>
            <a:ahLst/>
            <a:cxnLst/>
            <a:rect l="l" t="t" r="r" b="b"/>
            <a:pathLst>
              <a:path w="155575" h="262889">
                <a:moveTo>
                  <a:pt x="155536" y="233680"/>
                </a:moveTo>
                <a:lnTo>
                  <a:pt x="33528" y="233680"/>
                </a:lnTo>
                <a:lnTo>
                  <a:pt x="33528" y="139700"/>
                </a:lnTo>
                <a:lnTo>
                  <a:pt x="134200" y="139700"/>
                </a:lnTo>
                <a:lnTo>
                  <a:pt x="134200" y="110490"/>
                </a:lnTo>
                <a:lnTo>
                  <a:pt x="33528" y="110490"/>
                </a:lnTo>
                <a:lnTo>
                  <a:pt x="33528" y="27940"/>
                </a:lnTo>
                <a:lnTo>
                  <a:pt x="152488" y="27940"/>
                </a:lnTo>
                <a:lnTo>
                  <a:pt x="152488" y="0"/>
                </a:lnTo>
                <a:lnTo>
                  <a:pt x="0" y="0"/>
                </a:lnTo>
                <a:lnTo>
                  <a:pt x="0" y="27940"/>
                </a:lnTo>
                <a:lnTo>
                  <a:pt x="0" y="110490"/>
                </a:lnTo>
                <a:lnTo>
                  <a:pt x="0" y="139700"/>
                </a:lnTo>
                <a:lnTo>
                  <a:pt x="0" y="233680"/>
                </a:lnTo>
                <a:lnTo>
                  <a:pt x="0" y="262890"/>
                </a:lnTo>
                <a:lnTo>
                  <a:pt x="155536" y="262890"/>
                </a:lnTo>
                <a:lnTo>
                  <a:pt x="155536" y="2336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9" name="object 4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22530" y="3130772"/>
            <a:ext cx="157067" cy="199929"/>
          </a:xfrm>
          <a:prstGeom prst="rect">
            <a:avLst/>
          </a:prstGeom>
        </p:spPr>
      </p:pic>
      <p:sp>
        <p:nvSpPr>
          <p:cNvPr id="50" name="object 50" descr=""/>
          <p:cNvSpPr/>
          <p:nvPr/>
        </p:nvSpPr>
        <p:spPr>
          <a:xfrm>
            <a:off x="2926842" y="3045332"/>
            <a:ext cx="171450" cy="290195"/>
          </a:xfrm>
          <a:custGeom>
            <a:avLst/>
            <a:gdLst/>
            <a:ahLst/>
            <a:cxnLst/>
            <a:rect l="l" t="t" r="r" b="b"/>
            <a:pathLst>
              <a:path w="171450" h="290195">
                <a:moveTo>
                  <a:pt x="170878" y="108394"/>
                </a:moveTo>
                <a:lnTo>
                  <a:pt x="140398" y="108394"/>
                </a:lnTo>
                <a:lnTo>
                  <a:pt x="138874" y="74771"/>
                </a:lnTo>
                <a:lnTo>
                  <a:pt x="138874" y="0"/>
                </a:lnTo>
                <a:lnTo>
                  <a:pt x="170878" y="0"/>
                </a:lnTo>
                <a:lnTo>
                  <a:pt x="170878" y="108394"/>
                </a:lnTo>
                <a:close/>
              </a:path>
              <a:path w="171450" h="290195">
                <a:moveTo>
                  <a:pt x="80867" y="289940"/>
                </a:moveTo>
                <a:lnTo>
                  <a:pt x="34361" y="275153"/>
                </a:lnTo>
                <a:lnTo>
                  <a:pt x="5762" y="231564"/>
                </a:lnTo>
                <a:lnTo>
                  <a:pt x="0" y="187737"/>
                </a:lnTo>
                <a:lnTo>
                  <a:pt x="562" y="176514"/>
                </a:lnTo>
                <a:lnTo>
                  <a:pt x="11430" y="136112"/>
                </a:lnTo>
                <a:lnTo>
                  <a:pt x="38576" y="101298"/>
                </a:lnTo>
                <a:lnTo>
                  <a:pt x="76795" y="85986"/>
                </a:lnTo>
                <a:lnTo>
                  <a:pt x="85439" y="85439"/>
                </a:lnTo>
                <a:lnTo>
                  <a:pt x="93394" y="85748"/>
                </a:lnTo>
                <a:lnTo>
                  <a:pt x="133564" y="103148"/>
                </a:lnTo>
                <a:lnTo>
                  <a:pt x="140398" y="108394"/>
                </a:lnTo>
                <a:lnTo>
                  <a:pt x="170878" y="108394"/>
                </a:lnTo>
                <a:lnTo>
                  <a:pt x="170878" y="112966"/>
                </a:lnTo>
                <a:lnTo>
                  <a:pt x="83915" y="112966"/>
                </a:lnTo>
                <a:lnTo>
                  <a:pt x="76295" y="114490"/>
                </a:lnTo>
                <a:lnTo>
                  <a:pt x="68675" y="119062"/>
                </a:lnTo>
                <a:lnTo>
                  <a:pt x="62579" y="122110"/>
                </a:lnTo>
                <a:lnTo>
                  <a:pt x="56483" y="126682"/>
                </a:lnTo>
                <a:lnTo>
                  <a:pt x="51911" y="134302"/>
                </a:lnTo>
                <a:lnTo>
                  <a:pt x="47863" y="139160"/>
                </a:lnTo>
                <a:lnTo>
                  <a:pt x="44672" y="144589"/>
                </a:lnTo>
                <a:lnTo>
                  <a:pt x="35147" y="187737"/>
                </a:lnTo>
                <a:lnTo>
                  <a:pt x="36004" y="204025"/>
                </a:lnTo>
                <a:lnTo>
                  <a:pt x="48863" y="242601"/>
                </a:lnTo>
                <a:lnTo>
                  <a:pt x="88487" y="262508"/>
                </a:lnTo>
                <a:lnTo>
                  <a:pt x="140398" y="262508"/>
                </a:lnTo>
                <a:lnTo>
                  <a:pt x="134397" y="267962"/>
                </a:lnTo>
                <a:lnTo>
                  <a:pt x="98024" y="287845"/>
                </a:lnTo>
                <a:lnTo>
                  <a:pt x="89726" y="289393"/>
                </a:lnTo>
                <a:lnTo>
                  <a:pt x="80867" y="289940"/>
                </a:lnTo>
                <a:close/>
              </a:path>
              <a:path w="171450" h="290195">
                <a:moveTo>
                  <a:pt x="170878" y="285368"/>
                </a:moveTo>
                <a:lnTo>
                  <a:pt x="143446" y="285368"/>
                </a:lnTo>
                <a:lnTo>
                  <a:pt x="141922" y="262508"/>
                </a:lnTo>
                <a:lnTo>
                  <a:pt x="88487" y="262508"/>
                </a:lnTo>
                <a:lnTo>
                  <a:pt x="126111" y="247411"/>
                </a:lnTo>
                <a:lnTo>
                  <a:pt x="138874" y="234981"/>
                </a:lnTo>
                <a:lnTo>
                  <a:pt x="138874" y="134302"/>
                </a:lnTo>
                <a:lnTo>
                  <a:pt x="99155" y="112966"/>
                </a:lnTo>
                <a:lnTo>
                  <a:pt x="170878" y="112966"/>
                </a:lnTo>
                <a:lnTo>
                  <a:pt x="170878" y="285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3166395" y="3068192"/>
            <a:ext cx="384810" cy="267335"/>
            <a:chOff x="3166395" y="3068192"/>
            <a:chExt cx="384810" cy="267335"/>
          </a:xfrm>
        </p:grpSpPr>
        <p:sp>
          <p:nvSpPr>
            <p:cNvPr id="52" name="object 52" descr=""/>
            <p:cNvSpPr/>
            <p:nvPr/>
          </p:nvSpPr>
          <p:spPr>
            <a:xfrm>
              <a:off x="3166395" y="3068192"/>
              <a:ext cx="178435" cy="262890"/>
            </a:xfrm>
            <a:custGeom>
              <a:avLst/>
              <a:gdLst/>
              <a:ahLst/>
              <a:cxnLst/>
              <a:rect l="l" t="t" r="r" b="b"/>
              <a:pathLst>
                <a:path w="178435" h="262889">
                  <a:moveTo>
                    <a:pt x="33528" y="262508"/>
                  </a:moveTo>
                  <a:lnTo>
                    <a:pt x="0" y="262508"/>
                  </a:lnTo>
                  <a:lnTo>
                    <a:pt x="0" y="0"/>
                  </a:lnTo>
                  <a:lnTo>
                    <a:pt x="80772" y="0"/>
                  </a:lnTo>
                  <a:lnTo>
                    <a:pt x="91090" y="261"/>
                  </a:lnTo>
                  <a:lnTo>
                    <a:pt x="129325" y="5634"/>
                  </a:lnTo>
                  <a:lnTo>
                    <a:pt x="161473" y="26003"/>
                  </a:lnTo>
                  <a:lnTo>
                    <a:pt x="33528" y="26003"/>
                  </a:lnTo>
                  <a:lnTo>
                    <a:pt x="33528" y="131254"/>
                  </a:lnTo>
                  <a:lnTo>
                    <a:pt x="158433" y="131254"/>
                  </a:lnTo>
                  <a:lnTo>
                    <a:pt x="157281" y="132468"/>
                  </a:lnTo>
                  <a:lnTo>
                    <a:pt x="120491" y="152685"/>
                  </a:lnTo>
                  <a:lnTo>
                    <a:pt x="80772" y="158781"/>
                  </a:lnTo>
                  <a:lnTo>
                    <a:pt x="33528" y="158781"/>
                  </a:lnTo>
                  <a:lnTo>
                    <a:pt x="33528" y="262508"/>
                  </a:lnTo>
                  <a:close/>
                </a:path>
                <a:path w="178435" h="262889">
                  <a:moveTo>
                    <a:pt x="158433" y="131254"/>
                  </a:moveTo>
                  <a:lnTo>
                    <a:pt x="76200" y="131254"/>
                  </a:lnTo>
                  <a:lnTo>
                    <a:pt x="92495" y="130397"/>
                  </a:lnTo>
                  <a:lnTo>
                    <a:pt x="106763" y="127825"/>
                  </a:lnTo>
                  <a:lnTo>
                    <a:pt x="140493" y="101524"/>
                  </a:lnTo>
                  <a:lnTo>
                    <a:pt x="144875" y="76295"/>
                  </a:lnTo>
                  <a:lnTo>
                    <a:pt x="143756" y="63484"/>
                  </a:lnTo>
                  <a:lnTo>
                    <a:pt x="118084" y="33075"/>
                  </a:lnTo>
                  <a:lnTo>
                    <a:pt x="76200" y="26003"/>
                  </a:lnTo>
                  <a:lnTo>
                    <a:pt x="161473" y="26003"/>
                  </a:lnTo>
                  <a:lnTo>
                    <a:pt x="177855" y="66293"/>
                  </a:lnTo>
                  <a:lnTo>
                    <a:pt x="178403" y="76295"/>
                  </a:lnTo>
                  <a:lnTo>
                    <a:pt x="177855" y="86351"/>
                  </a:lnTo>
                  <a:lnTo>
                    <a:pt x="162591" y="126872"/>
                  </a:lnTo>
                  <a:lnTo>
                    <a:pt x="158433" y="131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70802" y="3130772"/>
              <a:ext cx="179927" cy="204501"/>
            </a:xfrm>
            <a:prstGeom prst="rect">
              <a:avLst/>
            </a:prstGeom>
          </p:spPr>
        </p:pic>
      </p:grpSp>
      <p:sp>
        <p:nvSpPr>
          <p:cNvPr id="54" name="object 54" descr=""/>
          <p:cNvSpPr/>
          <p:nvPr/>
        </p:nvSpPr>
        <p:spPr>
          <a:xfrm>
            <a:off x="3596544" y="3052953"/>
            <a:ext cx="46355" cy="278130"/>
          </a:xfrm>
          <a:custGeom>
            <a:avLst/>
            <a:gdLst/>
            <a:ahLst/>
            <a:cxnLst/>
            <a:rect l="l" t="t" r="r" b="b"/>
            <a:pathLst>
              <a:path w="46354" h="278129">
                <a:moveTo>
                  <a:pt x="28956" y="42672"/>
                </a:moveTo>
                <a:lnTo>
                  <a:pt x="15240" y="42672"/>
                </a:lnTo>
                <a:lnTo>
                  <a:pt x="10668" y="41148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10668"/>
                </a:lnTo>
                <a:lnTo>
                  <a:pt x="6096" y="6096"/>
                </a:lnTo>
                <a:lnTo>
                  <a:pt x="15240" y="0"/>
                </a:lnTo>
                <a:lnTo>
                  <a:pt x="28956" y="0"/>
                </a:lnTo>
                <a:lnTo>
                  <a:pt x="33623" y="1524"/>
                </a:lnTo>
                <a:lnTo>
                  <a:pt x="42767" y="10668"/>
                </a:lnTo>
                <a:lnTo>
                  <a:pt x="45815" y="15240"/>
                </a:lnTo>
                <a:lnTo>
                  <a:pt x="45815" y="27432"/>
                </a:lnTo>
                <a:lnTo>
                  <a:pt x="42767" y="32004"/>
                </a:lnTo>
                <a:lnTo>
                  <a:pt x="33623" y="41148"/>
                </a:lnTo>
                <a:lnTo>
                  <a:pt x="28956" y="42672"/>
                </a:lnTo>
                <a:close/>
              </a:path>
              <a:path w="46354" h="278129">
                <a:moveTo>
                  <a:pt x="38195" y="277653"/>
                </a:moveTo>
                <a:lnTo>
                  <a:pt x="6096" y="277653"/>
                </a:lnTo>
                <a:lnTo>
                  <a:pt x="6096" y="82391"/>
                </a:lnTo>
                <a:lnTo>
                  <a:pt x="38195" y="82391"/>
                </a:lnTo>
                <a:lnTo>
                  <a:pt x="38195" y="2776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3700272" y="3082004"/>
            <a:ext cx="316230" cy="253365"/>
            <a:chOff x="3700272" y="3082004"/>
            <a:chExt cx="316230" cy="253365"/>
          </a:xfrm>
        </p:grpSpPr>
        <p:pic>
          <p:nvPicPr>
            <p:cNvPr id="56" name="object 5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00272" y="3130772"/>
              <a:ext cx="155543" cy="199929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95534" y="3082004"/>
              <a:ext cx="120491" cy="253269"/>
            </a:xfrm>
            <a:prstGeom prst="rect">
              <a:avLst/>
            </a:prstGeom>
          </p:spPr>
        </p:pic>
      </p:grpSp>
      <p:sp>
        <p:nvSpPr>
          <p:cNvPr id="58" name="object 58" descr=""/>
          <p:cNvSpPr/>
          <p:nvPr/>
        </p:nvSpPr>
        <p:spPr>
          <a:xfrm>
            <a:off x="4133456" y="3037712"/>
            <a:ext cx="1163955" cy="363220"/>
          </a:xfrm>
          <a:custGeom>
            <a:avLst/>
            <a:gdLst/>
            <a:ahLst/>
            <a:cxnLst/>
            <a:rect l="l" t="t" r="r" b="b"/>
            <a:pathLst>
              <a:path w="1163954" h="363220">
                <a:moveTo>
                  <a:pt x="74777" y="9144"/>
                </a:moveTo>
                <a:lnTo>
                  <a:pt x="31432" y="40817"/>
                </a:lnTo>
                <a:lnTo>
                  <a:pt x="15240" y="83921"/>
                </a:lnTo>
                <a:lnTo>
                  <a:pt x="3619" y="131064"/>
                </a:lnTo>
                <a:lnTo>
                  <a:pt x="0" y="181648"/>
                </a:lnTo>
                <a:lnTo>
                  <a:pt x="1104" y="207391"/>
                </a:lnTo>
                <a:lnTo>
                  <a:pt x="9004" y="256057"/>
                </a:lnTo>
                <a:lnTo>
                  <a:pt x="22694" y="300748"/>
                </a:lnTo>
                <a:lnTo>
                  <a:pt x="41605" y="342582"/>
                </a:lnTo>
                <a:lnTo>
                  <a:pt x="53340" y="363194"/>
                </a:lnTo>
                <a:lnTo>
                  <a:pt x="74777" y="354050"/>
                </a:lnTo>
                <a:lnTo>
                  <a:pt x="63246" y="334314"/>
                </a:lnTo>
                <a:lnTo>
                  <a:pt x="53733" y="313994"/>
                </a:lnTo>
                <a:lnTo>
                  <a:pt x="39624" y="271653"/>
                </a:lnTo>
                <a:lnTo>
                  <a:pt x="30670" y="227190"/>
                </a:lnTo>
                <a:lnTo>
                  <a:pt x="27432" y="181648"/>
                </a:lnTo>
                <a:lnTo>
                  <a:pt x="28270" y="158750"/>
                </a:lnTo>
                <a:lnTo>
                  <a:pt x="34505" y="113576"/>
                </a:lnTo>
                <a:lnTo>
                  <a:pt x="45961" y="70091"/>
                </a:lnTo>
                <a:lnTo>
                  <a:pt x="63246" y="28879"/>
                </a:lnTo>
                <a:lnTo>
                  <a:pt x="74777" y="9144"/>
                </a:lnTo>
                <a:close/>
              </a:path>
              <a:path w="1163954" h="363220">
                <a:moveTo>
                  <a:pt x="266890" y="215176"/>
                </a:moveTo>
                <a:lnTo>
                  <a:pt x="265366" y="207556"/>
                </a:lnTo>
                <a:lnTo>
                  <a:pt x="262318" y="199936"/>
                </a:lnTo>
                <a:lnTo>
                  <a:pt x="260794" y="193840"/>
                </a:lnTo>
                <a:lnTo>
                  <a:pt x="251650" y="181648"/>
                </a:lnTo>
                <a:lnTo>
                  <a:pt x="240982" y="170878"/>
                </a:lnTo>
                <a:lnTo>
                  <a:pt x="233362" y="167830"/>
                </a:lnTo>
                <a:lnTo>
                  <a:pt x="227266" y="164782"/>
                </a:lnTo>
                <a:lnTo>
                  <a:pt x="219646" y="161734"/>
                </a:lnTo>
                <a:lnTo>
                  <a:pt x="212026" y="160210"/>
                </a:lnTo>
                <a:lnTo>
                  <a:pt x="212026" y="158686"/>
                </a:lnTo>
                <a:lnTo>
                  <a:pt x="245554" y="135826"/>
                </a:lnTo>
                <a:lnTo>
                  <a:pt x="257746" y="97637"/>
                </a:lnTo>
                <a:lnTo>
                  <a:pt x="257467" y="89916"/>
                </a:lnTo>
                <a:lnTo>
                  <a:pt x="242252" y="53492"/>
                </a:lnTo>
                <a:lnTo>
                  <a:pt x="205765" y="34582"/>
                </a:lnTo>
                <a:lnTo>
                  <a:pt x="181546" y="32004"/>
                </a:lnTo>
                <a:lnTo>
                  <a:pt x="170383" y="32588"/>
                </a:lnTo>
                <a:lnTo>
                  <a:pt x="132956" y="46101"/>
                </a:lnTo>
                <a:lnTo>
                  <a:pt x="108305" y="64109"/>
                </a:lnTo>
                <a:lnTo>
                  <a:pt x="126593" y="85445"/>
                </a:lnTo>
                <a:lnTo>
                  <a:pt x="132334" y="80010"/>
                </a:lnTo>
                <a:lnTo>
                  <a:pt x="138214" y="75158"/>
                </a:lnTo>
                <a:lnTo>
                  <a:pt x="173520" y="59867"/>
                </a:lnTo>
                <a:lnTo>
                  <a:pt x="181546" y="59537"/>
                </a:lnTo>
                <a:lnTo>
                  <a:pt x="191262" y="60134"/>
                </a:lnTo>
                <a:lnTo>
                  <a:pt x="223634" y="90563"/>
                </a:lnTo>
                <a:lnTo>
                  <a:pt x="224218" y="99161"/>
                </a:lnTo>
                <a:lnTo>
                  <a:pt x="224218" y="112966"/>
                </a:lnTo>
                <a:lnTo>
                  <a:pt x="221170" y="119062"/>
                </a:lnTo>
                <a:lnTo>
                  <a:pt x="218122" y="123634"/>
                </a:lnTo>
                <a:lnTo>
                  <a:pt x="215074" y="129730"/>
                </a:lnTo>
                <a:lnTo>
                  <a:pt x="208978" y="134302"/>
                </a:lnTo>
                <a:lnTo>
                  <a:pt x="202882" y="137350"/>
                </a:lnTo>
                <a:lnTo>
                  <a:pt x="195262" y="141922"/>
                </a:lnTo>
                <a:lnTo>
                  <a:pt x="186118" y="143446"/>
                </a:lnTo>
                <a:lnTo>
                  <a:pt x="178904" y="145453"/>
                </a:lnTo>
                <a:lnTo>
                  <a:pt x="170992" y="146875"/>
                </a:lnTo>
                <a:lnTo>
                  <a:pt x="162242" y="147739"/>
                </a:lnTo>
                <a:lnTo>
                  <a:pt x="152501" y="148018"/>
                </a:lnTo>
                <a:lnTo>
                  <a:pt x="152501" y="172402"/>
                </a:lnTo>
                <a:lnTo>
                  <a:pt x="190690" y="175450"/>
                </a:lnTo>
                <a:lnTo>
                  <a:pt x="227266" y="196888"/>
                </a:lnTo>
                <a:lnTo>
                  <a:pt x="233362" y="209080"/>
                </a:lnTo>
                <a:lnTo>
                  <a:pt x="233362" y="222796"/>
                </a:lnTo>
                <a:lnTo>
                  <a:pt x="211340" y="263067"/>
                </a:lnTo>
                <a:lnTo>
                  <a:pt x="181546" y="270129"/>
                </a:lnTo>
                <a:lnTo>
                  <a:pt x="170395" y="269557"/>
                </a:lnTo>
                <a:lnTo>
                  <a:pt x="128498" y="250850"/>
                </a:lnTo>
                <a:lnTo>
                  <a:pt x="115925" y="239560"/>
                </a:lnTo>
                <a:lnTo>
                  <a:pt x="99161" y="260985"/>
                </a:lnTo>
                <a:lnTo>
                  <a:pt x="103733" y="267081"/>
                </a:lnTo>
                <a:lnTo>
                  <a:pt x="108305" y="270129"/>
                </a:lnTo>
                <a:lnTo>
                  <a:pt x="114401" y="274701"/>
                </a:lnTo>
                <a:lnTo>
                  <a:pt x="118973" y="279273"/>
                </a:lnTo>
                <a:lnTo>
                  <a:pt x="125069" y="283845"/>
                </a:lnTo>
                <a:lnTo>
                  <a:pt x="132689" y="286893"/>
                </a:lnTo>
                <a:lnTo>
                  <a:pt x="138785" y="289941"/>
                </a:lnTo>
                <a:lnTo>
                  <a:pt x="183070" y="297561"/>
                </a:lnTo>
                <a:lnTo>
                  <a:pt x="191960" y="297281"/>
                </a:lnTo>
                <a:lnTo>
                  <a:pt x="230124" y="285940"/>
                </a:lnTo>
                <a:lnTo>
                  <a:pt x="260794" y="254889"/>
                </a:lnTo>
                <a:lnTo>
                  <a:pt x="266890" y="224320"/>
                </a:lnTo>
                <a:lnTo>
                  <a:pt x="266890" y="215176"/>
                </a:lnTo>
                <a:close/>
              </a:path>
              <a:path w="1163954" h="363220">
                <a:moveTo>
                  <a:pt x="468249" y="164782"/>
                </a:moveTo>
                <a:lnTo>
                  <a:pt x="463296" y="107213"/>
                </a:lnTo>
                <a:lnTo>
                  <a:pt x="446913" y="65633"/>
                </a:lnTo>
                <a:lnTo>
                  <a:pt x="436206" y="52285"/>
                </a:lnTo>
                <a:lnTo>
                  <a:pt x="436206" y="150736"/>
                </a:lnTo>
                <a:lnTo>
                  <a:pt x="436206" y="178015"/>
                </a:lnTo>
                <a:lnTo>
                  <a:pt x="430898" y="221869"/>
                </a:lnTo>
                <a:lnTo>
                  <a:pt x="413385" y="260985"/>
                </a:lnTo>
                <a:lnTo>
                  <a:pt x="395097" y="271653"/>
                </a:lnTo>
                <a:lnTo>
                  <a:pt x="387388" y="271653"/>
                </a:lnTo>
                <a:lnTo>
                  <a:pt x="350812" y="245656"/>
                </a:lnTo>
                <a:lnTo>
                  <a:pt x="337947" y="190538"/>
                </a:lnTo>
                <a:lnTo>
                  <a:pt x="337096" y="164782"/>
                </a:lnTo>
                <a:lnTo>
                  <a:pt x="337362" y="150736"/>
                </a:lnTo>
                <a:lnTo>
                  <a:pt x="342455" y="106248"/>
                </a:lnTo>
                <a:lnTo>
                  <a:pt x="359956" y="68681"/>
                </a:lnTo>
                <a:lnTo>
                  <a:pt x="379768" y="59537"/>
                </a:lnTo>
                <a:lnTo>
                  <a:pt x="395097" y="59537"/>
                </a:lnTo>
                <a:lnTo>
                  <a:pt x="425704" y="90208"/>
                </a:lnTo>
                <a:lnTo>
                  <a:pt x="435864" y="138112"/>
                </a:lnTo>
                <a:lnTo>
                  <a:pt x="436206" y="150736"/>
                </a:lnTo>
                <a:lnTo>
                  <a:pt x="436206" y="52285"/>
                </a:lnTo>
                <a:lnTo>
                  <a:pt x="435483" y="51384"/>
                </a:lnTo>
                <a:lnTo>
                  <a:pt x="421767" y="40817"/>
                </a:lnTo>
                <a:lnTo>
                  <a:pt x="405726" y="34264"/>
                </a:lnTo>
                <a:lnTo>
                  <a:pt x="387388" y="32004"/>
                </a:lnTo>
                <a:lnTo>
                  <a:pt x="369074" y="34264"/>
                </a:lnTo>
                <a:lnTo>
                  <a:pt x="326428" y="65633"/>
                </a:lnTo>
                <a:lnTo>
                  <a:pt x="310616" y="107213"/>
                </a:lnTo>
                <a:lnTo>
                  <a:pt x="305092" y="164782"/>
                </a:lnTo>
                <a:lnTo>
                  <a:pt x="306501" y="194868"/>
                </a:lnTo>
                <a:lnTo>
                  <a:pt x="317309" y="243573"/>
                </a:lnTo>
                <a:lnTo>
                  <a:pt x="338734" y="278282"/>
                </a:lnTo>
                <a:lnTo>
                  <a:pt x="387388" y="297561"/>
                </a:lnTo>
                <a:lnTo>
                  <a:pt x="405726" y="295300"/>
                </a:lnTo>
                <a:lnTo>
                  <a:pt x="440004" y="271653"/>
                </a:lnTo>
                <a:lnTo>
                  <a:pt x="463296" y="221081"/>
                </a:lnTo>
                <a:lnTo>
                  <a:pt x="467067" y="194868"/>
                </a:lnTo>
                <a:lnTo>
                  <a:pt x="468249" y="164782"/>
                </a:lnTo>
                <a:close/>
              </a:path>
              <a:path w="1163954" h="363220">
                <a:moveTo>
                  <a:pt x="565886" y="285369"/>
                </a:moveTo>
                <a:lnTo>
                  <a:pt x="546074" y="247180"/>
                </a:lnTo>
                <a:lnTo>
                  <a:pt x="530834" y="247180"/>
                </a:lnTo>
                <a:lnTo>
                  <a:pt x="524738" y="248704"/>
                </a:lnTo>
                <a:lnTo>
                  <a:pt x="515594" y="257937"/>
                </a:lnTo>
                <a:lnTo>
                  <a:pt x="512546" y="262509"/>
                </a:lnTo>
                <a:lnTo>
                  <a:pt x="512546" y="277749"/>
                </a:lnTo>
                <a:lnTo>
                  <a:pt x="515594" y="283845"/>
                </a:lnTo>
                <a:lnTo>
                  <a:pt x="520166" y="286893"/>
                </a:lnTo>
                <a:lnTo>
                  <a:pt x="524738" y="291465"/>
                </a:lnTo>
                <a:lnTo>
                  <a:pt x="530834" y="292989"/>
                </a:lnTo>
                <a:lnTo>
                  <a:pt x="541502" y="292989"/>
                </a:lnTo>
                <a:lnTo>
                  <a:pt x="540905" y="300736"/>
                </a:lnTo>
                <a:lnTo>
                  <a:pt x="519595" y="333082"/>
                </a:lnTo>
                <a:lnTo>
                  <a:pt x="504926" y="341858"/>
                </a:lnTo>
                <a:lnTo>
                  <a:pt x="512546" y="360146"/>
                </a:lnTo>
                <a:lnTo>
                  <a:pt x="550646" y="331190"/>
                </a:lnTo>
                <a:lnTo>
                  <a:pt x="565010" y="298526"/>
                </a:lnTo>
                <a:lnTo>
                  <a:pt x="565886" y="285369"/>
                </a:lnTo>
                <a:close/>
              </a:path>
              <a:path w="1163954" h="363220">
                <a:moveTo>
                  <a:pt x="767245" y="164782"/>
                </a:moveTo>
                <a:lnTo>
                  <a:pt x="761720" y="107213"/>
                </a:lnTo>
                <a:lnTo>
                  <a:pt x="745909" y="65633"/>
                </a:lnTo>
                <a:lnTo>
                  <a:pt x="735241" y="53314"/>
                </a:lnTo>
                <a:lnTo>
                  <a:pt x="735241" y="164782"/>
                </a:lnTo>
                <a:lnTo>
                  <a:pt x="734949" y="178015"/>
                </a:lnTo>
                <a:lnTo>
                  <a:pt x="734098" y="190207"/>
                </a:lnTo>
                <a:lnTo>
                  <a:pt x="732663" y="201536"/>
                </a:lnTo>
                <a:lnTo>
                  <a:pt x="730669" y="212128"/>
                </a:lnTo>
                <a:lnTo>
                  <a:pt x="729030" y="221869"/>
                </a:lnTo>
                <a:lnTo>
                  <a:pt x="713663" y="257365"/>
                </a:lnTo>
                <a:lnTo>
                  <a:pt x="692467" y="271653"/>
                </a:lnTo>
                <a:lnTo>
                  <a:pt x="684847" y="271653"/>
                </a:lnTo>
                <a:lnTo>
                  <a:pt x="648271" y="245656"/>
                </a:lnTo>
                <a:lnTo>
                  <a:pt x="635419" y="190538"/>
                </a:lnTo>
                <a:lnTo>
                  <a:pt x="634555" y="164782"/>
                </a:lnTo>
                <a:lnTo>
                  <a:pt x="634847" y="150736"/>
                </a:lnTo>
                <a:lnTo>
                  <a:pt x="635698" y="138112"/>
                </a:lnTo>
                <a:lnTo>
                  <a:pt x="637133" y="126644"/>
                </a:lnTo>
                <a:lnTo>
                  <a:pt x="639127" y="116014"/>
                </a:lnTo>
                <a:lnTo>
                  <a:pt x="640778" y="106248"/>
                </a:lnTo>
                <a:lnTo>
                  <a:pt x="660488" y="67843"/>
                </a:lnTo>
                <a:lnTo>
                  <a:pt x="677227" y="59537"/>
                </a:lnTo>
                <a:lnTo>
                  <a:pt x="692467" y="59537"/>
                </a:lnTo>
                <a:lnTo>
                  <a:pt x="724662" y="90208"/>
                </a:lnTo>
                <a:lnTo>
                  <a:pt x="730669" y="116014"/>
                </a:lnTo>
                <a:lnTo>
                  <a:pt x="732663" y="126644"/>
                </a:lnTo>
                <a:lnTo>
                  <a:pt x="734098" y="138112"/>
                </a:lnTo>
                <a:lnTo>
                  <a:pt x="734949" y="150736"/>
                </a:lnTo>
                <a:lnTo>
                  <a:pt x="735241" y="164782"/>
                </a:lnTo>
                <a:lnTo>
                  <a:pt x="735241" y="53314"/>
                </a:lnTo>
                <a:lnTo>
                  <a:pt x="733577" y="51384"/>
                </a:lnTo>
                <a:lnTo>
                  <a:pt x="719378" y="40817"/>
                </a:lnTo>
                <a:lnTo>
                  <a:pt x="703186" y="34264"/>
                </a:lnTo>
                <a:lnTo>
                  <a:pt x="684847" y="32004"/>
                </a:lnTo>
                <a:lnTo>
                  <a:pt x="666546" y="34264"/>
                </a:lnTo>
                <a:lnTo>
                  <a:pt x="623887" y="65633"/>
                </a:lnTo>
                <a:lnTo>
                  <a:pt x="608037" y="107213"/>
                </a:lnTo>
                <a:lnTo>
                  <a:pt x="602462" y="164782"/>
                </a:lnTo>
                <a:lnTo>
                  <a:pt x="603885" y="194868"/>
                </a:lnTo>
                <a:lnTo>
                  <a:pt x="614756" y="243573"/>
                </a:lnTo>
                <a:lnTo>
                  <a:pt x="636206" y="278282"/>
                </a:lnTo>
                <a:lnTo>
                  <a:pt x="684847" y="297561"/>
                </a:lnTo>
                <a:lnTo>
                  <a:pt x="703186" y="295300"/>
                </a:lnTo>
                <a:lnTo>
                  <a:pt x="738454" y="271653"/>
                </a:lnTo>
                <a:lnTo>
                  <a:pt x="761720" y="221081"/>
                </a:lnTo>
                <a:lnTo>
                  <a:pt x="765835" y="194868"/>
                </a:lnTo>
                <a:lnTo>
                  <a:pt x="767245" y="164782"/>
                </a:lnTo>
                <a:close/>
              </a:path>
              <a:path w="1163954" h="363220">
                <a:moveTo>
                  <a:pt x="965555" y="164782"/>
                </a:moveTo>
                <a:lnTo>
                  <a:pt x="960031" y="107213"/>
                </a:lnTo>
                <a:lnTo>
                  <a:pt x="944219" y="65633"/>
                </a:lnTo>
                <a:lnTo>
                  <a:pt x="933551" y="53314"/>
                </a:lnTo>
                <a:lnTo>
                  <a:pt x="933551" y="164782"/>
                </a:lnTo>
                <a:lnTo>
                  <a:pt x="933272" y="178015"/>
                </a:lnTo>
                <a:lnTo>
                  <a:pt x="932408" y="190207"/>
                </a:lnTo>
                <a:lnTo>
                  <a:pt x="930986" y="201536"/>
                </a:lnTo>
                <a:lnTo>
                  <a:pt x="928979" y="212128"/>
                </a:lnTo>
                <a:lnTo>
                  <a:pt x="927531" y="221869"/>
                </a:lnTo>
                <a:lnTo>
                  <a:pt x="911936" y="257365"/>
                </a:lnTo>
                <a:lnTo>
                  <a:pt x="890790" y="271653"/>
                </a:lnTo>
                <a:lnTo>
                  <a:pt x="883170" y="271653"/>
                </a:lnTo>
                <a:lnTo>
                  <a:pt x="848118" y="245656"/>
                </a:lnTo>
                <a:lnTo>
                  <a:pt x="833755" y="190538"/>
                </a:lnTo>
                <a:lnTo>
                  <a:pt x="832878" y="164782"/>
                </a:lnTo>
                <a:lnTo>
                  <a:pt x="833158" y="150736"/>
                </a:lnTo>
                <a:lnTo>
                  <a:pt x="834021" y="138112"/>
                </a:lnTo>
                <a:lnTo>
                  <a:pt x="835444" y="126644"/>
                </a:lnTo>
                <a:lnTo>
                  <a:pt x="837450" y="116014"/>
                </a:lnTo>
                <a:lnTo>
                  <a:pt x="839114" y="106248"/>
                </a:lnTo>
                <a:lnTo>
                  <a:pt x="841641" y="97650"/>
                </a:lnTo>
                <a:lnTo>
                  <a:pt x="844727" y="90208"/>
                </a:lnTo>
                <a:lnTo>
                  <a:pt x="848118" y="83921"/>
                </a:lnTo>
                <a:lnTo>
                  <a:pt x="851166" y="74777"/>
                </a:lnTo>
                <a:lnTo>
                  <a:pt x="857262" y="68681"/>
                </a:lnTo>
                <a:lnTo>
                  <a:pt x="863358" y="64109"/>
                </a:lnTo>
                <a:lnTo>
                  <a:pt x="869454" y="61061"/>
                </a:lnTo>
                <a:lnTo>
                  <a:pt x="875550" y="59537"/>
                </a:lnTo>
                <a:lnTo>
                  <a:pt x="890790" y="59537"/>
                </a:lnTo>
                <a:lnTo>
                  <a:pt x="922896" y="90208"/>
                </a:lnTo>
                <a:lnTo>
                  <a:pt x="928979" y="116014"/>
                </a:lnTo>
                <a:lnTo>
                  <a:pt x="930986" y="126644"/>
                </a:lnTo>
                <a:lnTo>
                  <a:pt x="932408" y="138112"/>
                </a:lnTo>
                <a:lnTo>
                  <a:pt x="933272" y="150736"/>
                </a:lnTo>
                <a:lnTo>
                  <a:pt x="933551" y="164782"/>
                </a:lnTo>
                <a:lnTo>
                  <a:pt x="933551" y="53314"/>
                </a:lnTo>
                <a:lnTo>
                  <a:pt x="931887" y="51384"/>
                </a:lnTo>
                <a:lnTo>
                  <a:pt x="917689" y="40817"/>
                </a:lnTo>
                <a:lnTo>
                  <a:pt x="901496" y="34264"/>
                </a:lnTo>
                <a:lnTo>
                  <a:pt x="883170" y="32004"/>
                </a:lnTo>
                <a:lnTo>
                  <a:pt x="864882" y="34264"/>
                </a:lnTo>
                <a:lnTo>
                  <a:pt x="823734" y="65633"/>
                </a:lnTo>
                <a:lnTo>
                  <a:pt x="806500" y="107213"/>
                </a:lnTo>
                <a:lnTo>
                  <a:pt x="800773" y="164782"/>
                </a:lnTo>
                <a:lnTo>
                  <a:pt x="802208" y="194868"/>
                </a:lnTo>
                <a:lnTo>
                  <a:pt x="813676" y="243573"/>
                </a:lnTo>
                <a:lnTo>
                  <a:pt x="835164" y="278282"/>
                </a:lnTo>
                <a:lnTo>
                  <a:pt x="883170" y="297561"/>
                </a:lnTo>
                <a:lnTo>
                  <a:pt x="901496" y="295300"/>
                </a:lnTo>
                <a:lnTo>
                  <a:pt x="936764" y="271653"/>
                </a:lnTo>
                <a:lnTo>
                  <a:pt x="960031" y="221081"/>
                </a:lnTo>
                <a:lnTo>
                  <a:pt x="964145" y="194868"/>
                </a:lnTo>
                <a:lnTo>
                  <a:pt x="965555" y="164782"/>
                </a:lnTo>
                <a:close/>
              </a:path>
              <a:path w="1163954" h="363220">
                <a:moveTo>
                  <a:pt x="1163866" y="164782"/>
                </a:moveTo>
                <a:lnTo>
                  <a:pt x="1158341" y="107213"/>
                </a:lnTo>
                <a:lnTo>
                  <a:pt x="1142530" y="65633"/>
                </a:lnTo>
                <a:lnTo>
                  <a:pt x="1131773" y="53251"/>
                </a:lnTo>
                <a:lnTo>
                  <a:pt x="1131773" y="164782"/>
                </a:lnTo>
                <a:lnTo>
                  <a:pt x="1131506" y="178015"/>
                </a:lnTo>
                <a:lnTo>
                  <a:pt x="1126413" y="221869"/>
                </a:lnTo>
                <a:lnTo>
                  <a:pt x="1108913" y="260985"/>
                </a:lnTo>
                <a:lnTo>
                  <a:pt x="1089101" y="271653"/>
                </a:lnTo>
                <a:lnTo>
                  <a:pt x="1081481" y="271653"/>
                </a:lnTo>
                <a:lnTo>
                  <a:pt x="1046429" y="245656"/>
                </a:lnTo>
                <a:lnTo>
                  <a:pt x="1033564" y="190538"/>
                </a:lnTo>
                <a:lnTo>
                  <a:pt x="1032713" y="164782"/>
                </a:lnTo>
                <a:lnTo>
                  <a:pt x="1032967" y="150736"/>
                </a:lnTo>
                <a:lnTo>
                  <a:pt x="1038059" y="106248"/>
                </a:lnTo>
                <a:lnTo>
                  <a:pt x="1055573" y="68681"/>
                </a:lnTo>
                <a:lnTo>
                  <a:pt x="1075385" y="59537"/>
                </a:lnTo>
                <a:lnTo>
                  <a:pt x="1089101" y="59537"/>
                </a:lnTo>
                <a:lnTo>
                  <a:pt x="1121219" y="90208"/>
                </a:lnTo>
                <a:lnTo>
                  <a:pt x="1130820" y="138112"/>
                </a:lnTo>
                <a:lnTo>
                  <a:pt x="1131773" y="164782"/>
                </a:lnTo>
                <a:lnTo>
                  <a:pt x="1131773" y="53251"/>
                </a:lnTo>
                <a:lnTo>
                  <a:pt x="1130160" y="51384"/>
                </a:lnTo>
                <a:lnTo>
                  <a:pt x="1115961" y="40817"/>
                </a:lnTo>
                <a:lnTo>
                  <a:pt x="1099781" y="34264"/>
                </a:lnTo>
                <a:lnTo>
                  <a:pt x="1081481" y="32004"/>
                </a:lnTo>
                <a:lnTo>
                  <a:pt x="1063180" y="34264"/>
                </a:lnTo>
                <a:lnTo>
                  <a:pt x="1021943" y="65633"/>
                </a:lnTo>
                <a:lnTo>
                  <a:pt x="1005560" y="107213"/>
                </a:lnTo>
                <a:lnTo>
                  <a:pt x="1000607" y="164782"/>
                </a:lnTo>
                <a:lnTo>
                  <a:pt x="1001801" y="194868"/>
                </a:lnTo>
                <a:lnTo>
                  <a:pt x="1012177" y="243573"/>
                </a:lnTo>
                <a:lnTo>
                  <a:pt x="1033640" y="278282"/>
                </a:lnTo>
                <a:lnTo>
                  <a:pt x="1081481" y="297561"/>
                </a:lnTo>
                <a:lnTo>
                  <a:pt x="1099781" y="295300"/>
                </a:lnTo>
                <a:lnTo>
                  <a:pt x="1115961" y="288607"/>
                </a:lnTo>
                <a:lnTo>
                  <a:pt x="1130160" y="277634"/>
                </a:lnTo>
                <a:lnTo>
                  <a:pt x="1135049" y="271653"/>
                </a:lnTo>
                <a:lnTo>
                  <a:pt x="1142530" y="262509"/>
                </a:lnTo>
                <a:lnTo>
                  <a:pt x="1151648" y="243573"/>
                </a:lnTo>
                <a:lnTo>
                  <a:pt x="1158341" y="221081"/>
                </a:lnTo>
                <a:lnTo>
                  <a:pt x="1162456" y="194868"/>
                </a:lnTo>
                <a:lnTo>
                  <a:pt x="1163866" y="164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5413247" y="3130772"/>
            <a:ext cx="340360" cy="205104"/>
            <a:chOff x="5413247" y="3130772"/>
            <a:chExt cx="340360" cy="205104"/>
          </a:xfrm>
        </p:grpSpPr>
        <p:pic>
          <p:nvPicPr>
            <p:cNvPr id="60" name="object 6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13247" y="3130772"/>
              <a:ext cx="155543" cy="204501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00890" y="3130772"/>
              <a:ext cx="152495" cy="204501"/>
            </a:xfrm>
            <a:prstGeom prst="rect">
              <a:avLst/>
            </a:prstGeom>
          </p:spPr>
        </p:pic>
      </p:grpSp>
      <p:sp>
        <p:nvSpPr>
          <p:cNvPr id="62" name="object 62" descr=""/>
          <p:cNvSpPr/>
          <p:nvPr/>
        </p:nvSpPr>
        <p:spPr>
          <a:xfrm>
            <a:off x="5814440" y="3045237"/>
            <a:ext cx="53975" cy="290195"/>
          </a:xfrm>
          <a:custGeom>
            <a:avLst/>
            <a:gdLst/>
            <a:ahLst/>
            <a:cxnLst/>
            <a:rect l="l" t="t" r="r" b="b"/>
            <a:pathLst>
              <a:path w="53975" h="290195">
                <a:moveTo>
                  <a:pt x="42767" y="289940"/>
                </a:moveTo>
                <a:lnTo>
                  <a:pt x="35147" y="289940"/>
                </a:lnTo>
                <a:lnTo>
                  <a:pt x="26559" y="289345"/>
                </a:lnTo>
                <a:lnTo>
                  <a:pt x="547" y="256341"/>
                </a:lnTo>
                <a:lnTo>
                  <a:pt x="0" y="245744"/>
                </a:lnTo>
                <a:lnTo>
                  <a:pt x="0" y="0"/>
                </a:lnTo>
                <a:lnTo>
                  <a:pt x="33623" y="0"/>
                </a:lnTo>
                <a:lnTo>
                  <a:pt x="33623" y="257936"/>
                </a:lnTo>
                <a:lnTo>
                  <a:pt x="35147" y="259460"/>
                </a:lnTo>
                <a:lnTo>
                  <a:pt x="38195" y="260984"/>
                </a:lnTo>
                <a:lnTo>
                  <a:pt x="39719" y="262508"/>
                </a:lnTo>
                <a:lnTo>
                  <a:pt x="48863" y="262508"/>
                </a:lnTo>
                <a:lnTo>
                  <a:pt x="53435" y="286892"/>
                </a:lnTo>
                <a:lnTo>
                  <a:pt x="51911" y="288416"/>
                </a:lnTo>
                <a:lnTo>
                  <a:pt x="45815" y="288416"/>
                </a:lnTo>
                <a:lnTo>
                  <a:pt x="42767" y="289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5916644" y="3045333"/>
            <a:ext cx="224790" cy="290195"/>
            <a:chOff x="5916644" y="3045333"/>
            <a:chExt cx="224790" cy="290195"/>
          </a:xfrm>
        </p:grpSpPr>
        <p:sp>
          <p:nvSpPr>
            <p:cNvPr id="64" name="object 64" descr=""/>
            <p:cNvSpPr/>
            <p:nvPr/>
          </p:nvSpPr>
          <p:spPr>
            <a:xfrm>
              <a:off x="5916644" y="3045333"/>
              <a:ext cx="53340" cy="290195"/>
            </a:xfrm>
            <a:custGeom>
              <a:avLst/>
              <a:gdLst/>
              <a:ahLst/>
              <a:cxnLst/>
              <a:rect l="l" t="t" r="r" b="b"/>
              <a:pathLst>
                <a:path w="53339" h="290195">
                  <a:moveTo>
                    <a:pt x="42672" y="289941"/>
                  </a:moveTo>
                  <a:lnTo>
                    <a:pt x="35052" y="289941"/>
                  </a:lnTo>
                  <a:lnTo>
                    <a:pt x="25836" y="289345"/>
                  </a:lnTo>
                  <a:lnTo>
                    <a:pt x="547" y="256301"/>
                  </a:lnTo>
                  <a:lnTo>
                    <a:pt x="0" y="245649"/>
                  </a:lnTo>
                  <a:lnTo>
                    <a:pt x="0" y="0"/>
                  </a:lnTo>
                  <a:lnTo>
                    <a:pt x="32004" y="0"/>
                  </a:lnTo>
                  <a:lnTo>
                    <a:pt x="32004" y="253365"/>
                  </a:lnTo>
                  <a:lnTo>
                    <a:pt x="33528" y="257937"/>
                  </a:lnTo>
                  <a:lnTo>
                    <a:pt x="36576" y="260985"/>
                  </a:lnTo>
                  <a:lnTo>
                    <a:pt x="39624" y="262509"/>
                  </a:lnTo>
                  <a:lnTo>
                    <a:pt x="48768" y="262509"/>
                  </a:lnTo>
                  <a:lnTo>
                    <a:pt x="53339" y="286893"/>
                  </a:lnTo>
                  <a:lnTo>
                    <a:pt x="51816" y="286893"/>
                  </a:lnTo>
                  <a:lnTo>
                    <a:pt x="48768" y="288417"/>
                  </a:lnTo>
                  <a:lnTo>
                    <a:pt x="45719" y="288417"/>
                  </a:lnTo>
                  <a:lnTo>
                    <a:pt x="42672" y="289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95892" y="3130772"/>
              <a:ext cx="144970" cy="204501"/>
            </a:xfrm>
            <a:prstGeom prst="rect">
              <a:avLst/>
            </a:prstGeom>
          </p:spPr>
        </p:pic>
      </p:grpSp>
      <p:grpSp>
        <p:nvGrpSpPr>
          <p:cNvPr id="66" name="object 66" descr=""/>
          <p:cNvGrpSpPr/>
          <p:nvPr/>
        </p:nvGrpSpPr>
        <p:grpSpPr>
          <a:xfrm>
            <a:off x="6265926" y="3130772"/>
            <a:ext cx="372745" cy="282575"/>
            <a:chOff x="6265926" y="3130772"/>
            <a:chExt cx="372745" cy="282575"/>
          </a:xfrm>
        </p:grpSpPr>
        <p:sp>
          <p:nvSpPr>
            <p:cNvPr id="67" name="object 67" descr=""/>
            <p:cNvSpPr/>
            <p:nvPr/>
          </p:nvSpPr>
          <p:spPr>
            <a:xfrm>
              <a:off x="6265926" y="3130772"/>
              <a:ext cx="169545" cy="282575"/>
            </a:xfrm>
            <a:custGeom>
              <a:avLst/>
              <a:gdLst/>
              <a:ahLst/>
              <a:cxnLst/>
              <a:rect l="l" t="t" r="r" b="b"/>
              <a:pathLst>
                <a:path w="169545" h="282575">
                  <a:moveTo>
                    <a:pt x="144875" y="177069"/>
                  </a:moveTo>
                  <a:lnTo>
                    <a:pt x="88487" y="177069"/>
                  </a:lnTo>
                  <a:lnTo>
                    <a:pt x="96107" y="175545"/>
                  </a:lnTo>
                  <a:lnTo>
                    <a:pt x="102203" y="170973"/>
                  </a:lnTo>
                  <a:lnTo>
                    <a:pt x="109823" y="167925"/>
                  </a:lnTo>
                  <a:lnTo>
                    <a:pt x="115919" y="163353"/>
                  </a:lnTo>
                  <a:lnTo>
                    <a:pt x="120491" y="155638"/>
                  </a:lnTo>
                  <a:lnTo>
                    <a:pt x="123872" y="150756"/>
                  </a:lnTo>
                  <a:lnTo>
                    <a:pt x="126968" y="145160"/>
                  </a:lnTo>
                  <a:lnTo>
                    <a:pt x="129492" y="138707"/>
                  </a:lnTo>
                  <a:lnTo>
                    <a:pt x="131159" y="131254"/>
                  </a:lnTo>
                  <a:lnTo>
                    <a:pt x="133159" y="124110"/>
                  </a:lnTo>
                  <a:lnTo>
                    <a:pt x="134588" y="116395"/>
                  </a:lnTo>
                  <a:lnTo>
                    <a:pt x="135445" y="108108"/>
                  </a:lnTo>
                  <a:lnTo>
                    <a:pt x="135731" y="99250"/>
                  </a:lnTo>
                  <a:lnTo>
                    <a:pt x="135683" y="91496"/>
                  </a:lnTo>
                  <a:lnTo>
                    <a:pt x="135350" y="84153"/>
                  </a:lnTo>
                  <a:lnTo>
                    <a:pt x="134445" y="77095"/>
                  </a:lnTo>
                  <a:lnTo>
                    <a:pt x="132683" y="70199"/>
                  </a:lnTo>
                  <a:lnTo>
                    <a:pt x="131159" y="61055"/>
                  </a:lnTo>
                  <a:lnTo>
                    <a:pt x="128111" y="53435"/>
                  </a:lnTo>
                  <a:lnTo>
                    <a:pt x="123539" y="47339"/>
                  </a:lnTo>
                  <a:lnTo>
                    <a:pt x="120491" y="41243"/>
                  </a:lnTo>
                  <a:lnTo>
                    <a:pt x="114395" y="36671"/>
                  </a:lnTo>
                  <a:lnTo>
                    <a:pt x="108299" y="33623"/>
                  </a:lnTo>
                  <a:lnTo>
                    <a:pt x="102203" y="29051"/>
                  </a:lnTo>
                  <a:lnTo>
                    <a:pt x="94583" y="27527"/>
                  </a:lnTo>
                  <a:lnTo>
                    <a:pt x="30480" y="27527"/>
                  </a:lnTo>
                  <a:lnTo>
                    <a:pt x="37576" y="22059"/>
                  </a:lnTo>
                  <a:lnTo>
                    <a:pt x="76247" y="2095"/>
                  </a:lnTo>
                  <a:lnTo>
                    <a:pt x="93059" y="0"/>
                  </a:lnTo>
                  <a:lnTo>
                    <a:pt x="102155" y="547"/>
                  </a:lnTo>
                  <a:lnTo>
                    <a:pt x="139350" y="15859"/>
                  </a:lnTo>
                  <a:lnTo>
                    <a:pt x="162115" y="49172"/>
                  </a:lnTo>
                  <a:lnTo>
                    <a:pt x="168973" y="88051"/>
                  </a:lnTo>
                  <a:lnTo>
                    <a:pt x="169259" y="99250"/>
                  </a:lnTo>
                  <a:lnTo>
                    <a:pt x="168949" y="111513"/>
                  </a:lnTo>
                  <a:lnTo>
                    <a:pt x="159448" y="153200"/>
                  </a:lnTo>
                  <a:lnTo>
                    <a:pt x="150304" y="169887"/>
                  </a:lnTo>
                  <a:lnTo>
                    <a:pt x="144875" y="177069"/>
                  </a:lnTo>
                  <a:close/>
                </a:path>
                <a:path w="169545" h="282575">
                  <a:moveTo>
                    <a:pt x="32004" y="282320"/>
                  </a:moveTo>
                  <a:lnTo>
                    <a:pt x="0" y="282320"/>
                  </a:lnTo>
                  <a:lnTo>
                    <a:pt x="0" y="4571"/>
                  </a:lnTo>
                  <a:lnTo>
                    <a:pt x="27432" y="4571"/>
                  </a:lnTo>
                  <a:lnTo>
                    <a:pt x="30480" y="27527"/>
                  </a:lnTo>
                  <a:lnTo>
                    <a:pt x="85439" y="27527"/>
                  </a:lnTo>
                  <a:lnTo>
                    <a:pt x="46863" y="43338"/>
                  </a:lnTo>
                  <a:lnTo>
                    <a:pt x="32004" y="54959"/>
                  </a:lnTo>
                  <a:lnTo>
                    <a:pt x="32004" y="155638"/>
                  </a:lnTo>
                  <a:lnTo>
                    <a:pt x="67056" y="175545"/>
                  </a:lnTo>
                  <a:lnTo>
                    <a:pt x="73247" y="177069"/>
                  </a:lnTo>
                  <a:lnTo>
                    <a:pt x="144875" y="177069"/>
                  </a:lnTo>
                  <a:lnTo>
                    <a:pt x="140527" y="181641"/>
                  </a:lnTo>
                  <a:lnTo>
                    <a:pt x="32004" y="181641"/>
                  </a:lnTo>
                  <a:lnTo>
                    <a:pt x="32004" y="282320"/>
                  </a:lnTo>
                  <a:close/>
                </a:path>
                <a:path w="169545" h="282575">
                  <a:moveTo>
                    <a:pt x="85439" y="204501"/>
                  </a:moveTo>
                  <a:lnTo>
                    <a:pt x="45720" y="191166"/>
                  </a:lnTo>
                  <a:lnTo>
                    <a:pt x="32004" y="181641"/>
                  </a:lnTo>
                  <a:lnTo>
                    <a:pt x="140527" y="181641"/>
                  </a:lnTo>
                  <a:lnTo>
                    <a:pt x="102584" y="202406"/>
                  </a:lnTo>
                  <a:lnTo>
                    <a:pt x="85439" y="2045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73380" y="3130772"/>
              <a:ext cx="164687" cy="204501"/>
            </a:xfrm>
            <a:prstGeom prst="rect">
              <a:avLst/>
            </a:prstGeom>
          </p:spPr>
        </p:pic>
      </p:grpSp>
      <p:pic>
        <p:nvPicPr>
          <p:cNvPr id="69" name="object 69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85407" y="3130772"/>
            <a:ext cx="108299" cy="199929"/>
          </a:xfrm>
          <a:prstGeom prst="rect">
            <a:avLst/>
          </a:prstGeom>
        </p:spPr>
      </p:pic>
      <p:sp>
        <p:nvSpPr>
          <p:cNvPr id="70" name="object 70" descr=""/>
          <p:cNvSpPr/>
          <p:nvPr/>
        </p:nvSpPr>
        <p:spPr>
          <a:xfrm>
            <a:off x="6905053" y="3130772"/>
            <a:ext cx="268605" cy="200025"/>
          </a:xfrm>
          <a:custGeom>
            <a:avLst/>
            <a:gdLst/>
            <a:ahLst/>
            <a:cxnLst/>
            <a:rect l="l" t="t" r="r" b="b"/>
            <a:pathLst>
              <a:path w="268604" h="200025">
                <a:moveTo>
                  <a:pt x="63646" y="33623"/>
                </a:moveTo>
                <a:lnTo>
                  <a:pt x="30480" y="33623"/>
                </a:lnTo>
                <a:lnTo>
                  <a:pt x="37361" y="26155"/>
                </a:lnTo>
                <a:lnTo>
                  <a:pt x="74342" y="2285"/>
                </a:lnTo>
                <a:lnTo>
                  <a:pt x="91535" y="0"/>
                </a:lnTo>
                <a:lnTo>
                  <a:pt x="102369" y="595"/>
                </a:lnTo>
                <a:lnTo>
                  <a:pt x="138017" y="22181"/>
                </a:lnTo>
                <a:lnTo>
                  <a:pt x="141711" y="29051"/>
                </a:lnTo>
                <a:lnTo>
                  <a:pt x="80867" y="29051"/>
                </a:lnTo>
                <a:lnTo>
                  <a:pt x="69977" y="30789"/>
                </a:lnTo>
                <a:lnTo>
                  <a:pt x="63646" y="33623"/>
                </a:lnTo>
                <a:close/>
              </a:path>
              <a:path w="268604" h="200025">
                <a:moveTo>
                  <a:pt x="173674" y="38195"/>
                </a:moveTo>
                <a:lnTo>
                  <a:pt x="144875" y="38195"/>
                </a:lnTo>
                <a:lnTo>
                  <a:pt x="152638" y="29621"/>
                </a:lnTo>
                <a:lnTo>
                  <a:pt x="183435" y="5786"/>
                </a:lnTo>
                <a:lnTo>
                  <a:pt x="208978" y="0"/>
                </a:lnTo>
                <a:lnTo>
                  <a:pt x="222956" y="1168"/>
                </a:lnTo>
                <a:lnTo>
                  <a:pt x="235077" y="4774"/>
                </a:lnTo>
                <a:lnTo>
                  <a:pt x="245197" y="10970"/>
                </a:lnTo>
                <a:lnTo>
                  <a:pt x="253174" y="19907"/>
                </a:lnTo>
                <a:lnTo>
                  <a:pt x="259153" y="29051"/>
                </a:lnTo>
                <a:lnTo>
                  <a:pt x="199834" y="29051"/>
                </a:lnTo>
                <a:lnTo>
                  <a:pt x="188341" y="30789"/>
                </a:lnTo>
                <a:lnTo>
                  <a:pt x="176513" y="36123"/>
                </a:lnTo>
                <a:lnTo>
                  <a:pt x="173674" y="38195"/>
                </a:lnTo>
                <a:close/>
              </a:path>
              <a:path w="268604" h="200025">
                <a:moveTo>
                  <a:pt x="32004" y="199929"/>
                </a:moveTo>
                <a:lnTo>
                  <a:pt x="0" y="199929"/>
                </a:lnTo>
                <a:lnTo>
                  <a:pt x="0" y="4572"/>
                </a:lnTo>
                <a:lnTo>
                  <a:pt x="27432" y="4572"/>
                </a:lnTo>
                <a:lnTo>
                  <a:pt x="30480" y="33623"/>
                </a:lnTo>
                <a:lnTo>
                  <a:pt x="63646" y="33623"/>
                </a:lnTo>
                <a:lnTo>
                  <a:pt x="58080" y="36123"/>
                </a:lnTo>
                <a:lnTo>
                  <a:pt x="45411" y="45124"/>
                </a:lnTo>
                <a:lnTo>
                  <a:pt x="32004" y="58007"/>
                </a:lnTo>
                <a:lnTo>
                  <a:pt x="32004" y="199929"/>
                </a:lnTo>
                <a:close/>
              </a:path>
              <a:path w="268604" h="200025">
                <a:moveTo>
                  <a:pt x="150971" y="199929"/>
                </a:moveTo>
                <a:lnTo>
                  <a:pt x="117443" y="199929"/>
                </a:lnTo>
                <a:lnTo>
                  <a:pt x="117443" y="80867"/>
                </a:lnTo>
                <a:lnTo>
                  <a:pt x="116895" y="68032"/>
                </a:lnTo>
                <a:lnTo>
                  <a:pt x="98202" y="32289"/>
                </a:lnTo>
                <a:lnTo>
                  <a:pt x="80867" y="29051"/>
                </a:lnTo>
                <a:lnTo>
                  <a:pt x="141711" y="29051"/>
                </a:lnTo>
                <a:lnTo>
                  <a:pt x="142017" y="29621"/>
                </a:lnTo>
                <a:lnTo>
                  <a:pt x="144875" y="38195"/>
                </a:lnTo>
                <a:lnTo>
                  <a:pt x="173674" y="38195"/>
                </a:lnTo>
                <a:lnTo>
                  <a:pt x="164178" y="45124"/>
                </a:lnTo>
                <a:lnTo>
                  <a:pt x="150971" y="58007"/>
                </a:lnTo>
                <a:lnTo>
                  <a:pt x="150971" y="199929"/>
                </a:lnTo>
                <a:close/>
              </a:path>
              <a:path w="268604" h="200025">
                <a:moveTo>
                  <a:pt x="268414" y="199929"/>
                </a:moveTo>
                <a:lnTo>
                  <a:pt x="234886" y="199929"/>
                </a:lnTo>
                <a:lnTo>
                  <a:pt x="234767" y="76295"/>
                </a:lnTo>
                <a:lnTo>
                  <a:pt x="234553" y="68032"/>
                </a:lnTo>
                <a:lnTo>
                  <a:pt x="215836" y="32289"/>
                </a:lnTo>
                <a:lnTo>
                  <a:pt x="199834" y="29051"/>
                </a:lnTo>
                <a:lnTo>
                  <a:pt x="259153" y="29051"/>
                </a:lnTo>
                <a:lnTo>
                  <a:pt x="260056" y="30432"/>
                </a:lnTo>
                <a:lnTo>
                  <a:pt x="264795" y="43529"/>
                </a:lnTo>
                <a:lnTo>
                  <a:pt x="267533" y="58912"/>
                </a:lnTo>
                <a:lnTo>
                  <a:pt x="268414" y="76295"/>
                </a:lnTo>
                <a:lnTo>
                  <a:pt x="268414" y="199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222331" y="3130772"/>
            <a:ext cx="180022" cy="204501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7452645" y="3037713"/>
            <a:ext cx="627380" cy="363220"/>
            <a:chOff x="7452645" y="3037713"/>
            <a:chExt cx="627380" cy="363220"/>
          </a:xfrm>
        </p:grpSpPr>
        <p:pic>
          <p:nvPicPr>
            <p:cNvPr id="73" name="object 7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52645" y="3130772"/>
              <a:ext cx="155543" cy="199929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47908" y="3082004"/>
              <a:ext cx="120491" cy="253269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806500" y="3037712"/>
              <a:ext cx="273685" cy="363220"/>
            </a:xfrm>
            <a:custGeom>
              <a:avLst/>
              <a:gdLst/>
              <a:ahLst/>
              <a:cxnLst/>
              <a:rect l="l" t="t" r="r" b="b"/>
              <a:pathLst>
                <a:path w="273684" h="363220">
                  <a:moveTo>
                    <a:pt x="155638" y="169354"/>
                  </a:moveTo>
                  <a:lnTo>
                    <a:pt x="147916" y="123494"/>
                  </a:lnTo>
                  <a:lnTo>
                    <a:pt x="110972" y="94234"/>
                  </a:lnTo>
                  <a:lnTo>
                    <a:pt x="96100" y="93065"/>
                  </a:lnTo>
                  <a:lnTo>
                    <a:pt x="86334" y="93637"/>
                  </a:lnTo>
                  <a:lnTo>
                    <a:pt x="45999" y="112547"/>
                  </a:lnTo>
                  <a:lnTo>
                    <a:pt x="32092" y="125158"/>
                  </a:lnTo>
                  <a:lnTo>
                    <a:pt x="33616" y="85445"/>
                  </a:lnTo>
                  <a:lnTo>
                    <a:pt x="33616" y="7620"/>
                  </a:lnTo>
                  <a:lnTo>
                    <a:pt x="0" y="7620"/>
                  </a:lnTo>
                  <a:lnTo>
                    <a:pt x="0" y="292989"/>
                  </a:lnTo>
                  <a:lnTo>
                    <a:pt x="33616" y="292989"/>
                  </a:lnTo>
                  <a:lnTo>
                    <a:pt x="33616" y="151066"/>
                  </a:lnTo>
                  <a:lnTo>
                    <a:pt x="40449" y="144526"/>
                  </a:lnTo>
                  <a:lnTo>
                    <a:pt x="78600" y="122453"/>
                  </a:lnTo>
                  <a:lnTo>
                    <a:pt x="85432" y="122110"/>
                  </a:lnTo>
                  <a:lnTo>
                    <a:pt x="94881" y="122948"/>
                  </a:lnTo>
                  <a:lnTo>
                    <a:pt x="122961" y="161099"/>
                  </a:lnTo>
                  <a:lnTo>
                    <a:pt x="123532" y="173926"/>
                  </a:lnTo>
                  <a:lnTo>
                    <a:pt x="123532" y="292989"/>
                  </a:lnTo>
                  <a:lnTo>
                    <a:pt x="155638" y="292989"/>
                  </a:lnTo>
                  <a:lnTo>
                    <a:pt x="155638" y="169354"/>
                  </a:lnTo>
                  <a:close/>
                </a:path>
                <a:path w="273684" h="363220">
                  <a:moveTo>
                    <a:pt x="273075" y="181648"/>
                  </a:moveTo>
                  <a:lnTo>
                    <a:pt x="269646" y="130492"/>
                  </a:lnTo>
                  <a:lnTo>
                    <a:pt x="259359" y="83921"/>
                  </a:lnTo>
                  <a:lnTo>
                    <a:pt x="242392" y="40817"/>
                  </a:lnTo>
                  <a:lnTo>
                    <a:pt x="219633" y="0"/>
                  </a:lnTo>
                  <a:lnTo>
                    <a:pt x="199821" y="9144"/>
                  </a:lnTo>
                  <a:lnTo>
                    <a:pt x="210667" y="28879"/>
                  </a:lnTo>
                  <a:lnTo>
                    <a:pt x="220218" y="49199"/>
                  </a:lnTo>
                  <a:lnTo>
                    <a:pt x="234975" y="91541"/>
                  </a:lnTo>
                  <a:lnTo>
                    <a:pt x="243166" y="136017"/>
                  </a:lnTo>
                  <a:lnTo>
                    <a:pt x="245643" y="181648"/>
                  </a:lnTo>
                  <a:lnTo>
                    <a:pt x="245046" y="204482"/>
                  </a:lnTo>
                  <a:lnTo>
                    <a:pt x="239852" y="249631"/>
                  </a:lnTo>
                  <a:lnTo>
                    <a:pt x="228371" y="293103"/>
                  </a:lnTo>
                  <a:lnTo>
                    <a:pt x="210667" y="334314"/>
                  </a:lnTo>
                  <a:lnTo>
                    <a:pt x="199821" y="354050"/>
                  </a:lnTo>
                  <a:lnTo>
                    <a:pt x="219633" y="363194"/>
                  </a:lnTo>
                  <a:lnTo>
                    <a:pt x="242392" y="322376"/>
                  </a:lnTo>
                  <a:lnTo>
                    <a:pt x="259359" y="279273"/>
                  </a:lnTo>
                  <a:lnTo>
                    <a:pt x="269646" y="232143"/>
                  </a:lnTo>
                  <a:lnTo>
                    <a:pt x="272211" y="207391"/>
                  </a:lnTo>
                  <a:lnTo>
                    <a:pt x="273075" y="1816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/>
          <p:nvPr/>
        </p:nvSpPr>
        <p:spPr>
          <a:xfrm>
            <a:off x="8137493" y="3284886"/>
            <a:ext cx="48895" cy="50800"/>
          </a:xfrm>
          <a:custGeom>
            <a:avLst/>
            <a:gdLst/>
            <a:ahLst/>
            <a:cxnLst/>
            <a:rect l="l" t="t" r="r" b="b"/>
            <a:pathLst>
              <a:path w="48895" h="50800">
                <a:moveTo>
                  <a:pt x="30575" y="50387"/>
                </a:moveTo>
                <a:lnTo>
                  <a:pt x="18383" y="50387"/>
                </a:lnTo>
                <a:lnTo>
                  <a:pt x="12287" y="47339"/>
                </a:lnTo>
                <a:lnTo>
                  <a:pt x="3048" y="38195"/>
                </a:lnTo>
                <a:lnTo>
                  <a:pt x="0" y="32099"/>
                </a:lnTo>
                <a:lnTo>
                  <a:pt x="0" y="26003"/>
                </a:lnTo>
                <a:lnTo>
                  <a:pt x="0" y="18383"/>
                </a:lnTo>
                <a:lnTo>
                  <a:pt x="3048" y="12287"/>
                </a:lnTo>
                <a:lnTo>
                  <a:pt x="7620" y="7715"/>
                </a:lnTo>
                <a:lnTo>
                  <a:pt x="12287" y="1524"/>
                </a:lnTo>
                <a:lnTo>
                  <a:pt x="18383" y="0"/>
                </a:lnTo>
                <a:lnTo>
                  <a:pt x="30575" y="0"/>
                </a:lnTo>
                <a:lnTo>
                  <a:pt x="36671" y="1524"/>
                </a:lnTo>
                <a:lnTo>
                  <a:pt x="41243" y="7715"/>
                </a:lnTo>
                <a:lnTo>
                  <a:pt x="45815" y="12287"/>
                </a:lnTo>
                <a:lnTo>
                  <a:pt x="48863" y="18383"/>
                </a:lnTo>
                <a:lnTo>
                  <a:pt x="48863" y="32099"/>
                </a:lnTo>
                <a:lnTo>
                  <a:pt x="45815" y="38195"/>
                </a:lnTo>
                <a:lnTo>
                  <a:pt x="36671" y="47339"/>
                </a:lnTo>
                <a:lnTo>
                  <a:pt x="30575" y="503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771525" y="4369879"/>
            <a:ext cx="9152255" cy="95250"/>
            <a:chOff x="771525" y="4369879"/>
            <a:chExt cx="9152255" cy="95250"/>
          </a:xfrm>
        </p:grpSpPr>
        <p:sp>
          <p:nvSpPr>
            <p:cNvPr id="78" name="object 78" descr=""/>
            <p:cNvSpPr/>
            <p:nvPr/>
          </p:nvSpPr>
          <p:spPr>
            <a:xfrm>
              <a:off x="771525" y="4369879"/>
              <a:ext cx="9152255" cy="95250"/>
            </a:xfrm>
            <a:custGeom>
              <a:avLst/>
              <a:gdLst/>
              <a:ahLst/>
              <a:cxnLst/>
              <a:rect l="l" t="t" r="r" b="b"/>
              <a:pathLst>
                <a:path w="9152255" h="95250">
                  <a:moveTo>
                    <a:pt x="9117139" y="94678"/>
                  </a:moveTo>
                  <a:lnTo>
                    <a:pt x="35147" y="94678"/>
                  </a:lnTo>
                  <a:lnTo>
                    <a:pt x="30575" y="91630"/>
                  </a:lnTo>
                  <a:lnTo>
                    <a:pt x="18288" y="85534"/>
                  </a:lnTo>
                  <a:lnTo>
                    <a:pt x="9144" y="76295"/>
                  </a:lnTo>
                  <a:lnTo>
                    <a:pt x="6096" y="71723"/>
                  </a:lnTo>
                  <a:lnTo>
                    <a:pt x="4572" y="65627"/>
                  </a:lnTo>
                  <a:lnTo>
                    <a:pt x="1524" y="59531"/>
                  </a:lnTo>
                  <a:lnTo>
                    <a:pt x="0" y="53435"/>
                  </a:lnTo>
                  <a:lnTo>
                    <a:pt x="0" y="47339"/>
                  </a:lnTo>
                  <a:lnTo>
                    <a:pt x="0" y="41243"/>
                  </a:lnTo>
                  <a:lnTo>
                    <a:pt x="1524" y="35147"/>
                  </a:lnTo>
                  <a:lnTo>
                    <a:pt x="4572" y="29051"/>
                  </a:lnTo>
                  <a:lnTo>
                    <a:pt x="6096" y="22955"/>
                  </a:lnTo>
                  <a:lnTo>
                    <a:pt x="41243" y="0"/>
                  </a:lnTo>
                  <a:lnTo>
                    <a:pt x="9111043" y="0"/>
                  </a:lnTo>
                  <a:lnTo>
                    <a:pt x="9146095" y="22955"/>
                  </a:lnTo>
                  <a:lnTo>
                    <a:pt x="9152191" y="41243"/>
                  </a:lnTo>
                  <a:lnTo>
                    <a:pt x="9152191" y="53435"/>
                  </a:lnTo>
                  <a:lnTo>
                    <a:pt x="9129331" y="88582"/>
                  </a:lnTo>
                  <a:lnTo>
                    <a:pt x="9117139" y="94678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71525" y="4369879"/>
              <a:ext cx="8695055" cy="95250"/>
            </a:xfrm>
            <a:custGeom>
              <a:avLst/>
              <a:gdLst/>
              <a:ahLst/>
              <a:cxnLst/>
              <a:rect l="l" t="t" r="r" b="b"/>
              <a:pathLst>
                <a:path w="8695055" h="95250">
                  <a:moveTo>
                    <a:pt x="8659558" y="94678"/>
                  </a:moveTo>
                  <a:lnTo>
                    <a:pt x="35147" y="94678"/>
                  </a:lnTo>
                  <a:lnTo>
                    <a:pt x="30575" y="91630"/>
                  </a:lnTo>
                  <a:lnTo>
                    <a:pt x="18288" y="85534"/>
                  </a:lnTo>
                  <a:lnTo>
                    <a:pt x="9144" y="76295"/>
                  </a:lnTo>
                  <a:lnTo>
                    <a:pt x="6096" y="71723"/>
                  </a:lnTo>
                  <a:lnTo>
                    <a:pt x="4572" y="65627"/>
                  </a:lnTo>
                  <a:lnTo>
                    <a:pt x="1524" y="59531"/>
                  </a:lnTo>
                  <a:lnTo>
                    <a:pt x="0" y="53435"/>
                  </a:lnTo>
                  <a:lnTo>
                    <a:pt x="0" y="47339"/>
                  </a:lnTo>
                  <a:lnTo>
                    <a:pt x="0" y="41243"/>
                  </a:lnTo>
                  <a:lnTo>
                    <a:pt x="1524" y="35147"/>
                  </a:lnTo>
                  <a:lnTo>
                    <a:pt x="4572" y="29051"/>
                  </a:lnTo>
                  <a:lnTo>
                    <a:pt x="6096" y="22955"/>
                  </a:lnTo>
                  <a:lnTo>
                    <a:pt x="41243" y="0"/>
                  </a:lnTo>
                  <a:lnTo>
                    <a:pt x="8653367" y="0"/>
                  </a:lnTo>
                  <a:lnTo>
                    <a:pt x="8688514" y="22955"/>
                  </a:lnTo>
                  <a:lnTo>
                    <a:pt x="8694610" y="41243"/>
                  </a:lnTo>
                  <a:lnTo>
                    <a:pt x="8694610" y="53435"/>
                  </a:lnTo>
                  <a:lnTo>
                    <a:pt x="8671750" y="88582"/>
                  </a:lnTo>
                  <a:lnTo>
                    <a:pt x="8659558" y="94678"/>
                  </a:lnTo>
                  <a:close/>
                </a:path>
              </a:pathLst>
            </a:custGeom>
            <a:solidFill>
              <a:srgbClr val="E81D6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771525" y="5180266"/>
            <a:ext cx="9152255" cy="96520"/>
            <a:chOff x="771525" y="5180266"/>
            <a:chExt cx="9152255" cy="96520"/>
          </a:xfrm>
        </p:grpSpPr>
        <p:sp>
          <p:nvSpPr>
            <p:cNvPr id="81" name="object 81" descr=""/>
            <p:cNvSpPr/>
            <p:nvPr/>
          </p:nvSpPr>
          <p:spPr>
            <a:xfrm>
              <a:off x="771525" y="5180266"/>
              <a:ext cx="9152255" cy="96520"/>
            </a:xfrm>
            <a:custGeom>
              <a:avLst/>
              <a:gdLst/>
              <a:ahLst/>
              <a:cxnLst/>
              <a:rect l="l" t="t" r="r" b="b"/>
              <a:pathLst>
                <a:path w="9152255" h="96520">
                  <a:moveTo>
                    <a:pt x="9111043" y="96107"/>
                  </a:moveTo>
                  <a:lnTo>
                    <a:pt x="41243" y="96107"/>
                  </a:lnTo>
                  <a:lnTo>
                    <a:pt x="35147" y="94583"/>
                  </a:lnTo>
                  <a:lnTo>
                    <a:pt x="30575" y="91535"/>
                  </a:lnTo>
                  <a:lnTo>
                    <a:pt x="24384" y="90011"/>
                  </a:lnTo>
                  <a:lnTo>
                    <a:pt x="18288" y="85439"/>
                  </a:lnTo>
                  <a:lnTo>
                    <a:pt x="9144" y="76295"/>
                  </a:lnTo>
                  <a:lnTo>
                    <a:pt x="6096" y="71723"/>
                  </a:lnTo>
                  <a:lnTo>
                    <a:pt x="4572" y="65627"/>
                  </a:lnTo>
                  <a:lnTo>
                    <a:pt x="1524" y="59435"/>
                  </a:lnTo>
                  <a:lnTo>
                    <a:pt x="0" y="53339"/>
                  </a:lnTo>
                  <a:lnTo>
                    <a:pt x="0" y="47243"/>
                  </a:lnTo>
                  <a:lnTo>
                    <a:pt x="0" y="41147"/>
                  </a:lnTo>
                  <a:lnTo>
                    <a:pt x="1524" y="35051"/>
                  </a:lnTo>
                  <a:lnTo>
                    <a:pt x="4572" y="28955"/>
                  </a:lnTo>
                  <a:lnTo>
                    <a:pt x="6096" y="24383"/>
                  </a:lnTo>
                  <a:lnTo>
                    <a:pt x="41243" y="0"/>
                  </a:lnTo>
                  <a:lnTo>
                    <a:pt x="9111043" y="0"/>
                  </a:lnTo>
                  <a:lnTo>
                    <a:pt x="9146095" y="24383"/>
                  </a:lnTo>
                  <a:lnTo>
                    <a:pt x="9149143" y="28955"/>
                  </a:lnTo>
                  <a:lnTo>
                    <a:pt x="9152191" y="41147"/>
                  </a:lnTo>
                  <a:lnTo>
                    <a:pt x="9152191" y="53339"/>
                  </a:lnTo>
                  <a:lnTo>
                    <a:pt x="9129331" y="90011"/>
                  </a:lnTo>
                  <a:lnTo>
                    <a:pt x="9123235" y="91535"/>
                  </a:lnTo>
                  <a:lnTo>
                    <a:pt x="9117139" y="94583"/>
                  </a:lnTo>
                  <a:lnTo>
                    <a:pt x="9111043" y="96107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71525" y="5180266"/>
              <a:ext cx="6406515" cy="96520"/>
            </a:xfrm>
            <a:custGeom>
              <a:avLst/>
              <a:gdLst/>
              <a:ahLst/>
              <a:cxnLst/>
              <a:rect l="l" t="t" r="r" b="b"/>
              <a:pathLst>
                <a:path w="6406515" h="96520">
                  <a:moveTo>
                    <a:pt x="6365367" y="96107"/>
                  </a:moveTo>
                  <a:lnTo>
                    <a:pt x="41243" y="96107"/>
                  </a:lnTo>
                  <a:lnTo>
                    <a:pt x="35147" y="94583"/>
                  </a:lnTo>
                  <a:lnTo>
                    <a:pt x="30575" y="91535"/>
                  </a:lnTo>
                  <a:lnTo>
                    <a:pt x="24384" y="90011"/>
                  </a:lnTo>
                  <a:lnTo>
                    <a:pt x="18288" y="85439"/>
                  </a:lnTo>
                  <a:lnTo>
                    <a:pt x="9144" y="76295"/>
                  </a:lnTo>
                  <a:lnTo>
                    <a:pt x="6096" y="71723"/>
                  </a:lnTo>
                  <a:lnTo>
                    <a:pt x="4572" y="65627"/>
                  </a:lnTo>
                  <a:lnTo>
                    <a:pt x="1524" y="59435"/>
                  </a:lnTo>
                  <a:lnTo>
                    <a:pt x="0" y="53339"/>
                  </a:lnTo>
                  <a:lnTo>
                    <a:pt x="0" y="47243"/>
                  </a:lnTo>
                  <a:lnTo>
                    <a:pt x="0" y="41147"/>
                  </a:lnTo>
                  <a:lnTo>
                    <a:pt x="1524" y="35051"/>
                  </a:lnTo>
                  <a:lnTo>
                    <a:pt x="4572" y="28955"/>
                  </a:lnTo>
                  <a:lnTo>
                    <a:pt x="6096" y="24383"/>
                  </a:lnTo>
                  <a:lnTo>
                    <a:pt x="41243" y="0"/>
                  </a:lnTo>
                  <a:lnTo>
                    <a:pt x="6365367" y="0"/>
                  </a:lnTo>
                  <a:lnTo>
                    <a:pt x="6400419" y="24383"/>
                  </a:lnTo>
                  <a:lnTo>
                    <a:pt x="6403467" y="28955"/>
                  </a:lnTo>
                  <a:lnTo>
                    <a:pt x="6406514" y="41147"/>
                  </a:lnTo>
                  <a:lnTo>
                    <a:pt x="6406514" y="53339"/>
                  </a:lnTo>
                  <a:lnTo>
                    <a:pt x="6383655" y="90011"/>
                  </a:lnTo>
                  <a:lnTo>
                    <a:pt x="6377558" y="91535"/>
                  </a:lnTo>
                  <a:lnTo>
                    <a:pt x="6371462" y="94583"/>
                  </a:lnTo>
                  <a:lnTo>
                    <a:pt x="6365367" y="96107"/>
                  </a:lnTo>
                  <a:close/>
                </a:path>
              </a:pathLst>
            </a:custGeom>
            <a:solidFill>
              <a:srgbClr val="E81D6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4993767" y="3959447"/>
            <a:ext cx="723265" cy="271780"/>
            <a:chOff x="4993767" y="3959447"/>
            <a:chExt cx="723265" cy="271780"/>
          </a:xfrm>
        </p:grpSpPr>
        <p:sp>
          <p:nvSpPr>
            <p:cNvPr id="84" name="object 84" descr=""/>
            <p:cNvSpPr/>
            <p:nvPr/>
          </p:nvSpPr>
          <p:spPr>
            <a:xfrm>
              <a:off x="4993767" y="3959447"/>
              <a:ext cx="195580" cy="271780"/>
            </a:xfrm>
            <a:custGeom>
              <a:avLst/>
              <a:gdLst/>
              <a:ahLst/>
              <a:cxnLst/>
              <a:rect l="l" t="t" r="r" b="b"/>
              <a:pathLst>
                <a:path w="195579" h="271779">
                  <a:moveTo>
                    <a:pt x="115919" y="271557"/>
                  </a:moveTo>
                  <a:lnTo>
                    <a:pt x="70199" y="262413"/>
                  </a:lnTo>
                  <a:lnTo>
                    <a:pt x="33528" y="236505"/>
                  </a:lnTo>
                  <a:lnTo>
                    <a:pt x="9144" y="193738"/>
                  </a:lnTo>
                  <a:lnTo>
                    <a:pt x="571" y="151518"/>
                  </a:lnTo>
                  <a:lnTo>
                    <a:pt x="0" y="135826"/>
                  </a:lnTo>
                  <a:lnTo>
                    <a:pt x="571" y="120317"/>
                  </a:lnTo>
                  <a:lnTo>
                    <a:pt x="9144" y="79343"/>
                  </a:lnTo>
                  <a:lnTo>
                    <a:pt x="33528" y="36575"/>
                  </a:lnTo>
                  <a:lnTo>
                    <a:pt x="71723" y="9143"/>
                  </a:lnTo>
                  <a:lnTo>
                    <a:pt x="117443" y="0"/>
                  </a:lnTo>
                  <a:lnTo>
                    <a:pt x="129468" y="571"/>
                  </a:lnTo>
                  <a:lnTo>
                    <a:pt x="168766" y="14858"/>
                  </a:lnTo>
                  <a:lnTo>
                    <a:pt x="189166" y="32003"/>
                  </a:lnTo>
                  <a:lnTo>
                    <a:pt x="170783" y="53339"/>
                  </a:lnTo>
                  <a:lnTo>
                    <a:pt x="165068" y="47910"/>
                  </a:lnTo>
                  <a:lnTo>
                    <a:pt x="159353" y="43052"/>
                  </a:lnTo>
                  <a:lnTo>
                    <a:pt x="117443" y="28955"/>
                  </a:lnTo>
                  <a:lnTo>
                    <a:pt x="108561" y="29503"/>
                  </a:lnTo>
                  <a:lnTo>
                    <a:pt x="69806" y="45541"/>
                  </a:lnTo>
                  <a:lnTo>
                    <a:pt x="44624" y="81795"/>
                  </a:lnTo>
                  <a:lnTo>
                    <a:pt x="35361" y="123507"/>
                  </a:lnTo>
                  <a:lnTo>
                    <a:pt x="35052" y="135826"/>
                  </a:lnTo>
                  <a:lnTo>
                    <a:pt x="35361" y="147232"/>
                  </a:lnTo>
                  <a:lnTo>
                    <a:pt x="43981" y="189133"/>
                  </a:lnTo>
                  <a:lnTo>
                    <a:pt x="69008" y="226028"/>
                  </a:lnTo>
                  <a:lnTo>
                    <a:pt x="107037" y="242268"/>
                  </a:lnTo>
                  <a:lnTo>
                    <a:pt x="115919" y="242601"/>
                  </a:lnTo>
                  <a:lnTo>
                    <a:pt x="125658" y="242268"/>
                  </a:lnTo>
                  <a:lnTo>
                    <a:pt x="163175" y="226028"/>
                  </a:lnTo>
                  <a:lnTo>
                    <a:pt x="176974" y="213645"/>
                  </a:lnTo>
                  <a:lnTo>
                    <a:pt x="195262" y="233457"/>
                  </a:lnTo>
                  <a:lnTo>
                    <a:pt x="160115" y="262413"/>
                  </a:lnTo>
                  <a:lnTo>
                    <a:pt x="128182" y="270986"/>
                  </a:lnTo>
                  <a:lnTo>
                    <a:pt x="115919" y="2715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221033" y="4026598"/>
              <a:ext cx="180022" cy="204406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30012" y="4026598"/>
              <a:ext cx="143351" cy="204406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94794" y="3977735"/>
              <a:ext cx="122015" cy="253269"/>
            </a:xfrm>
            <a:prstGeom prst="rect">
              <a:avLst/>
            </a:prstGeom>
          </p:spPr>
        </p:pic>
      </p:grpSp>
      <p:pic>
        <p:nvPicPr>
          <p:cNvPr id="88" name="object 8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71525" y="5563266"/>
            <a:ext cx="9152191" cy="512730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05776" y="4746879"/>
            <a:ext cx="2105025" cy="296036"/>
          </a:xfrm>
          <a:prstGeom prst="rect">
            <a:avLst/>
          </a:prstGeom>
        </p:spPr>
      </p:pic>
      <p:grpSp>
        <p:nvGrpSpPr>
          <p:cNvPr id="90" name="object 90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91" name="object 9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92" name="object 9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318956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8288" y="56483"/>
                </a:lnTo>
                <a:lnTo>
                  <a:pt x="15240" y="54959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7339"/>
                </a:lnTo>
                <a:lnTo>
                  <a:pt x="4572" y="44291"/>
                </a:lnTo>
                <a:lnTo>
                  <a:pt x="3048" y="39719"/>
                </a:lnTo>
                <a:lnTo>
                  <a:pt x="0" y="33623"/>
                </a:lnTo>
                <a:lnTo>
                  <a:pt x="0" y="28955"/>
                </a:lnTo>
                <a:lnTo>
                  <a:pt x="0" y="25907"/>
                </a:lnTo>
                <a:lnTo>
                  <a:pt x="1524" y="21335"/>
                </a:lnTo>
                <a:lnTo>
                  <a:pt x="6096" y="12191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4571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3284" y="6095"/>
                </a:lnTo>
                <a:lnTo>
                  <a:pt x="1139475" y="12191"/>
                </a:lnTo>
                <a:lnTo>
                  <a:pt x="1144047" y="21335"/>
                </a:lnTo>
                <a:lnTo>
                  <a:pt x="1144047" y="36671"/>
                </a:lnTo>
                <a:lnTo>
                  <a:pt x="1142523" y="39719"/>
                </a:lnTo>
                <a:lnTo>
                  <a:pt x="1140999" y="44291"/>
                </a:lnTo>
                <a:lnTo>
                  <a:pt x="1139475" y="47339"/>
                </a:lnTo>
                <a:lnTo>
                  <a:pt x="1136427" y="48863"/>
                </a:lnTo>
                <a:lnTo>
                  <a:pt x="1130236" y="54959"/>
                </a:lnTo>
                <a:lnTo>
                  <a:pt x="1127188" y="56483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986962" y="1519681"/>
            <a:ext cx="316230" cy="417830"/>
          </a:xfrm>
          <a:custGeom>
            <a:avLst/>
            <a:gdLst/>
            <a:ahLst/>
            <a:cxnLst/>
            <a:rect l="l" t="t" r="r" b="b"/>
            <a:pathLst>
              <a:path w="316229" h="417830">
                <a:moveTo>
                  <a:pt x="315760" y="0"/>
                </a:moveTo>
                <a:lnTo>
                  <a:pt x="0" y="0"/>
                </a:lnTo>
                <a:lnTo>
                  <a:pt x="0" y="62230"/>
                </a:lnTo>
                <a:lnTo>
                  <a:pt x="120586" y="62230"/>
                </a:lnTo>
                <a:lnTo>
                  <a:pt x="120586" y="417830"/>
                </a:lnTo>
                <a:lnTo>
                  <a:pt x="195262" y="417830"/>
                </a:lnTo>
                <a:lnTo>
                  <a:pt x="195262" y="62230"/>
                </a:lnTo>
                <a:lnTo>
                  <a:pt x="315760" y="62230"/>
                </a:lnTo>
                <a:lnTo>
                  <a:pt x="3157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72927" y="1519650"/>
            <a:ext cx="74930" cy="167640"/>
          </a:xfrm>
          <a:custGeom>
            <a:avLst/>
            <a:gdLst/>
            <a:ahLst/>
            <a:cxnLst/>
            <a:rect l="l" t="t" r="r" b="b"/>
            <a:pathLst>
              <a:path w="74929" h="167639">
                <a:moveTo>
                  <a:pt x="0" y="0"/>
                </a:moveTo>
                <a:lnTo>
                  <a:pt x="74771" y="0"/>
                </a:lnTo>
                <a:lnTo>
                  <a:pt x="74771" y="167639"/>
                </a:lnTo>
                <a:lnTo>
                  <a:pt x="0" y="1676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372927" y="1519656"/>
            <a:ext cx="319405" cy="417830"/>
          </a:xfrm>
          <a:custGeom>
            <a:avLst/>
            <a:gdLst/>
            <a:ahLst/>
            <a:cxnLst/>
            <a:rect l="l" t="t" r="r" b="b"/>
            <a:pathLst>
              <a:path w="319404" h="417830">
                <a:moveTo>
                  <a:pt x="318795" y="0"/>
                </a:moveTo>
                <a:lnTo>
                  <a:pt x="244030" y="0"/>
                </a:lnTo>
                <a:lnTo>
                  <a:pt x="244030" y="167640"/>
                </a:lnTo>
                <a:lnTo>
                  <a:pt x="0" y="167640"/>
                </a:lnTo>
                <a:lnTo>
                  <a:pt x="0" y="233680"/>
                </a:lnTo>
                <a:lnTo>
                  <a:pt x="0" y="417830"/>
                </a:lnTo>
                <a:lnTo>
                  <a:pt x="74764" y="417830"/>
                </a:lnTo>
                <a:lnTo>
                  <a:pt x="74764" y="233680"/>
                </a:lnTo>
                <a:lnTo>
                  <a:pt x="244030" y="233680"/>
                </a:lnTo>
                <a:lnTo>
                  <a:pt x="244030" y="417830"/>
                </a:lnTo>
                <a:lnTo>
                  <a:pt x="318795" y="417830"/>
                </a:lnTo>
                <a:lnTo>
                  <a:pt x="318795" y="233680"/>
                </a:lnTo>
                <a:lnTo>
                  <a:pt x="318795" y="167640"/>
                </a:lnTo>
                <a:lnTo>
                  <a:pt x="3187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796968" y="1519656"/>
            <a:ext cx="259715" cy="417830"/>
          </a:xfrm>
          <a:custGeom>
            <a:avLst/>
            <a:gdLst/>
            <a:ahLst/>
            <a:cxnLst/>
            <a:rect l="l" t="t" r="r" b="b"/>
            <a:pathLst>
              <a:path w="259714" h="417830">
                <a:moveTo>
                  <a:pt x="259270" y="355600"/>
                </a:moveTo>
                <a:lnTo>
                  <a:pt x="74777" y="355600"/>
                </a:lnTo>
                <a:lnTo>
                  <a:pt x="74777" y="231140"/>
                </a:lnTo>
                <a:lnTo>
                  <a:pt x="225742" y="231140"/>
                </a:lnTo>
                <a:lnTo>
                  <a:pt x="225742" y="168910"/>
                </a:lnTo>
                <a:lnTo>
                  <a:pt x="74777" y="168910"/>
                </a:lnTo>
                <a:lnTo>
                  <a:pt x="74777" y="62230"/>
                </a:lnTo>
                <a:lnTo>
                  <a:pt x="253174" y="62230"/>
                </a:lnTo>
                <a:lnTo>
                  <a:pt x="253174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1140"/>
                </a:lnTo>
                <a:lnTo>
                  <a:pt x="0" y="355600"/>
                </a:lnTo>
                <a:lnTo>
                  <a:pt x="0" y="417830"/>
                </a:lnTo>
                <a:lnTo>
                  <a:pt x="259270" y="417830"/>
                </a:lnTo>
                <a:lnTo>
                  <a:pt x="259270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251513" y="1511712"/>
            <a:ext cx="331470" cy="434975"/>
          </a:xfrm>
          <a:custGeom>
            <a:avLst/>
            <a:gdLst/>
            <a:ahLst/>
            <a:cxnLst/>
            <a:rect l="l" t="t" r="r" b="b"/>
            <a:pathLst>
              <a:path w="331470" h="434975">
                <a:moveTo>
                  <a:pt x="195262" y="434911"/>
                </a:moveTo>
                <a:lnTo>
                  <a:pt x="155245" y="431292"/>
                </a:lnTo>
                <a:lnTo>
                  <a:pt x="117443" y="419671"/>
                </a:lnTo>
                <a:lnTo>
                  <a:pt x="69008" y="391301"/>
                </a:lnTo>
                <a:lnTo>
                  <a:pt x="32087" y="347555"/>
                </a:lnTo>
                <a:lnTo>
                  <a:pt x="13716" y="309753"/>
                </a:lnTo>
                <a:lnTo>
                  <a:pt x="3429" y="267414"/>
                </a:lnTo>
                <a:lnTo>
                  <a:pt x="0" y="218217"/>
                </a:lnTo>
                <a:lnTo>
                  <a:pt x="881" y="193588"/>
                </a:lnTo>
                <a:lnTo>
                  <a:pt x="8358" y="147829"/>
                </a:lnTo>
                <a:lnTo>
                  <a:pt x="23224" y="106910"/>
                </a:lnTo>
                <a:lnTo>
                  <a:pt x="44265" y="72581"/>
                </a:lnTo>
                <a:lnTo>
                  <a:pt x="70770" y="44212"/>
                </a:lnTo>
                <a:lnTo>
                  <a:pt x="102774" y="22980"/>
                </a:lnTo>
                <a:lnTo>
                  <a:pt x="139143" y="8358"/>
                </a:lnTo>
                <a:lnTo>
                  <a:pt x="178663" y="881"/>
                </a:lnTo>
                <a:lnTo>
                  <a:pt x="199834" y="0"/>
                </a:lnTo>
                <a:lnTo>
                  <a:pt x="210099" y="285"/>
                </a:lnTo>
                <a:lnTo>
                  <a:pt x="248650" y="6905"/>
                </a:lnTo>
                <a:lnTo>
                  <a:pt x="273081" y="16764"/>
                </a:lnTo>
                <a:lnTo>
                  <a:pt x="280820" y="20240"/>
                </a:lnTo>
                <a:lnTo>
                  <a:pt x="313467" y="42910"/>
                </a:lnTo>
                <a:lnTo>
                  <a:pt x="324897" y="53435"/>
                </a:lnTo>
                <a:lnTo>
                  <a:pt x="283749" y="99155"/>
                </a:lnTo>
                <a:lnTo>
                  <a:pt x="275486" y="91701"/>
                </a:lnTo>
                <a:lnTo>
                  <a:pt x="266795" y="85248"/>
                </a:lnTo>
                <a:lnTo>
                  <a:pt x="227123" y="66579"/>
                </a:lnTo>
                <a:lnTo>
                  <a:pt x="199834" y="64103"/>
                </a:lnTo>
                <a:lnTo>
                  <a:pt x="186404" y="64912"/>
                </a:lnTo>
                <a:lnTo>
                  <a:pt x="149542" y="74771"/>
                </a:lnTo>
                <a:lnTo>
                  <a:pt x="109823" y="105251"/>
                </a:lnTo>
                <a:lnTo>
                  <a:pt x="89034" y="139206"/>
                </a:lnTo>
                <a:lnTo>
                  <a:pt x="77819" y="182927"/>
                </a:lnTo>
                <a:lnTo>
                  <a:pt x="76295" y="216693"/>
                </a:lnTo>
                <a:lnTo>
                  <a:pt x="78295" y="250419"/>
                </a:lnTo>
                <a:lnTo>
                  <a:pt x="94297" y="306370"/>
                </a:lnTo>
                <a:lnTo>
                  <a:pt x="126356" y="346098"/>
                </a:lnTo>
                <a:lnTo>
                  <a:pt x="174401" y="366711"/>
                </a:lnTo>
                <a:lnTo>
                  <a:pt x="204406" y="369284"/>
                </a:lnTo>
                <a:lnTo>
                  <a:pt x="212647" y="368998"/>
                </a:lnTo>
                <a:lnTo>
                  <a:pt x="252126" y="358997"/>
                </a:lnTo>
                <a:lnTo>
                  <a:pt x="263937" y="260985"/>
                </a:lnTo>
                <a:lnTo>
                  <a:pt x="184594" y="260985"/>
                </a:lnTo>
                <a:lnTo>
                  <a:pt x="184594" y="199929"/>
                </a:lnTo>
                <a:lnTo>
                  <a:pt x="330993" y="199929"/>
                </a:lnTo>
                <a:lnTo>
                  <a:pt x="330993" y="384524"/>
                </a:lnTo>
                <a:lnTo>
                  <a:pt x="290274" y="412250"/>
                </a:lnTo>
                <a:lnTo>
                  <a:pt x="236458" y="430720"/>
                </a:lnTo>
                <a:lnTo>
                  <a:pt x="216422" y="433816"/>
                </a:lnTo>
                <a:lnTo>
                  <a:pt x="195262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652706" y="1511718"/>
            <a:ext cx="753745" cy="434975"/>
          </a:xfrm>
          <a:custGeom>
            <a:avLst/>
            <a:gdLst/>
            <a:ahLst/>
            <a:cxnLst/>
            <a:rect l="l" t="t" r="r" b="b"/>
            <a:pathLst>
              <a:path w="753745" h="434975">
                <a:moveTo>
                  <a:pt x="369189" y="215163"/>
                </a:moveTo>
                <a:lnTo>
                  <a:pt x="365709" y="167081"/>
                </a:lnTo>
                <a:lnTo>
                  <a:pt x="355371" y="123634"/>
                </a:lnTo>
                <a:lnTo>
                  <a:pt x="339217" y="87249"/>
                </a:lnTo>
                <a:lnTo>
                  <a:pt x="304368" y="43573"/>
                </a:lnTo>
                <a:lnTo>
                  <a:pt x="292887" y="34264"/>
                </a:lnTo>
                <a:lnTo>
                  <a:pt x="292887" y="215163"/>
                </a:lnTo>
                <a:lnTo>
                  <a:pt x="292341" y="232029"/>
                </a:lnTo>
                <a:lnTo>
                  <a:pt x="285267" y="279273"/>
                </a:lnTo>
                <a:lnTo>
                  <a:pt x="269621" y="317207"/>
                </a:lnTo>
                <a:lnTo>
                  <a:pt x="238531" y="352348"/>
                </a:lnTo>
                <a:lnTo>
                  <a:pt x="196634" y="368693"/>
                </a:lnTo>
                <a:lnTo>
                  <a:pt x="184594" y="369277"/>
                </a:lnTo>
                <a:lnTo>
                  <a:pt x="172300" y="368693"/>
                </a:lnTo>
                <a:lnTo>
                  <a:pt x="129679" y="352348"/>
                </a:lnTo>
                <a:lnTo>
                  <a:pt x="98691" y="317207"/>
                </a:lnTo>
                <a:lnTo>
                  <a:pt x="83908" y="279273"/>
                </a:lnTo>
                <a:lnTo>
                  <a:pt x="76619" y="232029"/>
                </a:lnTo>
                <a:lnTo>
                  <a:pt x="76288" y="215163"/>
                </a:lnTo>
                <a:lnTo>
                  <a:pt x="78028" y="181686"/>
                </a:lnTo>
                <a:lnTo>
                  <a:pt x="92367" y="126733"/>
                </a:lnTo>
                <a:lnTo>
                  <a:pt x="121272" y="87249"/>
                </a:lnTo>
                <a:lnTo>
                  <a:pt x="160794" y="66675"/>
                </a:lnTo>
                <a:lnTo>
                  <a:pt x="184594" y="64096"/>
                </a:lnTo>
                <a:lnTo>
                  <a:pt x="208330" y="66675"/>
                </a:lnTo>
                <a:lnTo>
                  <a:pt x="247853" y="87249"/>
                </a:lnTo>
                <a:lnTo>
                  <a:pt x="276174" y="126733"/>
                </a:lnTo>
                <a:lnTo>
                  <a:pt x="290931" y="181686"/>
                </a:lnTo>
                <a:lnTo>
                  <a:pt x="292887" y="215163"/>
                </a:lnTo>
                <a:lnTo>
                  <a:pt x="292887" y="34264"/>
                </a:lnTo>
                <a:lnTo>
                  <a:pt x="259359" y="15240"/>
                </a:lnTo>
                <a:lnTo>
                  <a:pt x="204622" y="876"/>
                </a:lnTo>
                <a:lnTo>
                  <a:pt x="184594" y="0"/>
                </a:lnTo>
                <a:lnTo>
                  <a:pt x="164338" y="876"/>
                </a:lnTo>
                <a:lnTo>
                  <a:pt x="126644" y="8356"/>
                </a:lnTo>
                <a:lnTo>
                  <a:pt x="77812" y="32397"/>
                </a:lnTo>
                <a:lnTo>
                  <a:pt x="39255" y="71031"/>
                </a:lnTo>
                <a:lnTo>
                  <a:pt x="20497" y="104749"/>
                </a:lnTo>
                <a:lnTo>
                  <a:pt x="7708" y="144780"/>
                </a:lnTo>
                <a:lnTo>
                  <a:pt x="850" y="190538"/>
                </a:lnTo>
                <a:lnTo>
                  <a:pt x="0" y="215163"/>
                </a:lnTo>
                <a:lnTo>
                  <a:pt x="850" y="239763"/>
                </a:lnTo>
                <a:lnTo>
                  <a:pt x="7708" y="285546"/>
                </a:lnTo>
                <a:lnTo>
                  <a:pt x="21145" y="326478"/>
                </a:lnTo>
                <a:lnTo>
                  <a:pt x="39471" y="360807"/>
                </a:lnTo>
                <a:lnTo>
                  <a:pt x="77812" y="400951"/>
                </a:lnTo>
                <a:lnTo>
                  <a:pt x="127292" y="425907"/>
                </a:lnTo>
                <a:lnTo>
                  <a:pt x="184594" y="434911"/>
                </a:lnTo>
                <a:lnTo>
                  <a:pt x="204622" y="433819"/>
                </a:lnTo>
                <a:lnTo>
                  <a:pt x="259359" y="419671"/>
                </a:lnTo>
                <a:lnTo>
                  <a:pt x="305003" y="388518"/>
                </a:lnTo>
                <a:lnTo>
                  <a:pt x="339750" y="344512"/>
                </a:lnTo>
                <a:lnTo>
                  <a:pt x="355371" y="306705"/>
                </a:lnTo>
                <a:lnTo>
                  <a:pt x="365709" y="263220"/>
                </a:lnTo>
                <a:lnTo>
                  <a:pt x="368312" y="239763"/>
                </a:lnTo>
                <a:lnTo>
                  <a:pt x="369189" y="215163"/>
                </a:lnTo>
                <a:close/>
              </a:path>
              <a:path w="753745" h="434975">
                <a:moveTo>
                  <a:pt x="753516" y="425767"/>
                </a:moveTo>
                <a:lnTo>
                  <a:pt x="716432" y="312801"/>
                </a:lnTo>
                <a:lnTo>
                  <a:pt x="697395" y="254787"/>
                </a:lnTo>
                <a:lnTo>
                  <a:pt x="635304" y="65620"/>
                </a:lnTo>
                <a:lnTo>
                  <a:pt x="625411" y="35483"/>
                </a:lnTo>
                <a:lnTo>
                  <a:pt x="625411" y="254787"/>
                </a:lnTo>
                <a:lnTo>
                  <a:pt x="518629" y="254787"/>
                </a:lnTo>
                <a:lnTo>
                  <a:pt x="533869" y="202971"/>
                </a:lnTo>
                <a:lnTo>
                  <a:pt x="547585" y="152946"/>
                </a:lnTo>
                <a:lnTo>
                  <a:pt x="556729" y="117741"/>
                </a:lnTo>
                <a:lnTo>
                  <a:pt x="561301" y="100114"/>
                </a:lnTo>
                <a:lnTo>
                  <a:pt x="565873" y="82791"/>
                </a:lnTo>
                <a:lnTo>
                  <a:pt x="570445" y="65620"/>
                </a:lnTo>
                <a:lnTo>
                  <a:pt x="573493" y="65620"/>
                </a:lnTo>
                <a:lnTo>
                  <a:pt x="578116" y="82791"/>
                </a:lnTo>
                <a:lnTo>
                  <a:pt x="582726" y="100114"/>
                </a:lnTo>
                <a:lnTo>
                  <a:pt x="587298" y="117741"/>
                </a:lnTo>
                <a:lnTo>
                  <a:pt x="591883" y="135826"/>
                </a:lnTo>
                <a:lnTo>
                  <a:pt x="596455" y="152946"/>
                </a:lnTo>
                <a:lnTo>
                  <a:pt x="601027" y="169938"/>
                </a:lnTo>
                <a:lnTo>
                  <a:pt x="605599" y="186664"/>
                </a:lnTo>
                <a:lnTo>
                  <a:pt x="610171" y="202971"/>
                </a:lnTo>
                <a:lnTo>
                  <a:pt x="625411" y="254787"/>
                </a:lnTo>
                <a:lnTo>
                  <a:pt x="625411" y="35483"/>
                </a:lnTo>
                <a:lnTo>
                  <a:pt x="616267" y="7620"/>
                </a:lnTo>
                <a:lnTo>
                  <a:pt x="529297" y="7620"/>
                </a:lnTo>
                <a:lnTo>
                  <a:pt x="393573" y="425767"/>
                </a:lnTo>
                <a:lnTo>
                  <a:pt x="468249" y="425767"/>
                </a:lnTo>
                <a:lnTo>
                  <a:pt x="501865" y="312801"/>
                </a:lnTo>
                <a:lnTo>
                  <a:pt x="642175" y="312801"/>
                </a:lnTo>
                <a:lnTo>
                  <a:pt x="674179" y="425767"/>
                </a:lnTo>
                <a:lnTo>
                  <a:pt x="753516" y="4257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458140" y="1518919"/>
            <a:ext cx="248920" cy="419100"/>
          </a:xfrm>
          <a:custGeom>
            <a:avLst/>
            <a:gdLst/>
            <a:ahLst/>
            <a:cxnLst/>
            <a:rect l="l" t="t" r="r" b="b"/>
            <a:pathLst>
              <a:path w="248920" h="419100">
                <a:moveTo>
                  <a:pt x="248589" y="355600"/>
                </a:moveTo>
                <a:lnTo>
                  <a:pt x="73152" y="355600"/>
                </a:lnTo>
                <a:lnTo>
                  <a:pt x="73152" y="0"/>
                </a:lnTo>
                <a:lnTo>
                  <a:pt x="0" y="0"/>
                </a:lnTo>
                <a:lnTo>
                  <a:pt x="0" y="355600"/>
                </a:lnTo>
                <a:lnTo>
                  <a:pt x="0" y="419100"/>
                </a:lnTo>
                <a:lnTo>
                  <a:pt x="248589" y="419100"/>
                </a:lnTo>
                <a:lnTo>
                  <a:pt x="248589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4959" y="2671476"/>
            <a:ext cx="1432369" cy="367760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5417820" y="2686716"/>
            <a:ext cx="581660" cy="267335"/>
            <a:chOff x="5417820" y="2686716"/>
            <a:chExt cx="581660" cy="267335"/>
          </a:xfrm>
        </p:grpSpPr>
        <p:sp>
          <p:nvSpPr>
            <p:cNvPr id="12" name="object 12" descr=""/>
            <p:cNvSpPr/>
            <p:nvPr/>
          </p:nvSpPr>
          <p:spPr>
            <a:xfrm>
              <a:off x="5417820" y="2686716"/>
              <a:ext cx="189230" cy="262890"/>
            </a:xfrm>
            <a:custGeom>
              <a:avLst/>
              <a:gdLst/>
              <a:ahLst/>
              <a:cxnLst/>
              <a:rect l="l" t="t" r="r" b="b"/>
              <a:pathLst>
                <a:path w="189229" h="262889">
                  <a:moveTo>
                    <a:pt x="67056" y="262508"/>
                  </a:moveTo>
                  <a:lnTo>
                    <a:pt x="0" y="262508"/>
                  </a:lnTo>
                  <a:lnTo>
                    <a:pt x="0" y="0"/>
                  </a:lnTo>
                  <a:lnTo>
                    <a:pt x="65532" y="0"/>
                  </a:lnTo>
                  <a:lnTo>
                    <a:pt x="93804" y="2025"/>
                  </a:lnTo>
                  <a:lnTo>
                    <a:pt x="118764" y="8203"/>
                  </a:lnTo>
                  <a:lnTo>
                    <a:pt x="139992" y="18685"/>
                  </a:lnTo>
                  <a:lnTo>
                    <a:pt x="150099" y="27527"/>
                  </a:lnTo>
                  <a:lnTo>
                    <a:pt x="33528" y="27527"/>
                  </a:lnTo>
                  <a:lnTo>
                    <a:pt x="33528" y="234981"/>
                  </a:lnTo>
                  <a:lnTo>
                    <a:pt x="149485" y="234981"/>
                  </a:lnTo>
                  <a:lnTo>
                    <a:pt x="107226" y="257365"/>
                  </a:lnTo>
                  <a:lnTo>
                    <a:pt x="81422" y="261937"/>
                  </a:lnTo>
                  <a:lnTo>
                    <a:pt x="67056" y="262508"/>
                  </a:lnTo>
                  <a:close/>
                </a:path>
                <a:path w="189229" h="262889">
                  <a:moveTo>
                    <a:pt x="149485" y="234981"/>
                  </a:moveTo>
                  <a:lnTo>
                    <a:pt x="62484" y="234981"/>
                  </a:lnTo>
                  <a:lnTo>
                    <a:pt x="84208" y="233267"/>
                  </a:lnTo>
                  <a:lnTo>
                    <a:pt x="103334" y="228123"/>
                  </a:lnTo>
                  <a:lnTo>
                    <a:pt x="142684" y="192390"/>
                  </a:lnTo>
                  <a:lnTo>
                    <a:pt x="154114" y="153462"/>
                  </a:lnTo>
                  <a:lnTo>
                    <a:pt x="155543" y="129730"/>
                  </a:lnTo>
                  <a:lnTo>
                    <a:pt x="154114" y="105981"/>
                  </a:lnTo>
                  <a:lnTo>
                    <a:pt x="142684" y="67700"/>
                  </a:lnTo>
                  <a:lnTo>
                    <a:pt x="102762" y="33623"/>
                  </a:lnTo>
                  <a:lnTo>
                    <a:pt x="62484" y="27527"/>
                  </a:lnTo>
                  <a:lnTo>
                    <a:pt x="150099" y="27527"/>
                  </a:lnTo>
                  <a:lnTo>
                    <a:pt x="181153" y="74211"/>
                  </a:lnTo>
                  <a:lnTo>
                    <a:pt x="189166" y="129730"/>
                  </a:lnTo>
                  <a:lnTo>
                    <a:pt x="188833" y="145186"/>
                  </a:lnTo>
                  <a:lnTo>
                    <a:pt x="181546" y="186213"/>
                  </a:lnTo>
                  <a:lnTo>
                    <a:pt x="157067" y="227361"/>
                  </a:lnTo>
                  <a:lnTo>
                    <a:pt x="149485" y="2349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5086" y="2749295"/>
              <a:ext cx="166306" cy="204501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6445" y="2749295"/>
              <a:ext cx="152495" cy="204501"/>
            </a:xfrm>
            <a:prstGeom prst="rect">
              <a:avLst/>
            </a:prstGeom>
          </p:spPr>
        </p:pic>
      </p:grpSp>
      <p:sp>
        <p:nvSpPr>
          <p:cNvPr id="15" name="object 15" descr=""/>
          <p:cNvSpPr/>
          <p:nvPr/>
        </p:nvSpPr>
        <p:spPr>
          <a:xfrm>
            <a:off x="6046279" y="2663856"/>
            <a:ext cx="170815" cy="290195"/>
          </a:xfrm>
          <a:custGeom>
            <a:avLst/>
            <a:gdLst/>
            <a:ahLst/>
            <a:cxnLst/>
            <a:rect l="l" t="t" r="r" b="b"/>
            <a:pathLst>
              <a:path w="170814" h="290194">
                <a:moveTo>
                  <a:pt x="170783" y="108299"/>
                </a:moveTo>
                <a:lnTo>
                  <a:pt x="138779" y="108299"/>
                </a:lnTo>
                <a:lnTo>
                  <a:pt x="137255" y="74771"/>
                </a:lnTo>
                <a:lnTo>
                  <a:pt x="137255" y="0"/>
                </a:lnTo>
                <a:lnTo>
                  <a:pt x="170783" y="0"/>
                </a:lnTo>
                <a:lnTo>
                  <a:pt x="170783" y="108299"/>
                </a:lnTo>
                <a:close/>
              </a:path>
              <a:path w="170814" h="290194">
                <a:moveTo>
                  <a:pt x="80867" y="289941"/>
                </a:moveTo>
                <a:lnTo>
                  <a:pt x="33624" y="275113"/>
                </a:lnTo>
                <a:lnTo>
                  <a:pt x="5524" y="231540"/>
                </a:lnTo>
                <a:lnTo>
                  <a:pt x="0" y="187642"/>
                </a:lnTo>
                <a:lnTo>
                  <a:pt x="309" y="176474"/>
                </a:lnTo>
                <a:lnTo>
                  <a:pt x="10691" y="136110"/>
                </a:lnTo>
                <a:lnTo>
                  <a:pt x="38290" y="101822"/>
                </a:lnTo>
                <a:lnTo>
                  <a:pt x="75859" y="85986"/>
                </a:lnTo>
                <a:lnTo>
                  <a:pt x="83915" y="85439"/>
                </a:lnTo>
                <a:lnTo>
                  <a:pt x="92511" y="85748"/>
                </a:lnTo>
                <a:lnTo>
                  <a:pt x="132159" y="103108"/>
                </a:lnTo>
                <a:lnTo>
                  <a:pt x="138779" y="108299"/>
                </a:lnTo>
                <a:lnTo>
                  <a:pt x="170783" y="108299"/>
                </a:lnTo>
                <a:lnTo>
                  <a:pt x="170783" y="112871"/>
                </a:lnTo>
                <a:lnTo>
                  <a:pt x="82391" y="112871"/>
                </a:lnTo>
                <a:lnTo>
                  <a:pt x="74676" y="114395"/>
                </a:lnTo>
                <a:lnTo>
                  <a:pt x="68580" y="118967"/>
                </a:lnTo>
                <a:lnTo>
                  <a:pt x="60960" y="122110"/>
                </a:lnTo>
                <a:lnTo>
                  <a:pt x="54864" y="128206"/>
                </a:lnTo>
                <a:lnTo>
                  <a:pt x="36099" y="164282"/>
                </a:lnTo>
                <a:lnTo>
                  <a:pt x="33528" y="187642"/>
                </a:lnTo>
                <a:lnTo>
                  <a:pt x="34385" y="203985"/>
                </a:lnTo>
                <a:lnTo>
                  <a:pt x="47244" y="242601"/>
                </a:lnTo>
                <a:lnTo>
                  <a:pt x="86963" y="262413"/>
                </a:lnTo>
                <a:lnTo>
                  <a:pt x="138779" y="262413"/>
                </a:lnTo>
                <a:lnTo>
                  <a:pt x="132802" y="267921"/>
                </a:lnTo>
                <a:lnTo>
                  <a:pt x="96869" y="287845"/>
                </a:lnTo>
                <a:lnTo>
                  <a:pt x="88868" y="289393"/>
                </a:lnTo>
                <a:lnTo>
                  <a:pt x="80867" y="289941"/>
                </a:lnTo>
                <a:close/>
              </a:path>
              <a:path w="170814" h="290194">
                <a:moveTo>
                  <a:pt x="170783" y="285369"/>
                </a:moveTo>
                <a:lnTo>
                  <a:pt x="143351" y="285369"/>
                </a:lnTo>
                <a:lnTo>
                  <a:pt x="140303" y="262413"/>
                </a:lnTo>
                <a:lnTo>
                  <a:pt x="86963" y="262413"/>
                </a:lnTo>
                <a:lnTo>
                  <a:pt x="125063" y="247364"/>
                </a:lnTo>
                <a:lnTo>
                  <a:pt x="137255" y="234981"/>
                </a:lnTo>
                <a:lnTo>
                  <a:pt x="137255" y="134302"/>
                </a:lnTo>
                <a:lnTo>
                  <a:pt x="97631" y="112871"/>
                </a:lnTo>
                <a:lnTo>
                  <a:pt x="170783" y="112871"/>
                </a:lnTo>
                <a:lnTo>
                  <a:pt x="170783" y="2853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282677" y="2663862"/>
            <a:ext cx="140335" cy="290195"/>
          </a:xfrm>
          <a:custGeom>
            <a:avLst/>
            <a:gdLst/>
            <a:ahLst/>
            <a:cxnLst/>
            <a:rect l="l" t="t" r="r" b="b"/>
            <a:pathLst>
              <a:path w="140335" h="290194">
                <a:moveTo>
                  <a:pt x="53340" y="286893"/>
                </a:moveTo>
                <a:lnTo>
                  <a:pt x="48768" y="262407"/>
                </a:lnTo>
                <a:lnTo>
                  <a:pt x="39624" y="262407"/>
                </a:lnTo>
                <a:lnTo>
                  <a:pt x="36576" y="260883"/>
                </a:lnTo>
                <a:lnTo>
                  <a:pt x="33528" y="257835"/>
                </a:lnTo>
                <a:lnTo>
                  <a:pt x="32004" y="253263"/>
                </a:lnTo>
                <a:lnTo>
                  <a:pt x="32004" y="0"/>
                </a:lnTo>
                <a:lnTo>
                  <a:pt x="0" y="0"/>
                </a:lnTo>
                <a:lnTo>
                  <a:pt x="0" y="245643"/>
                </a:lnTo>
                <a:lnTo>
                  <a:pt x="342" y="256260"/>
                </a:lnTo>
                <a:lnTo>
                  <a:pt x="24980" y="289344"/>
                </a:lnTo>
                <a:lnTo>
                  <a:pt x="33528" y="289941"/>
                </a:lnTo>
                <a:lnTo>
                  <a:pt x="42672" y="289941"/>
                </a:lnTo>
                <a:lnTo>
                  <a:pt x="45720" y="288417"/>
                </a:lnTo>
                <a:lnTo>
                  <a:pt x="50292" y="288417"/>
                </a:lnTo>
                <a:lnTo>
                  <a:pt x="53340" y="286893"/>
                </a:lnTo>
                <a:close/>
              </a:path>
              <a:path w="140335" h="290194">
                <a:moveTo>
                  <a:pt x="134213" y="90004"/>
                </a:moveTo>
                <a:lnTo>
                  <a:pt x="100685" y="90004"/>
                </a:lnTo>
                <a:lnTo>
                  <a:pt x="100685" y="285369"/>
                </a:lnTo>
                <a:lnTo>
                  <a:pt x="134213" y="285369"/>
                </a:lnTo>
                <a:lnTo>
                  <a:pt x="134213" y="90004"/>
                </a:lnTo>
                <a:close/>
              </a:path>
              <a:path w="140335" h="290194">
                <a:moveTo>
                  <a:pt x="140309" y="22860"/>
                </a:moveTo>
                <a:lnTo>
                  <a:pt x="138785" y="18288"/>
                </a:lnTo>
                <a:lnTo>
                  <a:pt x="129641" y="9144"/>
                </a:lnTo>
                <a:lnTo>
                  <a:pt x="123545" y="7620"/>
                </a:lnTo>
                <a:lnTo>
                  <a:pt x="111353" y="7620"/>
                </a:lnTo>
                <a:lnTo>
                  <a:pt x="105257" y="10668"/>
                </a:lnTo>
                <a:lnTo>
                  <a:pt x="97637" y="18288"/>
                </a:lnTo>
                <a:lnTo>
                  <a:pt x="94589" y="22860"/>
                </a:lnTo>
                <a:lnTo>
                  <a:pt x="94589" y="35052"/>
                </a:lnTo>
                <a:lnTo>
                  <a:pt x="97637" y="39624"/>
                </a:lnTo>
                <a:lnTo>
                  <a:pt x="106781" y="48768"/>
                </a:lnTo>
                <a:lnTo>
                  <a:pt x="111353" y="50380"/>
                </a:lnTo>
                <a:lnTo>
                  <a:pt x="123545" y="50380"/>
                </a:lnTo>
                <a:lnTo>
                  <a:pt x="129641" y="48768"/>
                </a:lnTo>
                <a:lnTo>
                  <a:pt x="138785" y="39624"/>
                </a:lnTo>
                <a:lnTo>
                  <a:pt x="140309" y="35052"/>
                </a:lnTo>
                <a:lnTo>
                  <a:pt x="140309" y="228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82524" y="2749296"/>
            <a:ext cx="155543" cy="199929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85407" y="2749295"/>
            <a:ext cx="166211" cy="20450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6157" y="3474148"/>
            <a:ext cx="3604450" cy="799623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79266" y="4446174"/>
            <a:ext cx="4147470" cy="801243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98582" y="5418296"/>
            <a:ext cx="2908839" cy="801147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958369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1524" y="36575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3048" y="18287"/>
                </a:lnTo>
                <a:lnTo>
                  <a:pt x="4572" y="13715"/>
                </a:lnTo>
                <a:lnTo>
                  <a:pt x="6096" y="10667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3047"/>
                </a:lnTo>
                <a:lnTo>
                  <a:pt x="18288" y="3047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0236" y="3047"/>
                </a:lnTo>
                <a:lnTo>
                  <a:pt x="1136427" y="9143"/>
                </a:lnTo>
                <a:lnTo>
                  <a:pt x="1139475" y="10667"/>
                </a:lnTo>
                <a:lnTo>
                  <a:pt x="1140999" y="13715"/>
                </a:lnTo>
                <a:lnTo>
                  <a:pt x="1142523" y="18287"/>
                </a:lnTo>
                <a:lnTo>
                  <a:pt x="1144047" y="21335"/>
                </a:lnTo>
                <a:lnTo>
                  <a:pt x="1144047" y="36575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248090" y="2140457"/>
            <a:ext cx="369570" cy="434975"/>
          </a:xfrm>
          <a:custGeom>
            <a:avLst/>
            <a:gdLst/>
            <a:ahLst/>
            <a:cxnLst/>
            <a:rect l="l" t="t" r="r" b="b"/>
            <a:pathLst>
              <a:path w="369569" h="434975">
                <a:moveTo>
                  <a:pt x="184594" y="434911"/>
                </a:moveTo>
                <a:lnTo>
                  <a:pt x="145494" y="431280"/>
                </a:lnTo>
                <a:lnTo>
                  <a:pt x="93273" y="411599"/>
                </a:lnTo>
                <a:lnTo>
                  <a:pt x="51911" y="375380"/>
                </a:lnTo>
                <a:lnTo>
                  <a:pt x="21170" y="326436"/>
                </a:lnTo>
                <a:lnTo>
                  <a:pt x="7715" y="286361"/>
                </a:lnTo>
                <a:lnTo>
                  <a:pt x="857" y="240602"/>
                </a:lnTo>
                <a:lnTo>
                  <a:pt x="0" y="215169"/>
                </a:lnTo>
                <a:lnTo>
                  <a:pt x="857" y="190562"/>
                </a:lnTo>
                <a:lnTo>
                  <a:pt x="7715" y="145384"/>
                </a:lnTo>
                <a:lnTo>
                  <a:pt x="21170" y="105583"/>
                </a:lnTo>
                <a:lnTo>
                  <a:pt x="40116" y="72302"/>
                </a:lnTo>
                <a:lnTo>
                  <a:pt x="78009" y="33146"/>
                </a:lnTo>
                <a:lnTo>
                  <a:pt x="127292" y="9001"/>
                </a:lnTo>
                <a:lnTo>
                  <a:pt x="184594" y="0"/>
                </a:lnTo>
                <a:lnTo>
                  <a:pt x="204622" y="881"/>
                </a:lnTo>
                <a:lnTo>
                  <a:pt x="259365" y="15240"/>
                </a:lnTo>
                <a:lnTo>
                  <a:pt x="305657" y="44172"/>
                </a:lnTo>
                <a:lnTo>
                  <a:pt x="324677" y="65532"/>
                </a:lnTo>
                <a:lnTo>
                  <a:pt x="184594" y="65532"/>
                </a:lnTo>
                <a:lnTo>
                  <a:pt x="160838" y="67880"/>
                </a:lnTo>
                <a:lnTo>
                  <a:pt x="121291" y="87472"/>
                </a:lnTo>
                <a:lnTo>
                  <a:pt x="93011" y="126913"/>
                </a:lnTo>
                <a:lnTo>
                  <a:pt x="78247" y="182309"/>
                </a:lnTo>
                <a:lnTo>
                  <a:pt x="76295" y="215169"/>
                </a:lnTo>
                <a:lnTo>
                  <a:pt x="76842" y="232886"/>
                </a:lnTo>
                <a:lnTo>
                  <a:pt x="83915" y="279177"/>
                </a:lnTo>
                <a:lnTo>
                  <a:pt x="98702" y="317419"/>
                </a:lnTo>
                <a:lnTo>
                  <a:pt x="130540" y="353155"/>
                </a:lnTo>
                <a:lnTo>
                  <a:pt x="172329" y="369974"/>
                </a:lnTo>
                <a:lnTo>
                  <a:pt x="184594" y="370808"/>
                </a:lnTo>
                <a:lnTo>
                  <a:pt x="322481" y="370808"/>
                </a:lnTo>
                <a:lnTo>
                  <a:pt x="318801" y="375380"/>
                </a:lnTo>
                <a:lnTo>
                  <a:pt x="275939" y="410956"/>
                </a:lnTo>
                <a:lnTo>
                  <a:pt x="223658" y="431280"/>
                </a:lnTo>
                <a:lnTo>
                  <a:pt x="204622" y="434028"/>
                </a:lnTo>
                <a:lnTo>
                  <a:pt x="184594" y="434911"/>
                </a:lnTo>
                <a:close/>
              </a:path>
              <a:path w="369569" h="434975">
                <a:moveTo>
                  <a:pt x="322481" y="370808"/>
                </a:moveTo>
                <a:lnTo>
                  <a:pt x="184594" y="370808"/>
                </a:lnTo>
                <a:lnTo>
                  <a:pt x="196881" y="369974"/>
                </a:lnTo>
                <a:lnTo>
                  <a:pt x="208597" y="367569"/>
                </a:lnTo>
                <a:lnTo>
                  <a:pt x="248269" y="346150"/>
                </a:lnTo>
                <a:lnTo>
                  <a:pt x="276320" y="305931"/>
                </a:lnTo>
                <a:lnTo>
                  <a:pt x="288393" y="264890"/>
                </a:lnTo>
                <a:lnTo>
                  <a:pt x="292893" y="215169"/>
                </a:lnTo>
                <a:lnTo>
                  <a:pt x="291155" y="182309"/>
                </a:lnTo>
                <a:lnTo>
                  <a:pt x="276820" y="126913"/>
                </a:lnTo>
                <a:lnTo>
                  <a:pt x="247825" y="88094"/>
                </a:lnTo>
                <a:lnTo>
                  <a:pt x="208337" y="68094"/>
                </a:lnTo>
                <a:lnTo>
                  <a:pt x="184594" y="65532"/>
                </a:lnTo>
                <a:lnTo>
                  <a:pt x="324677" y="65532"/>
                </a:lnTo>
                <a:lnTo>
                  <a:pt x="349234" y="105583"/>
                </a:lnTo>
                <a:lnTo>
                  <a:pt x="362719" y="145384"/>
                </a:lnTo>
                <a:lnTo>
                  <a:pt x="368568" y="190562"/>
                </a:lnTo>
                <a:lnTo>
                  <a:pt x="369188" y="215169"/>
                </a:lnTo>
                <a:lnTo>
                  <a:pt x="368568" y="240602"/>
                </a:lnTo>
                <a:lnTo>
                  <a:pt x="362719" y="286361"/>
                </a:lnTo>
                <a:lnTo>
                  <a:pt x="349448" y="326436"/>
                </a:lnTo>
                <a:lnTo>
                  <a:pt x="330541" y="360792"/>
                </a:lnTo>
                <a:lnTo>
                  <a:pt x="322481" y="370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701086" y="2148077"/>
            <a:ext cx="647065" cy="419734"/>
          </a:xfrm>
          <a:custGeom>
            <a:avLst/>
            <a:gdLst/>
            <a:ahLst/>
            <a:cxnLst/>
            <a:rect l="l" t="t" r="r" b="b"/>
            <a:pathLst>
              <a:path w="647064" h="419735">
                <a:moveTo>
                  <a:pt x="300520" y="129641"/>
                </a:moveTo>
                <a:lnTo>
                  <a:pt x="294093" y="81851"/>
                </a:lnTo>
                <a:lnTo>
                  <a:pt x="283464" y="59537"/>
                </a:lnTo>
                <a:lnTo>
                  <a:pt x="282041" y="56857"/>
                </a:lnTo>
                <a:lnTo>
                  <a:pt x="244589" y="21551"/>
                </a:lnTo>
                <a:lnTo>
                  <a:pt x="228892" y="14211"/>
                </a:lnTo>
                <a:lnTo>
                  <a:pt x="228892" y="129641"/>
                </a:lnTo>
                <a:lnTo>
                  <a:pt x="222923" y="162839"/>
                </a:lnTo>
                <a:lnTo>
                  <a:pt x="205219" y="186728"/>
                </a:lnTo>
                <a:lnTo>
                  <a:pt x="176085" y="201180"/>
                </a:lnTo>
                <a:lnTo>
                  <a:pt x="135826" y="206032"/>
                </a:lnTo>
                <a:lnTo>
                  <a:pt x="74777" y="206032"/>
                </a:lnTo>
                <a:lnTo>
                  <a:pt x="74777" y="59537"/>
                </a:lnTo>
                <a:lnTo>
                  <a:pt x="135826" y="59537"/>
                </a:lnTo>
                <a:lnTo>
                  <a:pt x="175831" y="63728"/>
                </a:lnTo>
                <a:lnTo>
                  <a:pt x="214668" y="84201"/>
                </a:lnTo>
                <a:lnTo>
                  <a:pt x="228892" y="129641"/>
                </a:lnTo>
                <a:lnTo>
                  <a:pt x="228892" y="14211"/>
                </a:lnTo>
                <a:lnTo>
                  <a:pt x="190792" y="4508"/>
                </a:lnTo>
                <a:lnTo>
                  <a:pt x="141922" y="0"/>
                </a:lnTo>
                <a:lnTo>
                  <a:pt x="0" y="0"/>
                </a:lnTo>
                <a:lnTo>
                  <a:pt x="0" y="419582"/>
                </a:lnTo>
                <a:lnTo>
                  <a:pt x="74777" y="419582"/>
                </a:lnTo>
                <a:lnTo>
                  <a:pt x="74777" y="265468"/>
                </a:lnTo>
                <a:lnTo>
                  <a:pt x="141922" y="265468"/>
                </a:lnTo>
                <a:lnTo>
                  <a:pt x="189509" y="260972"/>
                </a:lnTo>
                <a:lnTo>
                  <a:pt x="231889" y="247370"/>
                </a:lnTo>
                <a:lnTo>
                  <a:pt x="265391" y="224015"/>
                </a:lnTo>
                <a:lnTo>
                  <a:pt x="279781" y="206032"/>
                </a:lnTo>
                <a:lnTo>
                  <a:pt x="282016" y="202780"/>
                </a:lnTo>
                <a:lnTo>
                  <a:pt x="288328" y="190690"/>
                </a:lnTo>
                <a:lnTo>
                  <a:pt x="294093" y="176669"/>
                </a:lnTo>
                <a:lnTo>
                  <a:pt x="297853" y="161925"/>
                </a:lnTo>
                <a:lnTo>
                  <a:pt x="299897" y="146291"/>
                </a:lnTo>
                <a:lnTo>
                  <a:pt x="300520" y="129641"/>
                </a:lnTo>
                <a:close/>
              </a:path>
              <a:path w="647064" h="419735">
                <a:moveTo>
                  <a:pt x="646747" y="355"/>
                </a:moveTo>
                <a:lnTo>
                  <a:pt x="331000" y="355"/>
                </a:lnTo>
                <a:lnTo>
                  <a:pt x="331000" y="62585"/>
                </a:lnTo>
                <a:lnTo>
                  <a:pt x="451586" y="62585"/>
                </a:lnTo>
                <a:lnTo>
                  <a:pt x="451586" y="418185"/>
                </a:lnTo>
                <a:lnTo>
                  <a:pt x="526262" y="418185"/>
                </a:lnTo>
                <a:lnTo>
                  <a:pt x="526262" y="62585"/>
                </a:lnTo>
                <a:lnTo>
                  <a:pt x="646747" y="62585"/>
                </a:lnTo>
                <a:lnTo>
                  <a:pt x="646747" y="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418332" y="2148840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5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5" y="0"/>
                </a:lnTo>
                <a:lnTo>
                  <a:pt x="74675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576732" y="2140457"/>
            <a:ext cx="370840" cy="434975"/>
          </a:xfrm>
          <a:custGeom>
            <a:avLst/>
            <a:gdLst/>
            <a:ahLst/>
            <a:cxnLst/>
            <a:rect l="l" t="t" r="r" b="b"/>
            <a:pathLst>
              <a:path w="370839" h="434975">
                <a:moveTo>
                  <a:pt x="184499" y="434911"/>
                </a:moveTo>
                <a:lnTo>
                  <a:pt x="145446" y="431280"/>
                </a:lnTo>
                <a:lnTo>
                  <a:pt x="93218" y="411599"/>
                </a:lnTo>
                <a:lnTo>
                  <a:pt x="51816" y="375380"/>
                </a:lnTo>
                <a:lnTo>
                  <a:pt x="21169" y="326436"/>
                </a:lnTo>
                <a:lnTo>
                  <a:pt x="7715" y="286361"/>
                </a:lnTo>
                <a:lnTo>
                  <a:pt x="857" y="240602"/>
                </a:lnTo>
                <a:lnTo>
                  <a:pt x="0" y="215169"/>
                </a:lnTo>
                <a:lnTo>
                  <a:pt x="857" y="190562"/>
                </a:lnTo>
                <a:lnTo>
                  <a:pt x="7715" y="145384"/>
                </a:lnTo>
                <a:lnTo>
                  <a:pt x="21169" y="105583"/>
                </a:lnTo>
                <a:lnTo>
                  <a:pt x="40076" y="72302"/>
                </a:lnTo>
                <a:lnTo>
                  <a:pt x="77926" y="33146"/>
                </a:lnTo>
                <a:lnTo>
                  <a:pt x="127277" y="9001"/>
                </a:lnTo>
                <a:lnTo>
                  <a:pt x="184499" y="0"/>
                </a:lnTo>
                <a:lnTo>
                  <a:pt x="204580" y="881"/>
                </a:lnTo>
                <a:lnTo>
                  <a:pt x="259270" y="15240"/>
                </a:lnTo>
                <a:lnTo>
                  <a:pt x="305602" y="44172"/>
                </a:lnTo>
                <a:lnTo>
                  <a:pt x="324677" y="65532"/>
                </a:lnTo>
                <a:lnTo>
                  <a:pt x="184499" y="65532"/>
                </a:lnTo>
                <a:lnTo>
                  <a:pt x="160758" y="67880"/>
                </a:lnTo>
                <a:lnTo>
                  <a:pt x="121277" y="87472"/>
                </a:lnTo>
                <a:lnTo>
                  <a:pt x="92956" y="126913"/>
                </a:lnTo>
                <a:lnTo>
                  <a:pt x="78154" y="182309"/>
                </a:lnTo>
                <a:lnTo>
                  <a:pt x="76200" y="215169"/>
                </a:lnTo>
                <a:lnTo>
                  <a:pt x="76747" y="232886"/>
                </a:lnTo>
                <a:lnTo>
                  <a:pt x="83820" y="279177"/>
                </a:lnTo>
                <a:lnTo>
                  <a:pt x="98647" y="317419"/>
                </a:lnTo>
                <a:lnTo>
                  <a:pt x="130540" y="353155"/>
                </a:lnTo>
                <a:lnTo>
                  <a:pt x="172235" y="369974"/>
                </a:lnTo>
                <a:lnTo>
                  <a:pt x="184499" y="370808"/>
                </a:lnTo>
                <a:lnTo>
                  <a:pt x="322481" y="370808"/>
                </a:lnTo>
                <a:lnTo>
                  <a:pt x="318801" y="375380"/>
                </a:lnTo>
                <a:lnTo>
                  <a:pt x="275845" y="410956"/>
                </a:lnTo>
                <a:lnTo>
                  <a:pt x="223635" y="431280"/>
                </a:lnTo>
                <a:lnTo>
                  <a:pt x="204580" y="434028"/>
                </a:lnTo>
                <a:lnTo>
                  <a:pt x="184499" y="434911"/>
                </a:lnTo>
                <a:close/>
              </a:path>
              <a:path w="370839" h="434975">
                <a:moveTo>
                  <a:pt x="322481" y="370808"/>
                </a:moveTo>
                <a:lnTo>
                  <a:pt x="184499" y="370808"/>
                </a:lnTo>
                <a:lnTo>
                  <a:pt x="196801" y="369974"/>
                </a:lnTo>
                <a:lnTo>
                  <a:pt x="208549" y="367569"/>
                </a:lnTo>
                <a:lnTo>
                  <a:pt x="248221" y="346150"/>
                </a:lnTo>
                <a:lnTo>
                  <a:pt x="276225" y="305931"/>
                </a:lnTo>
                <a:lnTo>
                  <a:pt x="288297" y="264890"/>
                </a:lnTo>
                <a:lnTo>
                  <a:pt x="292798" y="215169"/>
                </a:lnTo>
                <a:lnTo>
                  <a:pt x="291060" y="182309"/>
                </a:lnTo>
                <a:lnTo>
                  <a:pt x="276725" y="126913"/>
                </a:lnTo>
                <a:lnTo>
                  <a:pt x="247784" y="88094"/>
                </a:lnTo>
                <a:lnTo>
                  <a:pt x="208295" y="68094"/>
                </a:lnTo>
                <a:lnTo>
                  <a:pt x="184499" y="65532"/>
                </a:lnTo>
                <a:lnTo>
                  <a:pt x="324677" y="65532"/>
                </a:lnTo>
                <a:lnTo>
                  <a:pt x="349234" y="105583"/>
                </a:lnTo>
                <a:lnTo>
                  <a:pt x="362902" y="145384"/>
                </a:lnTo>
                <a:lnTo>
                  <a:pt x="369760" y="190562"/>
                </a:lnTo>
                <a:lnTo>
                  <a:pt x="370617" y="215169"/>
                </a:lnTo>
                <a:lnTo>
                  <a:pt x="369760" y="240602"/>
                </a:lnTo>
                <a:lnTo>
                  <a:pt x="362902" y="286361"/>
                </a:lnTo>
                <a:lnTo>
                  <a:pt x="349448" y="326436"/>
                </a:lnTo>
                <a:lnTo>
                  <a:pt x="330541" y="360792"/>
                </a:lnTo>
                <a:lnTo>
                  <a:pt x="322481" y="370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029741" y="2148077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576"/>
                </a:moveTo>
                <a:lnTo>
                  <a:pt x="237934" y="419576"/>
                </a:lnTo>
                <a:lnTo>
                  <a:pt x="108299" y="183070"/>
                </a:lnTo>
                <a:lnTo>
                  <a:pt x="65532" y="94583"/>
                </a:lnTo>
                <a:lnTo>
                  <a:pt x="62484" y="94583"/>
                </a:lnTo>
                <a:lnTo>
                  <a:pt x="64960" y="129111"/>
                </a:lnTo>
                <a:lnTo>
                  <a:pt x="66555" y="146741"/>
                </a:lnTo>
                <a:lnTo>
                  <a:pt x="68580" y="164782"/>
                </a:lnTo>
                <a:lnTo>
                  <a:pt x="70723" y="200644"/>
                </a:lnTo>
                <a:lnTo>
                  <a:pt x="71446" y="218440"/>
                </a:lnTo>
                <a:lnTo>
                  <a:pt x="71723" y="236505"/>
                </a:lnTo>
                <a:lnTo>
                  <a:pt x="71723" y="419576"/>
                </a:lnTo>
                <a:lnTo>
                  <a:pt x="0" y="419576"/>
                </a:lnTo>
                <a:lnTo>
                  <a:pt x="0" y="0"/>
                </a:lnTo>
                <a:lnTo>
                  <a:pt x="77819" y="0"/>
                </a:lnTo>
                <a:lnTo>
                  <a:pt x="207454" y="236505"/>
                </a:lnTo>
                <a:lnTo>
                  <a:pt x="250126" y="324992"/>
                </a:lnTo>
                <a:lnTo>
                  <a:pt x="253174" y="324992"/>
                </a:lnTo>
                <a:lnTo>
                  <a:pt x="250698" y="291643"/>
                </a:lnTo>
                <a:lnTo>
                  <a:pt x="249102" y="273732"/>
                </a:lnTo>
                <a:lnTo>
                  <a:pt x="247078" y="254793"/>
                </a:lnTo>
                <a:lnTo>
                  <a:pt x="245316" y="236528"/>
                </a:lnTo>
                <a:lnTo>
                  <a:pt x="244411" y="218396"/>
                </a:lnTo>
                <a:lnTo>
                  <a:pt x="244078" y="200532"/>
                </a:lnTo>
                <a:lnTo>
                  <a:pt x="244030" y="0"/>
                </a:lnTo>
                <a:lnTo>
                  <a:pt x="314229" y="0"/>
                </a:lnTo>
                <a:lnTo>
                  <a:pt x="314229" y="419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421790" y="2140458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60" h="434975">
                <a:moveTo>
                  <a:pt x="150971" y="434911"/>
                </a:moveTo>
                <a:lnTo>
                  <a:pt x="109966" y="431089"/>
                </a:lnTo>
                <a:lnTo>
                  <a:pt x="50363" y="410075"/>
                </a:lnTo>
                <a:lnTo>
                  <a:pt x="15454" y="387834"/>
                </a:lnTo>
                <a:lnTo>
                  <a:pt x="0" y="373856"/>
                </a:lnTo>
                <a:lnTo>
                  <a:pt x="42672" y="321945"/>
                </a:lnTo>
                <a:lnTo>
                  <a:pt x="54625" y="332566"/>
                </a:lnTo>
                <a:lnTo>
                  <a:pt x="67437" y="341768"/>
                </a:lnTo>
                <a:lnTo>
                  <a:pt x="109163" y="363093"/>
                </a:lnTo>
                <a:lnTo>
                  <a:pt x="152495" y="370808"/>
                </a:lnTo>
                <a:lnTo>
                  <a:pt x="169425" y="369712"/>
                </a:lnTo>
                <a:lnTo>
                  <a:pt x="207359" y="355568"/>
                </a:lnTo>
                <a:lnTo>
                  <a:pt x="225742" y="315849"/>
                </a:lnTo>
                <a:lnTo>
                  <a:pt x="225742" y="308229"/>
                </a:lnTo>
                <a:lnTo>
                  <a:pt x="195167" y="270033"/>
                </a:lnTo>
                <a:lnTo>
                  <a:pt x="186023" y="266985"/>
                </a:lnTo>
                <a:lnTo>
                  <a:pt x="180260" y="263794"/>
                </a:lnTo>
                <a:lnTo>
                  <a:pt x="174212" y="260889"/>
                </a:lnTo>
                <a:lnTo>
                  <a:pt x="103632" y="230409"/>
                </a:lnTo>
                <a:lnTo>
                  <a:pt x="95654" y="226718"/>
                </a:lnTo>
                <a:lnTo>
                  <a:pt x="58293" y="203275"/>
                </a:lnTo>
                <a:lnTo>
                  <a:pt x="29646" y="167544"/>
                </a:lnTo>
                <a:lnTo>
                  <a:pt x="18835" y="130102"/>
                </a:lnTo>
                <a:lnTo>
                  <a:pt x="18288" y="118967"/>
                </a:lnTo>
                <a:lnTo>
                  <a:pt x="18883" y="106656"/>
                </a:lnTo>
                <a:lnTo>
                  <a:pt x="34980" y="61666"/>
                </a:lnTo>
                <a:lnTo>
                  <a:pt x="67603" y="27360"/>
                </a:lnTo>
                <a:lnTo>
                  <a:pt x="102108" y="9143"/>
                </a:lnTo>
                <a:lnTo>
                  <a:pt x="144635" y="571"/>
                </a:lnTo>
                <a:lnTo>
                  <a:pt x="160115" y="0"/>
                </a:lnTo>
                <a:lnTo>
                  <a:pt x="178142" y="881"/>
                </a:lnTo>
                <a:lnTo>
                  <a:pt x="230314" y="15239"/>
                </a:lnTo>
                <a:lnTo>
                  <a:pt x="275320" y="41600"/>
                </a:lnTo>
                <a:lnTo>
                  <a:pt x="288226" y="53339"/>
                </a:lnTo>
                <a:lnTo>
                  <a:pt x="250126" y="100679"/>
                </a:lnTo>
                <a:lnTo>
                  <a:pt x="239814" y="92987"/>
                </a:lnTo>
                <a:lnTo>
                  <a:pt x="229350" y="86010"/>
                </a:lnTo>
                <a:lnTo>
                  <a:pt x="184880" y="67865"/>
                </a:lnTo>
                <a:lnTo>
                  <a:pt x="160115" y="65532"/>
                </a:lnTo>
                <a:lnTo>
                  <a:pt x="145208" y="66380"/>
                </a:lnTo>
                <a:lnTo>
                  <a:pt x="103291" y="85248"/>
                </a:lnTo>
                <a:lnTo>
                  <a:pt x="92964" y="114395"/>
                </a:lnTo>
                <a:lnTo>
                  <a:pt x="92964" y="122015"/>
                </a:lnTo>
                <a:lnTo>
                  <a:pt x="94488" y="129635"/>
                </a:lnTo>
                <a:lnTo>
                  <a:pt x="99060" y="135731"/>
                </a:lnTo>
                <a:lnTo>
                  <a:pt x="102108" y="140398"/>
                </a:lnTo>
                <a:lnTo>
                  <a:pt x="106775" y="146494"/>
                </a:lnTo>
                <a:lnTo>
                  <a:pt x="114395" y="151066"/>
                </a:lnTo>
                <a:lnTo>
                  <a:pt x="120491" y="155638"/>
                </a:lnTo>
                <a:lnTo>
                  <a:pt x="135731" y="163258"/>
                </a:lnTo>
                <a:lnTo>
                  <a:pt x="147351" y="168020"/>
                </a:lnTo>
                <a:lnTo>
                  <a:pt x="153519" y="170759"/>
                </a:lnTo>
                <a:lnTo>
                  <a:pt x="160115" y="173926"/>
                </a:lnTo>
                <a:lnTo>
                  <a:pt x="216598" y="196786"/>
                </a:lnTo>
                <a:lnTo>
                  <a:pt x="234695" y="205942"/>
                </a:lnTo>
                <a:lnTo>
                  <a:pt x="271581" y="232100"/>
                </a:lnTo>
                <a:lnTo>
                  <a:pt x="297441" y="279240"/>
                </a:lnTo>
                <a:lnTo>
                  <a:pt x="301942" y="309753"/>
                </a:lnTo>
                <a:lnTo>
                  <a:pt x="301347" y="322946"/>
                </a:lnTo>
                <a:lnTo>
                  <a:pt x="285892" y="369522"/>
                </a:lnTo>
                <a:lnTo>
                  <a:pt x="251698" y="405931"/>
                </a:lnTo>
                <a:lnTo>
                  <a:pt x="213550" y="424148"/>
                </a:lnTo>
                <a:lnTo>
                  <a:pt x="168451" y="434314"/>
                </a:lnTo>
                <a:lnTo>
                  <a:pt x="150971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908321" y="2140457"/>
            <a:ext cx="717550" cy="434975"/>
          </a:xfrm>
          <a:custGeom>
            <a:avLst/>
            <a:gdLst/>
            <a:ahLst/>
            <a:cxnLst/>
            <a:rect l="l" t="t" r="r" b="b"/>
            <a:pathLst>
              <a:path w="717550" h="434975">
                <a:moveTo>
                  <a:pt x="321843" y="373862"/>
                </a:moveTo>
                <a:lnTo>
                  <a:pt x="279171" y="328041"/>
                </a:lnTo>
                <a:lnTo>
                  <a:pt x="270637" y="337743"/>
                </a:lnTo>
                <a:lnTo>
                  <a:pt x="261226" y="346151"/>
                </a:lnTo>
                <a:lnTo>
                  <a:pt x="218313" y="367576"/>
                </a:lnTo>
                <a:lnTo>
                  <a:pt x="192214" y="370814"/>
                </a:lnTo>
                <a:lnTo>
                  <a:pt x="167106" y="368236"/>
                </a:lnTo>
                <a:lnTo>
                  <a:pt x="124841" y="347624"/>
                </a:lnTo>
                <a:lnTo>
                  <a:pt x="94297" y="307009"/>
                </a:lnTo>
                <a:lnTo>
                  <a:pt x="78295" y="250405"/>
                </a:lnTo>
                <a:lnTo>
                  <a:pt x="76288" y="216700"/>
                </a:lnTo>
                <a:lnTo>
                  <a:pt x="76860" y="199809"/>
                </a:lnTo>
                <a:lnTo>
                  <a:pt x="85432" y="154114"/>
                </a:lnTo>
                <a:lnTo>
                  <a:pt x="102374" y="115874"/>
                </a:lnTo>
                <a:lnTo>
                  <a:pt x="136398" y="81686"/>
                </a:lnTo>
                <a:lnTo>
                  <a:pt x="182067" y="66154"/>
                </a:lnTo>
                <a:lnTo>
                  <a:pt x="195262" y="65532"/>
                </a:lnTo>
                <a:lnTo>
                  <a:pt x="206641" y="66128"/>
                </a:lnTo>
                <a:lnTo>
                  <a:pt x="246837" y="79654"/>
                </a:lnTo>
                <a:lnTo>
                  <a:pt x="271551" y="99161"/>
                </a:lnTo>
                <a:lnTo>
                  <a:pt x="312712" y="53340"/>
                </a:lnTo>
                <a:lnTo>
                  <a:pt x="277342" y="25057"/>
                </a:lnTo>
                <a:lnTo>
                  <a:pt x="230327" y="4381"/>
                </a:lnTo>
                <a:lnTo>
                  <a:pt x="193738" y="0"/>
                </a:lnTo>
                <a:lnTo>
                  <a:pt x="174345" y="1104"/>
                </a:lnTo>
                <a:lnTo>
                  <a:pt x="136652" y="9004"/>
                </a:lnTo>
                <a:lnTo>
                  <a:pt x="85432" y="33147"/>
                </a:lnTo>
                <a:lnTo>
                  <a:pt x="56476" y="57912"/>
                </a:lnTo>
                <a:lnTo>
                  <a:pt x="33540" y="88861"/>
                </a:lnTo>
                <a:lnTo>
                  <a:pt x="15240" y="126593"/>
                </a:lnTo>
                <a:lnTo>
                  <a:pt x="4191" y="170116"/>
                </a:lnTo>
                <a:lnTo>
                  <a:pt x="0" y="218224"/>
                </a:lnTo>
                <a:lnTo>
                  <a:pt x="1092" y="243700"/>
                </a:lnTo>
                <a:lnTo>
                  <a:pt x="9004" y="290093"/>
                </a:lnTo>
                <a:lnTo>
                  <a:pt x="23571" y="330136"/>
                </a:lnTo>
                <a:lnTo>
                  <a:pt x="43141" y="363867"/>
                </a:lnTo>
                <a:lnTo>
                  <a:pt x="83718" y="403199"/>
                </a:lnTo>
                <a:lnTo>
                  <a:pt x="133388" y="427164"/>
                </a:lnTo>
                <a:lnTo>
                  <a:pt x="190690" y="434911"/>
                </a:lnTo>
                <a:lnTo>
                  <a:pt x="210451" y="434035"/>
                </a:lnTo>
                <a:lnTo>
                  <a:pt x="262407" y="419582"/>
                </a:lnTo>
                <a:lnTo>
                  <a:pt x="308063" y="387858"/>
                </a:lnTo>
                <a:lnTo>
                  <a:pt x="321843" y="373862"/>
                </a:lnTo>
                <a:close/>
              </a:path>
              <a:path w="717550" h="434975">
                <a:moveTo>
                  <a:pt x="716953" y="215176"/>
                </a:moveTo>
                <a:lnTo>
                  <a:pt x="713714" y="167259"/>
                </a:lnTo>
                <a:lnTo>
                  <a:pt x="704761" y="125069"/>
                </a:lnTo>
                <a:lnTo>
                  <a:pt x="687959" y="88125"/>
                </a:lnTo>
                <a:lnTo>
                  <a:pt x="653415" y="44183"/>
                </a:lnTo>
                <a:lnTo>
                  <a:pt x="640651" y="33820"/>
                </a:lnTo>
                <a:lnTo>
                  <a:pt x="640651" y="215176"/>
                </a:lnTo>
                <a:lnTo>
                  <a:pt x="640105" y="232892"/>
                </a:lnTo>
                <a:lnTo>
                  <a:pt x="633031" y="279184"/>
                </a:lnTo>
                <a:lnTo>
                  <a:pt x="618248" y="317423"/>
                </a:lnTo>
                <a:lnTo>
                  <a:pt x="586574" y="353161"/>
                </a:lnTo>
                <a:lnTo>
                  <a:pt x="544614" y="369976"/>
                </a:lnTo>
                <a:lnTo>
                  <a:pt x="532358" y="370814"/>
                </a:lnTo>
                <a:lnTo>
                  <a:pt x="520090" y="369976"/>
                </a:lnTo>
                <a:lnTo>
                  <a:pt x="478383" y="353161"/>
                </a:lnTo>
                <a:lnTo>
                  <a:pt x="446455" y="317423"/>
                </a:lnTo>
                <a:lnTo>
                  <a:pt x="431673" y="279184"/>
                </a:lnTo>
                <a:lnTo>
                  <a:pt x="424599" y="232892"/>
                </a:lnTo>
                <a:lnTo>
                  <a:pt x="424053" y="215176"/>
                </a:lnTo>
                <a:lnTo>
                  <a:pt x="425792" y="182321"/>
                </a:lnTo>
                <a:lnTo>
                  <a:pt x="440131" y="126923"/>
                </a:lnTo>
                <a:lnTo>
                  <a:pt x="469087" y="87477"/>
                </a:lnTo>
                <a:lnTo>
                  <a:pt x="508609" y="67881"/>
                </a:lnTo>
                <a:lnTo>
                  <a:pt x="532358" y="65532"/>
                </a:lnTo>
                <a:lnTo>
                  <a:pt x="556107" y="68097"/>
                </a:lnTo>
                <a:lnTo>
                  <a:pt x="595630" y="88099"/>
                </a:lnTo>
                <a:lnTo>
                  <a:pt x="624573" y="126923"/>
                </a:lnTo>
                <a:lnTo>
                  <a:pt x="638911" y="182321"/>
                </a:lnTo>
                <a:lnTo>
                  <a:pt x="640651" y="215176"/>
                </a:lnTo>
                <a:lnTo>
                  <a:pt x="640651" y="33820"/>
                </a:lnTo>
                <a:lnTo>
                  <a:pt x="607123" y="15240"/>
                </a:lnTo>
                <a:lnTo>
                  <a:pt x="552399" y="889"/>
                </a:lnTo>
                <a:lnTo>
                  <a:pt x="532358" y="0"/>
                </a:lnTo>
                <a:lnTo>
                  <a:pt x="512330" y="1104"/>
                </a:lnTo>
                <a:lnTo>
                  <a:pt x="457581" y="15240"/>
                </a:lnTo>
                <a:lnTo>
                  <a:pt x="411937" y="44818"/>
                </a:lnTo>
                <a:lnTo>
                  <a:pt x="377748" y="88099"/>
                </a:lnTo>
                <a:lnTo>
                  <a:pt x="361480" y="125069"/>
                </a:lnTo>
                <a:lnTo>
                  <a:pt x="351193" y="167259"/>
                </a:lnTo>
                <a:lnTo>
                  <a:pt x="347764" y="215176"/>
                </a:lnTo>
                <a:lnTo>
                  <a:pt x="348615" y="240614"/>
                </a:lnTo>
                <a:lnTo>
                  <a:pt x="355473" y="286372"/>
                </a:lnTo>
                <a:lnTo>
                  <a:pt x="368985" y="326440"/>
                </a:lnTo>
                <a:lnTo>
                  <a:pt x="387934" y="360794"/>
                </a:lnTo>
                <a:lnTo>
                  <a:pt x="425767" y="401485"/>
                </a:lnTo>
                <a:lnTo>
                  <a:pt x="475094" y="426516"/>
                </a:lnTo>
                <a:lnTo>
                  <a:pt x="532358" y="434911"/>
                </a:lnTo>
                <a:lnTo>
                  <a:pt x="552399" y="434035"/>
                </a:lnTo>
                <a:lnTo>
                  <a:pt x="607123" y="419582"/>
                </a:lnTo>
                <a:lnTo>
                  <a:pt x="653415" y="389153"/>
                </a:lnTo>
                <a:lnTo>
                  <a:pt x="670039" y="370814"/>
                </a:lnTo>
                <a:lnTo>
                  <a:pt x="677672" y="360794"/>
                </a:lnTo>
                <a:lnTo>
                  <a:pt x="697077" y="326440"/>
                </a:lnTo>
                <a:lnTo>
                  <a:pt x="710514" y="286372"/>
                </a:lnTo>
                <a:lnTo>
                  <a:pt x="716330" y="240614"/>
                </a:lnTo>
                <a:lnTo>
                  <a:pt x="716953" y="215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709189" y="2148077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576"/>
                </a:moveTo>
                <a:lnTo>
                  <a:pt x="237934" y="419576"/>
                </a:lnTo>
                <a:lnTo>
                  <a:pt x="108299" y="183070"/>
                </a:lnTo>
                <a:lnTo>
                  <a:pt x="64008" y="94583"/>
                </a:lnTo>
                <a:lnTo>
                  <a:pt x="62484" y="94583"/>
                </a:lnTo>
                <a:lnTo>
                  <a:pt x="64960" y="129111"/>
                </a:lnTo>
                <a:lnTo>
                  <a:pt x="66555" y="146741"/>
                </a:lnTo>
                <a:lnTo>
                  <a:pt x="68580" y="164782"/>
                </a:lnTo>
                <a:lnTo>
                  <a:pt x="70675" y="200644"/>
                </a:lnTo>
                <a:lnTo>
                  <a:pt x="71366" y="218440"/>
                </a:lnTo>
                <a:lnTo>
                  <a:pt x="71628" y="236505"/>
                </a:lnTo>
                <a:lnTo>
                  <a:pt x="71628" y="419576"/>
                </a:lnTo>
                <a:lnTo>
                  <a:pt x="0" y="419576"/>
                </a:lnTo>
                <a:lnTo>
                  <a:pt x="0" y="0"/>
                </a:lnTo>
                <a:lnTo>
                  <a:pt x="76200" y="0"/>
                </a:lnTo>
                <a:lnTo>
                  <a:pt x="207454" y="236505"/>
                </a:lnTo>
                <a:lnTo>
                  <a:pt x="250126" y="324992"/>
                </a:lnTo>
                <a:lnTo>
                  <a:pt x="253174" y="324992"/>
                </a:lnTo>
                <a:lnTo>
                  <a:pt x="251793" y="308679"/>
                </a:lnTo>
                <a:lnTo>
                  <a:pt x="248459" y="273732"/>
                </a:lnTo>
                <a:lnTo>
                  <a:pt x="247078" y="254793"/>
                </a:lnTo>
                <a:lnTo>
                  <a:pt x="245078" y="236528"/>
                </a:lnTo>
                <a:lnTo>
                  <a:pt x="243649" y="218396"/>
                </a:lnTo>
                <a:lnTo>
                  <a:pt x="242792" y="200532"/>
                </a:lnTo>
                <a:lnTo>
                  <a:pt x="242506" y="183070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101143" y="2140458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60" h="434975">
                <a:moveTo>
                  <a:pt x="151066" y="434911"/>
                </a:moveTo>
                <a:lnTo>
                  <a:pt x="109263" y="431089"/>
                </a:lnTo>
                <a:lnTo>
                  <a:pt x="68675" y="418052"/>
                </a:lnTo>
                <a:lnTo>
                  <a:pt x="32051" y="399954"/>
                </a:lnTo>
                <a:lnTo>
                  <a:pt x="0" y="373856"/>
                </a:lnTo>
                <a:lnTo>
                  <a:pt x="42767" y="321945"/>
                </a:lnTo>
                <a:lnTo>
                  <a:pt x="54506" y="332566"/>
                </a:lnTo>
                <a:lnTo>
                  <a:pt x="66960" y="341768"/>
                </a:lnTo>
                <a:lnTo>
                  <a:pt x="109219" y="363093"/>
                </a:lnTo>
                <a:lnTo>
                  <a:pt x="152590" y="370808"/>
                </a:lnTo>
                <a:lnTo>
                  <a:pt x="168878" y="369712"/>
                </a:lnTo>
                <a:lnTo>
                  <a:pt x="207454" y="355568"/>
                </a:lnTo>
                <a:lnTo>
                  <a:pt x="225742" y="315849"/>
                </a:lnTo>
                <a:lnTo>
                  <a:pt x="225742" y="308229"/>
                </a:lnTo>
                <a:lnTo>
                  <a:pt x="195262" y="270033"/>
                </a:lnTo>
                <a:lnTo>
                  <a:pt x="186118" y="266985"/>
                </a:lnTo>
                <a:lnTo>
                  <a:pt x="180141" y="263794"/>
                </a:lnTo>
                <a:lnTo>
                  <a:pt x="160210" y="254793"/>
                </a:lnTo>
                <a:lnTo>
                  <a:pt x="103727" y="230409"/>
                </a:lnTo>
                <a:lnTo>
                  <a:pt x="95750" y="226718"/>
                </a:lnTo>
                <a:lnTo>
                  <a:pt x="58388" y="203275"/>
                </a:lnTo>
                <a:lnTo>
                  <a:pt x="29741" y="167544"/>
                </a:lnTo>
                <a:lnTo>
                  <a:pt x="18837" y="130102"/>
                </a:lnTo>
                <a:lnTo>
                  <a:pt x="18288" y="118967"/>
                </a:lnTo>
                <a:lnTo>
                  <a:pt x="18884" y="106656"/>
                </a:lnTo>
                <a:lnTo>
                  <a:pt x="35075" y="61666"/>
                </a:lnTo>
                <a:lnTo>
                  <a:pt x="67698" y="27360"/>
                </a:lnTo>
                <a:lnTo>
                  <a:pt x="102203" y="9143"/>
                </a:lnTo>
                <a:lnTo>
                  <a:pt x="144074" y="571"/>
                </a:lnTo>
                <a:lnTo>
                  <a:pt x="158686" y="0"/>
                </a:lnTo>
                <a:lnTo>
                  <a:pt x="176950" y="881"/>
                </a:lnTo>
                <a:lnTo>
                  <a:pt x="230314" y="15239"/>
                </a:lnTo>
                <a:lnTo>
                  <a:pt x="275199" y="41600"/>
                </a:lnTo>
                <a:lnTo>
                  <a:pt x="288321" y="53339"/>
                </a:lnTo>
                <a:lnTo>
                  <a:pt x="250221" y="100679"/>
                </a:lnTo>
                <a:lnTo>
                  <a:pt x="239896" y="92987"/>
                </a:lnTo>
                <a:lnTo>
                  <a:pt x="229409" y="86010"/>
                </a:lnTo>
                <a:lnTo>
                  <a:pt x="184785" y="67865"/>
                </a:lnTo>
                <a:lnTo>
                  <a:pt x="158686" y="65532"/>
                </a:lnTo>
                <a:lnTo>
                  <a:pt x="144646" y="66380"/>
                </a:lnTo>
                <a:lnTo>
                  <a:pt x="103346" y="85248"/>
                </a:lnTo>
                <a:lnTo>
                  <a:pt x="93059" y="114395"/>
                </a:lnTo>
                <a:lnTo>
                  <a:pt x="93059" y="122015"/>
                </a:lnTo>
                <a:lnTo>
                  <a:pt x="94583" y="129635"/>
                </a:lnTo>
                <a:lnTo>
                  <a:pt x="99155" y="135731"/>
                </a:lnTo>
                <a:lnTo>
                  <a:pt x="102203" y="140398"/>
                </a:lnTo>
                <a:lnTo>
                  <a:pt x="106775" y="146494"/>
                </a:lnTo>
                <a:lnTo>
                  <a:pt x="118967" y="155638"/>
                </a:lnTo>
                <a:lnTo>
                  <a:pt x="126587" y="158686"/>
                </a:lnTo>
                <a:lnTo>
                  <a:pt x="134302" y="163258"/>
                </a:lnTo>
                <a:lnTo>
                  <a:pt x="140922" y="165568"/>
                </a:lnTo>
                <a:lnTo>
                  <a:pt x="147256" y="168020"/>
                </a:lnTo>
                <a:lnTo>
                  <a:pt x="153590" y="170759"/>
                </a:lnTo>
                <a:lnTo>
                  <a:pt x="160210" y="173926"/>
                </a:lnTo>
                <a:lnTo>
                  <a:pt x="216598" y="196786"/>
                </a:lnTo>
                <a:lnTo>
                  <a:pt x="250221" y="215169"/>
                </a:lnTo>
                <a:lnTo>
                  <a:pt x="282844" y="245173"/>
                </a:lnTo>
                <a:lnTo>
                  <a:pt x="299942" y="288750"/>
                </a:lnTo>
                <a:lnTo>
                  <a:pt x="302037" y="309753"/>
                </a:lnTo>
                <a:lnTo>
                  <a:pt x="301228" y="322946"/>
                </a:lnTo>
                <a:lnTo>
                  <a:pt x="285321" y="369522"/>
                </a:lnTo>
                <a:lnTo>
                  <a:pt x="251135" y="405931"/>
                </a:lnTo>
                <a:lnTo>
                  <a:pt x="213550" y="424148"/>
                </a:lnTo>
                <a:lnTo>
                  <a:pt x="167901" y="434314"/>
                </a:lnTo>
                <a:lnTo>
                  <a:pt x="151066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478523" y="2148840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6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6" y="0"/>
                </a:lnTo>
                <a:lnTo>
                  <a:pt x="74676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659498" y="2148077"/>
            <a:ext cx="316230" cy="419734"/>
          </a:xfrm>
          <a:custGeom>
            <a:avLst/>
            <a:gdLst/>
            <a:ahLst/>
            <a:cxnLst/>
            <a:rect l="l" t="t" r="r" b="b"/>
            <a:pathLst>
              <a:path w="316229" h="419735">
                <a:moveTo>
                  <a:pt x="115919" y="419576"/>
                </a:moveTo>
                <a:lnTo>
                  <a:pt x="0" y="419576"/>
                </a:lnTo>
                <a:lnTo>
                  <a:pt x="0" y="0"/>
                </a:lnTo>
                <a:lnTo>
                  <a:pt x="111347" y="0"/>
                </a:lnTo>
                <a:lnTo>
                  <a:pt x="156796" y="3381"/>
                </a:lnTo>
                <a:lnTo>
                  <a:pt x="197119" y="13334"/>
                </a:lnTo>
                <a:lnTo>
                  <a:pt x="232299" y="29575"/>
                </a:lnTo>
                <a:lnTo>
                  <a:pt x="262318" y="51815"/>
                </a:lnTo>
                <a:lnTo>
                  <a:pt x="269559" y="61055"/>
                </a:lnTo>
                <a:lnTo>
                  <a:pt x="74676" y="61055"/>
                </a:lnTo>
                <a:lnTo>
                  <a:pt x="74676" y="358616"/>
                </a:lnTo>
                <a:lnTo>
                  <a:pt x="268678" y="358616"/>
                </a:lnTo>
                <a:lnTo>
                  <a:pt x="262318" y="366236"/>
                </a:lnTo>
                <a:lnTo>
                  <a:pt x="217487" y="398168"/>
                </a:lnTo>
                <a:lnTo>
                  <a:pt x="180641" y="411861"/>
                </a:lnTo>
                <a:lnTo>
                  <a:pt x="138445" y="418719"/>
                </a:lnTo>
                <a:lnTo>
                  <a:pt x="115919" y="419576"/>
                </a:lnTo>
                <a:close/>
              </a:path>
              <a:path w="316229" h="419735">
                <a:moveTo>
                  <a:pt x="268678" y="358616"/>
                </a:moveTo>
                <a:lnTo>
                  <a:pt x="106775" y="358616"/>
                </a:lnTo>
                <a:lnTo>
                  <a:pt x="137040" y="356315"/>
                </a:lnTo>
                <a:lnTo>
                  <a:pt x="163734" y="349424"/>
                </a:lnTo>
                <a:lnTo>
                  <a:pt x="205835" y="321945"/>
                </a:lnTo>
                <a:lnTo>
                  <a:pt x="230683" y="275034"/>
                </a:lnTo>
                <a:lnTo>
                  <a:pt x="239458" y="207549"/>
                </a:lnTo>
                <a:lnTo>
                  <a:pt x="237194" y="172094"/>
                </a:lnTo>
                <a:lnTo>
                  <a:pt x="219487" y="116078"/>
                </a:lnTo>
                <a:lnTo>
                  <a:pt x="185427" y="80343"/>
                </a:lnTo>
                <a:lnTo>
                  <a:pt x="136802" y="63103"/>
                </a:lnTo>
                <a:lnTo>
                  <a:pt x="106775" y="61055"/>
                </a:lnTo>
                <a:lnTo>
                  <a:pt x="269559" y="61055"/>
                </a:lnTo>
                <a:lnTo>
                  <a:pt x="285440" y="81319"/>
                </a:lnTo>
                <a:lnTo>
                  <a:pt x="302133" y="117109"/>
                </a:lnTo>
                <a:lnTo>
                  <a:pt x="312253" y="159186"/>
                </a:lnTo>
                <a:lnTo>
                  <a:pt x="315658" y="207549"/>
                </a:lnTo>
                <a:lnTo>
                  <a:pt x="314801" y="232982"/>
                </a:lnTo>
                <a:lnTo>
                  <a:pt x="307943" y="278741"/>
                </a:lnTo>
                <a:lnTo>
                  <a:pt x="294251" y="318578"/>
                </a:lnTo>
                <a:lnTo>
                  <a:pt x="274296" y="351886"/>
                </a:lnTo>
                <a:lnTo>
                  <a:pt x="268678" y="35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059066" y="2148560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5" h="419100">
                <a:moveTo>
                  <a:pt x="259270" y="356870"/>
                </a:moveTo>
                <a:lnTo>
                  <a:pt x="74676" y="356870"/>
                </a:lnTo>
                <a:lnTo>
                  <a:pt x="74676" y="232410"/>
                </a:lnTo>
                <a:lnTo>
                  <a:pt x="225742" y="232410"/>
                </a:lnTo>
                <a:lnTo>
                  <a:pt x="225742" y="170180"/>
                </a:lnTo>
                <a:lnTo>
                  <a:pt x="74676" y="170180"/>
                </a:lnTo>
                <a:lnTo>
                  <a:pt x="74676" y="62230"/>
                </a:lnTo>
                <a:lnTo>
                  <a:pt x="253174" y="62230"/>
                </a:lnTo>
                <a:lnTo>
                  <a:pt x="253174" y="0"/>
                </a:lnTo>
                <a:lnTo>
                  <a:pt x="0" y="0"/>
                </a:lnTo>
                <a:lnTo>
                  <a:pt x="0" y="62230"/>
                </a:lnTo>
                <a:lnTo>
                  <a:pt x="0" y="17018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270" y="419100"/>
                </a:lnTo>
                <a:lnTo>
                  <a:pt x="259270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403877" y="2148077"/>
            <a:ext cx="313055" cy="419734"/>
          </a:xfrm>
          <a:custGeom>
            <a:avLst/>
            <a:gdLst/>
            <a:ahLst/>
            <a:cxnLst/>
            <a:rect l="l" t="t" r="r" b="b"/>
            <a:pathLst>
              <a:path w="313054" h="419735">
                <a:moveTo>
                  <a:pt x="74676" y="419576"/>
                </a:moveTo>
                <a:lnTo>
                  <a:pt x="0" y="419576"/>
                </a:lnTo>
                <a:lnTo>
                  <a:pt x="0" y="0"/>
                </a:lnTo>
                <a:lnTo>
                  <a:pt x="141827" y="0"/>
                </a:lnTo>
                <a:lnTo>
                  <a:pt x="157567" y="547"/>
                </a:lnTo>
                <a:lnTo>
                  <a:pt x="202787" y="7619"/>
                </a:lnTo>
                <a:lnTo>
                  <a:pt x="240814" y="20907"/>
                </a:lnTo>
                <a:lnTo>
                  <a:pt x="277368" y="54475"/>
                </a:lnTo>
                <a:lnTo>
                  <a:pt x="280218" y="59531"/>
                </a:lnTo>
                <a:lnTo>
                  <a:pt x="74676" y="59531"/>
                </a:lnTo>
                <a:lnTo>
                  <a:pt x="74676" y="196786"/>
                </a:lnTo>
                <a:lnTo>
                  <a:pt x="276796" y="196786"/>
                </a:lnTo>
                <a:lnTo>
                  <a:pt x="272986" y="202882"/>
                </a:lnTo>
                <a:lnTo>
                  <a:pt x="260675" y="216010"/>
                </a:lnTo>
                <a:lnTo>
                  <a:pt x="246507" y="227540"/>
                </a:lnTo>
                <a:lnTo>
                  <a:pt x="230338" y="237051"/>
                </a:lnTo>
                <a:lnTo>
                  <a:pt x="212026" y="244125"/>
                </a:lnTo>
                <a:lnTo>
                  <a:pt x="218142" y="254793"/>
                </a:lnTo>
                <a:lnTo>
                  <a:pt x="74676" y="254793"/>
                </a:lnTo>
                <a:lnTo>
                  <a:pt x="74676" y="419576"/>
                </a:lnTo>
                <a:close/>
              </a:path>
              <a:path w="313054" h="419735">
                <a:moveTo>
                  <a:pt x="276796" y="196786"/>
                </a:moveTo>
                <a:lnTo>
                  <a:pt x="134207" y="196786"/>
                </a:lnTo>
                <a:lnTo>
                  <a:pt x="154519" y="195643"/>
                </a:lnTo>
                <a:lnTo>
                  <a:pt x="172116" y="192214"/>
                </a:lnTo>
                <a:lnTo>
                  <a:pt x="209795" y="168448"/>
                </a:lnTo>
                <a:lnTo>
                  <a:pt x="222694" y="125063"/>
                </a:lnTo>
                <a:lnTo>
                  <a:pt x="221264" y="108203"/>
                </a:lnTo>
                <a:lnTo>
                  <a:pt x="199739" y="74771"/>
                </a:lnTo>
                <a:lnTo>
                  <a:pt x="154519" y="60412"/>
                </a:lnTo>
                <a:lnTo>
                  <a:pt x="134207" y="59531"/>
                </a:lnTo>
                <a:lnTo>
                  <a:pt x="280218" y="59531"/>
                </a:lnTo>
                <a:lnTo>
                  <a:pt x="295013" y="107632"/>
                </a:lnTo>
                <a:lnTo>
                  <a:pt x="295846" y="125063"/>
                </a:lnTo>
                <a:lnTo>
                  <a:pt x="294417" y="147978"/>
                </a:lnTo>
                <a:lnTo>
                  <a:pt x="290131" y="168580"/>
                </a:lnTo>
                <a:lnTo>
                  <a:pt x="282987" y="186879"/>
                </a:lnTo>
                <a:lnTo>
                  <a:pt x="276796" y="196786"/>
                </a:lnTo>
                <a:close/>
              </a:path>
              <a:path w="313054" h="419735">
                <a:moveTo>
                  <a:pt x="312610" y="419576"/>
                </a:moveTo>
                <a:lnTo>
                  <a:pt x="228790" y="419576"/>
                </a:lnTo>
                <a:lnTo>
                  <a:pt x="138779" y="254793"/>
                </a:lnTo>
                <a:lnTo>
                  <a:pt x="218142" y="254793"/>
                </a:lnTo>
                <a:lnTo>
                  <a:pt x="312610" y="4195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88199" y="2148560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48" y="356870"/>
                </a:moveTo>
                <a:lnTo>
                  <a:pt x="73253" y="356870"/>
                </a:lnTo>
                <a:lnTo>
                  <a:pt x="73253" y="232410"/>
                </a:lnTo>
                <a:lnTo>
                  <a:pt x="224218" y="232410"/>
                </a:lnTo>
                <a:lnTo>
                  <a:pt x="224218" y="170180"/>
                </a:lnTo>
                <a:lnTo>
                  <a:pt x="73253" y="170180"/>
                </a:lnTo>
                <a:lnTo>
                  <a:pt x="73253" y="62230"/>
                </a:lnTo>
                <a:lnTo>
                  <a:pt x="251650" y="62230"/>
                </a:lnTo>
                <a:lnTo>
                  <a:pt x="251650" y="0"/>
                </a:lnTo>
                <a:lnTo>
                  <a:pt x="0" y="0"/>
                </a:lnTo>
                <a:lnTo>
                  <a:pt x="0" y="62230"/>
                </a:lnTo>
                <a:lnTo>
                  <a:pt x="0" y="17018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48" y="419100"/>
                </a:lnTo>
                <a:lnTo>
                  <a:pt x="257848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131397" y="2148077"/>
            <a:ext cx="316230" cy="419734"/>
          </a:xfrm>
          <a:custGeom>
            <a:avLst/>
            <a:gdLst/>
            <a:ahLst/>
            <a:cxnLst/>
            <a:rect l="l" t="t" r="r" b="b"/>
            <a:pathLst>
              <a:path w="316229" h="419735">
                <a:moveTo>
                  <a:pt x="115919" y="419576"/>
                </a:moveTo>
                <a:lnTo>
                  <a:pt x="0" y="419576"/>
                </a:lnTo>
                <a:lnTo>
                  <a:pt x="0" y="0"/>
                </a:lnTo>
                <a:lnTo>
                  <a:pt x="112871" y="0"/>
                </a:lnTo>
                <a:lnTo>
                  <a:pt x="158123" y="3381"/>
                </a:lnTo>
                <a:lnTo>
                  <a:pt x="197929" y="13334"/>
                </a:lnTo>
                <a:lnTo>
                  <a:pt x="232591" y="29575"/>
                </a:lnTo>
                <a:lnTo>
                  <a:pt x="262413" y="51815"/>
                </a:lnTo>
                <a:lnTo>
                  <a:pt x="269855" y="61055"/>
                </a:lnTo>
                <a:lnTo>
                  <a:pt x="74771" y="61055"/>
                </a:lnTo>
                <a:lnTo>
                  <a:pt x="74771" y="358616"/>
                </a:lnTo>
                <a:lnTo>
                  <a:pt x="269115" y="358616"/>
                </a:lnTo>
                <a:lnTo>
                  <a:pt x="262413" y="366236"/>
                </a:lnTo>
                <a:lnTo>
                  <a:pt x="217542" y="398168"/>
                </a:lnTo>
                <a:lnTo>
                  <a:pt x="180949" y="411861"/>
                </a:lnTo>
                <a:lnTo>
                  <a:pt x="139143" y="418719"/>
                </a:lnTo>
                <a:lnTo>
                  <a:pt x="115919" y="419576"/>
                </a:lnTo>
                <a:close/>
              </a:path>
              <a:path w="316229" h="419735">
                <a:moveTo>
                  <a:pt x="269115" y="358616"/>
                </a:moveTo>
                <a:lnTo>
                  <a:pt x="106775" y="358616"/>
                </a:lnTo>
                <a:lnTo>
                  <a:pt x="137096" y="356315"/>
                </a:lnTo>
                <a:lnTo>
                  <a:pt x="163818" y="349424"/>
                </a:lnTo>
                <a:lnTo>
                  <a:pt x="205930" y="321945"/>
                </a:lnTo>
                <a:lnTo>
                  <a:pt x="231314" y="275034"/>
                </a:lnTo>
                <a:lnTo>
                  <a:pt x="239553" y="207549"/>
                </a:lnTo>
                <a:lnTo>
                  <a:pt x="237514" y="172094"/>
                </a:lnTo>
                <a:lnTo>
                  <a:pt x="220828" y="116078"/>
                </a:lnTo>
                <a:lnTo>
                  <a:pt x="186807" y="80343"/>
                </a:lnTo>
                <a:lnTo>
                  <a:pt x="137096" y="63103"/>
                </a:lnTo>
                <a:lnTo>
                  <a:pt x="106775" y="61055"/>
                </a:lnTo>
                <a:lnTo>
                  <a:pt x="269855" y="61055"/>
                </a:lnTo>
                <a:lnTo>
                  <a:pt x="286178" y="81319"/>
                </a:lnTo>
                <a:lnTo>
                  <a:pt x="302799" y="117109"/>
                </a:lnTo>
                <a:lnTo>
                  <a:pt x="312562" y="159186"/>
                </a:lnTo>
                <a:lnTo>
                  <a:pt x="315753" y="207549"/>
                </a:lnTo>
                <a:lnTo>
                  <a:pt x="314896" y="232982"/>
                </a:lnTo>
                <a:lnTo>
                  <a:pt x="308038" y="278741"/>
                </a:lnTo>
                <a:lnTo>
                  <a:pt x="294560" y="318578"/>
                </a:lnTo>
                <a:lnTo>
                  <a:pt x="275034" y="351886"/>
                </a:lnTo>
                <a:lnTo>
                  <a:pt x="269115" y="35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71143" y="3521964"/>
            <a:ext cx="58419" cy="266700"/>
          </a:xfrm>
          <a:custGeom>
            <a:avLst/>
            <a:gdLst/>
            <a:ahLst/>
            <a:cxnLst/>
            <a:rect l="l" t="t" r="r" b="b"/>
            <a:pathLst>
              <a:path w="58419" h="266700">
                <a:moveTo>
                  <a:pt x="57912" y="266700"/>
                </a:moveTo>
                <a:lnTo>
                  <a:pt x="0" y="266700"/>
                </a:lnTo>
                <a:lnTo>
                  <a:pt x="0" y="0"/>
                </a:lnTo>
                <a:lnTo>
                  <a:pt x="57912" y="0"/>
                </a:lnTo>
                <a:lnTo>
                  <a:pt x="57912" y="266700"/>
                </a:lnTo>
                <a:close/>
              </a:path>
            </a:pathLst>
          </a:custGeom>
          <a:solidFill>
            <a:srgbClr val="E81D6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007935" y="3515391"/>
            <a:ext cx="575310" cy="268605"/>
            <a:chOff x="1007935" y="3515391"/>
            <a:chExt cx="575310" cy="268605"/>
          </a:xfrm>
        </p:grpSpPr>
        <p:sp>
          <p:nvSpPr>
            <p:cNvPr id="20" name="object 20" descr=""/>
            <p:cNvSpPr/>
            <p:nvPr/>
          </p:nvSpPr>
          <p:spPr>
            <a:xfrm>
              <a:off x="1007935" y="3515391"/>
              <a:ext cx="194310" cy="264160"/>
            </a:xfrm>
            <a:custGeom>
              <a:avLst/>
              <a:gdLst/>
              <a:ahLst/>
              <a:cxnLst/>
              <a:rect l="l" t="t" r="r" b="b"/>
              <a:pathLst>
                <a:path w="194309" h="264160">
                  <a:moveTo>
                    <a:pt x="193738" y="263937"/>
                  </a:moveTo>
                  <a:lnTo>
                    <a:pt x="157162" y="263937"/>
                  </a:lnTo>
                  <a:lnTo>
                    <a:pt x="79343" y="126587"/>
                  </a:lnTo>
                  <a:lnTo>
                    <a:pt x="33623" y="180022"/>
                  </a:lnTo>
                  <a:lnTo>
                    <a:pt x="33623" y="263937"/>
                  </a:lnTo>
                  <a:lnTo>
                    <a:pt x="0" y="263937"/>
                  </a:lnTo>
                  <a:lnTo>
                    <a:pt x="0" y="0"/>
                  </a:lnTo>
                  <a:lnTo>
                    <a:pt x="33623" y="0"/>
                  </a:lnTo>
                  <a:lnTo>
                    <a:pt x="33623" y="132683"/>
                  </a:lnTo>
                  <a:lnTo>
                    <a:pt x="35147" y="132683"/>
                  </a:lnTo>
                  <a:lnTo>
                    <a:pt x="143446" y="0"/>
                  </a:lnTo>
                  <a:lnTo>
                    <a:pt x="181546" y="0"/>
                  </a:lnTo>
                  <a:lnTo>
                    <a:pt x="99155" y="100679"/>
                  </a:lnTo>
                  <a:lnTo>
                    <a:pt x="193738" y="2639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961" y="3579399"/>
              <a:ext cx="164782" cy="20450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18389" y="3579399"/>
              <a:ext cx="164664" cy="204501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630299" y="3579399"/>
            <a:ext cx="171450" cy="281305"/>
          </a:xfrm>
          <a:custGeom>
            <a:avLst/>
            <a:gdLst/>
            <a:ahLst/>
            <a:cxnLst/>
            <a:rect l="l" t="t" r="r" b="b"/>
            <a:pathLst>
              <a:path w="171450" h="281304">
                <a:moveTo>
                  <a:pt x="144970" y="177069"/>
                </a:moveTo>
                <a:lnTo>
                  <a:pt x="88487" y="177069"/>
                </a:lnTo>
                <a:lnTo>
                  <a:pt x="96107" y="174021"/>
                </a:lnTo>
                <a:lnTo>
                  <a:pt x="102203" y="170973"/>
                </a:lnTo>
                <a:lnTo>
                  <a:pt x="129572" y="138722"/>
                </a:lnTo>
                <a:lnTo>
                  <a:pt x="131254" y="131254"/>
                </a:lnTo>
                <a:lnTo>
                  <a:pt x="133254" y="124110"/>
                </a:lnTo>
                <a:lnTo>
                  <a:pt x="134683" y="116395"/>
                </a:lnTo>
                <a:lnTo>
                  <a:pt x="135540" y="108108"/>
                </a:lnTo>
                <a:lnTo>
                  <a:pt x="135826" y="99250"/>
                </a:lnTo>
                <a:lnTo>
                  <a:pt x="135778" y="91295"/>
                </a:lnTo>
                <a:lnTo>
                  <a:pt x="135445" y="83617"/>
                </a:lnTo>
                <a:lnTo>
                  <a:pt x="134540" y="76493"/>
                </a:lnTo>
                <a:lnTo>
                  <a:pt x="132778" y="70199"/>
                </a:lnTo>
                <a:lnTo>
                  <a:pt x="131254" y="61055"/>
                </a:lnTo>
                <a:lnTo>
                  <a:pt x="102203" y="29051"/>
                </a:lnTo>
                <a:lnTo>
                  <a:pt x="94583" y="27527"/>
                </a:lnTo>
                <a:lnTo>
                  <a:pt x="32099" y="27527"/>
                </a:lnTo>
                <a:lnTo>
                  <a:pt x="38338" y="22074"/>
                </a:lnTo>
                <a:lnTo>
                  <a:pt x="76485" y="2143"/>
                </a:lnTo>
                <a:lnTo>
                  <a:pt x="93059" y="0"/>
                </a:lnTo>
                <a:lnTo>
                  <a:pt x="102155" y="311"/>
                </a:lnTo>
                <a:lnTo>
                  <a:pt x="139434" y="15144"/>
                </a:lnTo>
                <a:lnTo>
                  <a:pt x="162210" y="49172"/>
                </a:lnTo>
                <a:lnTo>
                  <a:pt x="170354" y="88091"/>
                </a:lnTo>
                <a:lnTo>
                  <a:pt x="170878" y="99250"/>
                </a:lnTo>
                <a:lnTo>
                  <a:pt x="170330" y="111299"/>
                </a:lnTo>
                <a:lnTo>
                  <a:pt x="159543" y="152597"/>
                </a:lnTo>
                <a:lnTo>
                  <a:pt x="150399" y="169686"/>
                </a:lnTo>
                <a:lnTo>
                  <a:pt x="144970" y="177069"/>
                </a:lnTo>
                <a:close/>
              </a:path>
              <a:path w="171450" h="281304">
                <a:moveTo>
                  <a:pt x="33623" y="280797"/>
                </a:moveTo>
                <a:lnTo>
                  <a:pt x="0" y="280797"/>
                </a:lnTo>
                <a:lnTo>
                  <a:pt x="0" y="4667"/>
                </a:lnTo>
                <a:lnTo>
                  <a:pt x="27527" y="4667"/>
                </a:lnTo>
                <a:lnTo>
                  <a:pt x="30575" y="27527"/>
                </a:lnTo>
                <a:lnTo>
                  <a:pt x="85439" y="27527"/>
                </a:lnTo>
                <a:lnTo>
                  <a:pt x="47148" y="42386"/>
                </a:lnTo>
                <a:lnTo>
                  <a:pt x="33623" y="53435"/>
                </a:lnTo>
                <a:lnTo>
                  <a:pt x="33623" y="155733"/>
                </a:lnTo>
                <a:lnTo>
                  <a:pt x="67151" y="174021"/>
                </a:lnTo>
                <a:lnTo>
                  <a:pt x="74771" y="177069"/>
                </a:lnTo>
                <a:lnTo>
                  <a:pt x="144970" y="177069"/>
                </a:lnTo>
                <a:lnTo>
                  <a:pt x="140128" y="181641"/>
                </a:lnTo>
                <a:lnTo>
                  <a:pt x="32099" y="181641"/>
                </a:lnTo>
                <a:lnTo>
                  <a:pt x="33623" y="215169"/>
                </a:lnTo>
                <a:lnTo>
                  <a:pt x="33623" y="280797"/>
                </a:lnTo>
                <a:close/>
              </a:path>
              <a:path w="171450" h="281304">
                <a:moveTo>
                  <a:pt x="85439" y="204501"/>
                </a:moveTo>
                <a:lnTo>
                  <a:pt x="45815" y="191166"/>
                </a:lnTo>
                <a:lnTo>
                  <a:pt x="32099" y="181641"/>
                </a:lnTo>
                <a:lnTo>
                  <a:pt x="140128" y="181641"/>
                </a:lnTo>
                <a:lnTo>
                  <a:pt x="102584" y="202406"/>
                </a:lnTo>
                <a:lnTo>
                  <a:pt x="85439" y="204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1935384" y="3515391"/>
            <a:ext cx="615315" cy="268605"/>
            <a:chOff x="1935384" y="3515391"/>
            <a:chExt cx="615315" cy="268605"/>
          </a:xfrm>
        </p:grpSpPr>
        <p:sp>
          <p:nvSpPr>
            <p:cNvPr id="25" name="object 25" descr=""/>
            <p:cNvSpPr/>
            <p:nvPr/>
          </p:nvSpPr>
          <p:spPr>
            <a:xfrm>
              <a:off x="1935384" y="3515391"/>
              <a:ext cx="183515" cy="264160"/>
            </a:xfrm>
            <a:custGeom>
              <a:avLst/>
              <a:gdLst/>
              <a:ahLst/>
              <a:cxnLst/>
              <a:rect l="l" t="t" r="r" b="b"/>
              <a:pathLst>
                <a:path w="183514" h="264160">
                  <a:moveTo>
                    <a:pt x="83915" y="263937"/>
                  </a:moveTo>
                  <a:lnTo>
                    <a:pt x="0" y="263937"/>
                  </a:lnTo>
                  <a:lnTo>
                    <a:pt x="0" y="0"/>
                  </a:lnTo>
                  <a:lnTo>
                    <a:pt x="79343" y="0"/>
                  </a:lnTo>
                  <a:lnTo>
                    <a:pt x="88463" y="285"/>
                  </a:lnTo>
                  <a:lnTo>
                    <a:pt x="97440" y="1142"/>
                  </a:lnTo>
                  <a:lnTo>
                    <a:pt x="106132" y="2571"/>
                  </a:lnTo>
                  <a:lnTo>
                    <a:pt x="114395" y="4571"/>
                  </a:lnTo>
                  <a:lnTo>
                    <a:pt x="122993" y="6238"/>
                  </a:lnTo>
                  <a:lnTo>
                    <a:pt x="156464" y="27431"/>
                  </a:lnTo>
                  <a:lnTo>
                    <a:pt x="33528" y="27431"/>
                  </a:lnTo>
                  <a:lnTo>
                    <a:pt x="33528" y="112871"/>
                  </a:lnTo>
                  <a:lnTo>
                    <a:pt x="143208" y="112871"/>
                  </a:lnTo>
                  <a:lnTo>
                    <a:pt x="134150" y="118014"/>
                  </a:lnTo>
                  <a:lnTo>
                    <a:pt x="123539" y="122015"/>
                  </a:lnTo>
                  <a:lnTo>
                    <a:pt x="123539" y="123539"/>
                  </a:lnTo>
                  <a:lnTo>
                    <a:pt x="136715" y="126422"/>
                  </a:lnTo>
                  <a:lnTo>
                    <a:pt x="148578" y="130599"/>
                  </a:lnTo>
                  <a:lnTo>
                    <a:pt x="158994" y="136223"/>
                  </a:lnTo>
                  <a:lnTo>
                    <a:pt x="160256" y="137255"/>
                  </a:lnTo>
                  <a:lnTo>
                    <a:pt x="33528" y="137255"/>
                  </a:lnTo>
                  <a:lnTo>
                    <a:pt x="33528" y="236505"/>
                  </a:lnTo>
                  <a:lnTo>
                    <a:pt x="164660" y="236505"/>
                  </a:lnTo>
                  <a:lnTo>
                    <a:pt x="162186" y="239029"/>
                  </a:lnTo>
                  <a:lnTo>
                    <a:pt x="125063" y="257841"/>
                  </a:lnTo>
                  <a:lnTo>
                    <a:pt x="95059" y="263413"/>
                  </a:lnTo>
                  <a:lnTo>
                    <a:pt x="83915" y="263937"/>
                  </a:lnTo>
                  <a:close/>
                </a:path>
                <a:path w="183514" h="264160">
                  <a:moveTo>
                    <a:pt x="143208" y="112871"/>
                  </a:moveTo>
                  <a:lnTo>
                    <a:pt x="73247" y="112871"/>
                  </a:lnTo>
                  <a:lnTo>
                    <a:pt x="88344" y="112037"/>
                  </a:lnTo>
                  <a:lnTo>
                    <a:pt x="101441" y="109632"/>
                  </a:lnTo>
                  <a:lnTo>
                    <a:pt x="132111" y="86772"/>
                  </a:lnTo>
                  <a:lnTo>
                    <a:pt x="135731" y="67151"/>
                  </a:lnTo>
                  <a:lnTo>
                    <a:pt x="134850" y="57404"/>
                  </a:lnTo>
                  <a:lnTo>
                    <a:pt x="101060" y="29717"/>
                  </a:lnTo>
                  <a:lnTo>
                    <a:pt x="74771" y="27431"/>
                  </a:lnTo>
                  <a:lnTo>
                    <a:pt x="156464" y="27431"/>
                  </a:lnTo>
                  <a:lnTo>
                    <a:pt x="167830" y="64007"/>
                  </a:lnTo>
                  <a:lnTo>
                    <a:pt x="167235" y="74040"/>
                  </a:lnTo>
                  <a:lnTo>
                    <a:pt x="165354" y="83331"/>
                  </a:lnTo>
                  <a:lnTo>
                    <a:pt x="162044" y="91748"/>
                  </a:lnTo>
                  <a:lnTo>
                    <a:pt x="157162" y="99155"/>
                  </a:lnTo>
                  <a:lnTo>
                    <a:pt x="150837" y="106584"/>
                  </a:lnTo>
                  <a:lnTo>
                    <a:pt x="143208" y="112871"/>
                  </a:lnTo>
                  <a:close/>
                </a:path>
                <a:path w="183514" h="264160">
                  <a:moveTo>
                    <a:pt x="164660" y="236505"/>
                  </a:moveTo>
                  <a:lnTo>
                    <a:pt x="79343" y="236505"/>
                  </a:lnTo>
                  <a:lnTo>
                    <a:pt x="95392" y="235672"/>
                  </a:lnTo>
                  <a:lnTo>
                    <a:pt x="109442" y="233267"/>
                  </a:lnTo>
                  <a:lnTo>
                    <a:pt x="146482" y="207883"/>
                  </a:lnTo>
                  <a:lnTo>
                    <a:pt x="151066" y="184594"/>
                  </a:lnTo>
                  <a:lnTo>
                    <a:pt x="149922" y="173116"/>
                  </a:lnTo>
                  <a:lnTo>
                    <a:pt x="122420" y="144407"/>
                  </a:lnTo>
                  <a:lnTo>
                    <a:pt x="79343" y="137255"/>
                  </a:lnTo>
                  <a:lnTo>
                    <a:pt x="160256" y="137255"/>
                  </a:lnTo>
                  <a:lnTo>
                    <a:pt x="182189" y="173235"/>
                  </a:lnTo>
                  <a:lnTo>
                    <a:pt x="183070" y="186118"/>
                  </a:lnTo>
                  <a:lnTo>
                    <a:pt x="182760" y="195229"/>
                  </a:lnTo>
                  <a:lnTo>
                    <a:pt x="168021" y="233076"/>
                  </a:lnTo>
                  <a:lnTo>
                    <a:pt x="164660" y="2365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3507" y="3579399"/>
              <a:ext cx="180022" cy="20450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0105" y="3579399"/>
              <a:ext cx="180022" cy="204501"/>
            </a:xfrm>
            <a:prstGeom prst="rect">
              <a:avLst/>
            </a:prstGeom>
          </p:spPr>
        </p:pic>
      </p:grpSp>
      <p:sp>
        <p:nvSpPr>
          <p:cNvPr id="28" name="object 28" descr=""/>
          <p:cNvSpPr/>
          <p:nvPr/>
        </p:nvSpPr>
        <p:spPr>
          <a:xfrm>
            <a:off x="2600420" y="3579399"/>
            <a:ext cx="268605" cy="200025"/>
          </a:xfrm>
          <a:custGeom>
            <a:avLst/>
            <a:gdLst/>
            <a:ahLst/>
            <a:cxnLst/>
            <a:rect l="l" t="t" r="r" b="b"/>
            <a:pathLst>
              <a:path w="268605" h="200025">
                <a:moveTo>
                  <a:pt x="268509" y="199929"/>
                </a:moveTo>
                <a:lnTo>
                  <a:pt x="236505" y="199929"/>
                </a:lnTo>
                <a:lnTo>
                  <a:pt x="236505" y="80962"/>
                </a:lnTo>
                <a:lnTo>
                  <a:pt x="235934" y="68072"/>
                </a:lnTo>
                <a:lnTo>
                  <a:pt x="215848" y="31718"/>
                </a:lnTo>
                <a:lnTo>
                  <a:pt x="199834" y="29051"/>
                </a:lnTo>
                <a:lnTo>
                  <a:pt x="188999" y="30789"/>
                </a:lnTo>
                <a:lnTo>
                  <a:pt x="177165" y="36099"/>
                </a:lnTo>
                <a:lnTo>
                  <a:pt x="164472" y="45124"/>
                </a:lnTo>
                <a:lnTo>
                  <a:pt x="151066" y="58007"/>
                </a:lnTo>
                <a:lnTo>
                  <a:pt x="151066" y="199929"/>
                </a:lnTo>
                <a:lnTo>
                  <a:pt x="119062" y="199929"/>
                </a:lnTo>
                <a:lnTo>
                  <a:pt x="119062" y="80962"/>
                </a:lnTo>
                <a:lnTo>
                  <a:pt x="118489" y="68072"/>
                </a:lnTo>
                <a:lnTo>
                  <a:pt x="98393" y="31718"/>
                </a:lnTo>
                <a:lnTo>
                  <a:pt x="82391" y="29051"/>
                </a:lnTo>
                <a:lnTo>
                  <a:pt x="70913" y="30789"/>
                </a:lnTo>
                <a:lnTo>
                  <a:pt x="59150" y="36099"/>
                </a:lnTo>
                <a:lnTo>
                  <a:pt x="46815" y="45124"/>
                </a:lnTo>
                <a:lnTo>
                  <a:pt x="33623" y="58007"/>
                </a:lnTo>
                <a:lnTo>
                  <a:pt x="33623" y="199929"/>
                </a:lnTo>
                <a:lnTo>
                  <a:pt x="0" y="199929"/>
                </a:lnTo>
                <a:lnTo>
                  <a:pt x="0" y="4667"/>
                </a:lnTo>
                <a:lnTo>
                  <a:pt x="27527" y="4667"/>
                </a:lnTo>
                <a:lnTo>
                  <a:pt x="30575" y="32099"/>
                </a:lnTo>
                <a:lnTo>
                  <a:pt x="32099" y="32099"/>
                </a:lnTo>
                <a:lnTo>
                  <a:pt x="67532" y="5223"/>
                </a:lnTo>
                <a:lnTo>
                  <a:pt x="91535" y="0"/>
                </a:lnTo>
                <a:lnTo>
                  <a:pt x="102384" y="586"/>
                </a:lnTo>
                <a:lnTo>
                  <a:pt x="138303" y="20669"/>
                </a:lnTo>
                <a:lnTo>
                  <a:pt x="146494" y="36671"/>
                </a:lnTo>
                <a:lnTo>
                  <a:pt x="153614" y="28979"/>
                </a:lnTo>
                <a:lnTo>
                  <a:pt x="184356" y="5866"/>
                </a:lnTo>
                <a:lnTo>
                  <a:pt x="210502" y="0"/>
                </a:lnTo>
                <a:lnTo>
                  <a:pt x="224321" y="1157"/>
                </a:lnTo>
                <a:lnTo>
                  <a:pt x="260794" y="29576"/>
                </a:lnTo>
                <a:lnTo>
                  <a:pt x="268509" y="76390"/>
                </a:lnTo>
                <a:lnTo>
                  <a:pt x="268509" y="1999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926842" y="3501580"/>
            <a:ext cx="46355" cy="278130"/>
          </a:xfrm>
          <a:custGeom>
            <a:avLst/>
            <a:gdLst/>
            <a:ahLst/>
            <a:cxnLst/>
            <a:rect l="l" t="t" r="r" b="b"/>
            <a:pathLst>
              <a:path w="46355" h="278129">
                <a:moveTo>
                  <a:pt x="29051" y="42767"/>
                </a:moveTo>
                <a:lnTo>
                  <a:pt x="16859" y="42767"/>
                </a:lnTo>
                <a:lnTo>
                  <a:pt x="10763" y="39719"/>
                </a:lnTo>
                <a:lnTo>
                  <a:pt x="6191" y="36671"/>
                </a:lnTo>
                <a:lnTo>
                  <a:pt x="1524" y="32099"/>
                </a:lnTo>
                <a:lnTo>
                  <a:pt x="0" y="27527"/>
                </a:lnTo>
                <a:lnTo>
                  <a:pt x="0" y="15335"/>
                </a:lnTo>
                <a:lnTo>
                  <a:pt x="1524" y="9239"/>
                </a:lnTo>
                <a:lnTo>
                  <a:pt x="6191" y="6096"/>
                </a:lnTo>
                <a:lnTo>
                  <a:pt x="10763" y="1524"/>
                </a:lnTo>
                <a:lnTo>
                  <a:pt x="15335" y="0"/>
                </a:lnTo>
                <a:lnTo>
                  <a:pt x="29051" y="0"/>
                </a:lnTo>
                <a:lnTo>
                  <a:pt x="33623" y="1524"/>
                </a:lnTo>
                <a:lnTo>
                  <a:pt x="38195" y="6096"/>
                </a:lnTo>
                <a:lnTo>
                  <a:pt x="42767" y="9239"/>
                </a:lnTo>
                <a:lnTo>
                  <a:pt x="45815" y="15335"/>
                </a:lnTo>
                <a:lnTo>
                  <a:pt x="45815" y="27527"/>
                </a:lnTo>
                <a:lnTo>
                  <a:pt x="42767" y="32099"/>
                </a:lnTo>
                <a:lnTo>
                  <a:pt x="38195" y="36671"/>
                </a:lnTo>
                <a:lnTo>
                  <a:pt x="29051" y="42767"/>
                </a:lnTo>
                <a:close/>
              </a:path>
              <a:path w="46355" h="278129">
                <a:moveTo>
                  <a:pt x="38195" y="277749"/>
                </a:moveTo>
                <a:lnTo>
                  <a:pt x="6191" y="277749"/>
                </a:lnTo>
                <a:lnTo>
                  <a:pt x="6191" y="82486"/>
                </a:lnTo>
                <a:lnTo>
                  <a:pt x="38195" y="82486"/>
                </a:lnTo>
                <a:lnTo>
                  <a:pt x="38195" y="277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114484" y="3515169"/>
            <a:ext cx="156210" cy="264160"/>
          </a:xfrm>
          <a:custGeom>
            <a:avLst/>
            <a:gdLst/>
            <a:ahLst/>
            <a:cxnLst/>
            <a:rect l="l" t="t" r="r" b="b"/>
            <a:pathLst>
              <a:path w="156210" h="264160">
                <a:moveTo>
                  <a:pt x="155638" y="234950"/>
                </a:moveTo>
                <a:lnTo>
                  <a:pt x="33616" y="234950"/>
                </a:lnTo>
                <a:lnTo>
                  <a:pt x="33616" y="139700"/>
                </a:lnTo>
                <a:lnTo>
                  <a:pt x="132676" y="139700"/>
                </a:lnTo>
                <a:lnTo>
                  <a:pt x="132676" y="111760"/>
                </a:lnTo>
                <a:lnTo>
                  <a:pt x="33616" y="111760"/>
                </a:lnTo>
                <a:lnTo>
                  <a:pt x="33616" y="29210"/>
                </a:lnTo>
                <a:lnTo>
                  <a:pt x="151066" y="29210"/>
                </a:lnTo>
                <a:lnTo>
                  <a:pt x="151066" y="0"/>
                </a:lnTo>
                <a:lnTo>
                  <a:pt x="0" y="0"/>
                </a:lnTo>
                <a:lnTo>
                  <a:pt x="0" y="29210"/>
                </a:lnTo>
                <a:lnTo>
                  <a:pt x="0" y="111760"/>
                </a:lnTo>
                <a:lnTo>
                  <a:pt x="0" y="139700"/>
                </a:lnTo>
                <a:lnTo>
                  <a:pt x="0" y="234950"/>
                </a:lnTo>
                <a:lnTo>
                  <a:pt x="0" y="264160"/>
                </a:lnTo>
                <a:lnTo>
                  <a:pt x="155638" y="264160"/>
                </a:lnTo>
                <a:lnTo>
                  <a:pt x="155638" y="2349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21939" y="3579399"/>
            <a:ext cx="155638" cy="199929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3526345" y="3493960"/>
            <a:ext cx="171450" cy="290195"/>
          </a:xfrm>
          <a:custGeom>
            <a:avLst/>
            <a:gdLst/>
            <a:ahLst/>
            <a:cxnLst/>
            <a:rect l="l" t="t" r="r" b="b"/>
            <a:pathLst>
              <a:path w="171450" h="290195">
                <a:moveTo>
                  <a:pt x="170878" y="108394"/>
                </a:moveTo>
                <a:lnTo>
                  <a:pt x="138779" y="108394"/>
                </a:lnTo>
                <a:lnTo>
                  <a:pt x="137255" y="74771"/>
                </a:lnTo>
                <a:lnTo>
                  <a:pt x="137255" y="0"/>
                </a:lnTo>
                <a:lnTo>
                  <a:pt x="170878" y="0"/>
                </a:lnTo>
                <a:lnTo>
                  <a:pt x="170878" y="108394"/>
                </a:lnTo>
                <a:close/>
              </a:path>
              <a:path w="171450" h="290195">
                <a:moveTo>
                  <a:pt x="80867" y="289940"/>
                </a:moveTo>
                <a:lnTo>
                  <a:pt x="33638" y="274510"/>
                </a:lnTo>
                <a:lnTo>
                  <a:pt x="5524" y="230838"/>
                </a:lnTo>
                <a:lnTo>
                  <a:pt x="0" y="187737"/>
                </a:lnTo>
                <a:lnTo>
                  <a:pt x="333" y="176340"/>
                </a:lnTo>
                <a:lnTo>
                  <a:pt x="11334" y="136112"/>
                </a:lnTo>
                <a:lnTo>
                  <a:pt x="38338" y="101345"/>
                </a:lnTo>
                <a:lnTo>
                  <a:pt x="75914" y="85774"/>
                </a:lnTo>
                <a:lnTo>
                  <a:pt x="83915" y="85439"/>
                </a:lnTo>
                <a:lnTo>
                  <a:pt x="92511" y="85750"/>
                </a:lnTo>
                <a:lnTo>
                  <a:pt x="100107" y="86784"/>
                </a:lnTo>
                <a:lnTo>
                  <a:pt x="106846" y="88694"/>
                </a:lnTo>
                <a:lnTo>
                  <a:pt x="112871" y="91630"/>
                </a:lnTo>
                <a:lnTo>
                  <a:pt x="119491" y="94464"/>
                </a:lnTo>
                <a:lnTo>
                  <a:pt x="125825" y="98297"/>
                </a:lnTo>
                <a:lnTo>
                  <a:pt x="132159" y="102989"/>
                </a:lnTo>
                <a:lnTo>
                  <a:pt x="138779" y="108394"/>
                </a:lnTo>
                <a:lnTo>
                  <a:pt x="170878" y="108394"/>
                </a:lnTo>
                <a:lnTo>
                  <a:pt x="170878" y="112966"/>
                </a:lnTo>
                <a:lnTo>
                  <a:pt x="82391" y="112966"/>
                </a:lnTo>
                <a:lnTo>
                  <a:pt x="74771" y="114490"/>
                </a:lnTo>
                <a:lnTo>
                  <a:pt x="43672" y="144398"/>
                </a:lnTo>
                <a:lnTo>
                  <a:pt x="33528" y="187737"/>
                </a:lnTo>
                <a:lnTo>
                  <a:pt x="34386" y="204026"/>
                </a:lnTo>
                <a:lnTo>
                  <a:pt x="47339" y="242696"/>
                </a:lnTo>
                <a:lnTo>
                  <a:pt x="86963" y="262508"/>
                </a:lnTo>
                <a:lnTo>
                  <a:pt x="138779" y="262508"/>
                </a:lnTo>
                <a:lnTo>
                  <a:pt x="132802" y="267295"/>
                </a:lnTo>
                <a:lnTo>
                  <a:pt x="96869" y="287654"/>
                </a:lnTo>
                <a:lnTo>
                  <a:pt x="88868" y="289369"/>
                </a:lnTo>
                <a:lnTo>
                  <a:pt x="80867" y="289940"/>
                </a:lnTo>
                <a:close/>
              </a:path>
              <a:path w="171450" h="290195">
                <a:moveTo>
                  <a:pt x="170878" y="285368"/>
                </a:moveTo>
                <a:lnTo>
                  <a:pt x="143351" y="285368"/>
                </a:lnTo>
                <a:lnTo>
                  <a:pt x="140303" y="262508"/>
                </a:lnTo>
                <a:lnTo>
                  <a:pt x="86963" y="262508"/>
                </a:lnTo>
                <a:lnTo>
                  <a:pt x="125063" y="246697"/>
                </a:lnTo>
                <a:lnTo>
                  <a:pt x="137255" y="235076"/>
                </a:lnTo>
                <a:lnTo>
                  <a:pt x="137255" y="132778"/>
                </a:lnTo>
                <a:lnTo>
                  <a:pt x="97631" y="112966"/>
                </a:lnTo>
                <a:lnTo>
                  <a:pt x="170878" y="112966"/>
                </a:lnTo>
                <a:lnTo>
                  <a:pt x="170878" y="285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 descr=""/>
          <p:cNvGrpSpPr/>
          <p:nvPr/>
        </p:nvGrpSpPr>
        <p:grpSpPr>
          <a:xfrm>
            <a:off x="3765803" y="3501580"/>
            <a:ext cx="477520" cy="282575"/>
            <a:chOff x="3765803" y="3501580"/>
            <a:chExt cx="477520" cy="282575"/>
          </a:xfrm>
        </p:grpSpPr>
        <p:sp>
          <p:nvSpPr>
            <p:cNvPr id="34" name="object 34" descr=""/>
            <p:cNvSpPr/>
            <p:nvPr/>
          </p:nvSpPr>
          <p:spPr>
            <a:xfrm>
              <a:off x="3765803" y="3515391"/>
              <a:ext cx="177165" cy="264160"/>
            </a:xfrm>
            <a:custGeom>
              <a:avLst/>
              <a:gdLst/>
              <a:ahLst/>
              <a:cxnLst/>
              <a:rect l="l" t="t" r="r" b="b"/>
              <a:pathLst>
                <a:path w="177164" h="264160">
                  <a:moveTo>
                    <a:pt x="32099" y="263937"/>
                  </a:moveTo>
                  <a:lnTo>
                    <a:pt x="0" y="263937"/>
                  </a:lnTo>
                  <a:lnTo>
                    <a:pt x="0" y="0"/>
                  </a:lnTo>
                  <a:lnTo>
                    <a:pt x="79343" y="0"/>
                  </a:lnTo>
                  <a:lnTo>
                    <a:pt x="90463" y="285"/>
                  </a:lnTo>
                  <a:lnTo>
                    <a:pt x="136005" y="10096"/>
                  </a:lnTo>
                  <a:lnTo>
                    <a:pt x="160823" y="27431"/>
                  </a:lnTo>
                  <a:lnTo>
                    <a:pt x="32099" y="27431"/>
                  </a:lnTo>
                  <a:lnTo>
                    <a:pt x="32099" y="131159"/>
                  </a:lnTo>
                  <a:lnTo>
                    <a:pt x="158129" y="131159"/>
                  </a:lnTo>
                  <a:lnTo>
                    <a:pt x="155852" y="133723"/>
                  </a:lnTo>
                  <a:lnTo>
                    <a:pt x="118967" y="154114"/>
                  </a:lnTo>
                  <a:lnTo>
                    <a:pt x="79343" y="158686"/>
                  </a:lnTo>
                  <a:lnTo>
                    <a:pt x="32099" y="158686"/>
                  </a:lnTo>
                  <a:lnTo>
                    <a:pt x="32099" y="263937"/>
                  </a:lnTo>
                  <a:close/>
                </a:path>
                <a:path w="177164" h="264160">
                  <a:moveTo>
                    <a:pt x="158129" y="131159"/>
                  </a:moveTo>
                  <a:lnTo>
                    <a:pt x="76295" y="131159"/>
                  </a:lnTo>
                  <a:lnTo>
                    <a:pt x="92298" y="130540"/>
                  </a:lnTo>
                  <a:lnTo>
                    <a:pt x="106025" y="128492"/>
                  </a:lnTo>
                  <a:lnTo>
                    <a:pt x="139636" y="101822"/>
                  </a:lnTo>
                  <a:lnTo>
                    <a:pt x="143446" y="77819"/>
                  </a:lnTo>
                  <a:lnTo>
                    <a:pt x="142541" y="64929"/>
                  </a:lnTo>
                  <a:lnTo>
                    <a:pt x="117483" y="33218"/>
                  </a:lnTo>
                  <a:lnTo>
                    <a:pt x="76295" y="27431"/>
                  </a:lnTo>
                  <a:lnTo>
                    <a:pt x="160823" y="27431"/>
                  </a:lnTo>
                  <a:lnTo>
                    <a:pt x="176426" y="67762"/>
                  </a:lnTo>
                  <a:lnTo>
                    <a:pt x="176974" y="77819"/>
                  </a:lnTo>
                  <a:lnTo>
                    <a:pt x="176426" y="87820"/>
                  </a:lnTo>
                  <a:lnTo>
                    <a:pt x="161163" y="127742"/>
                  </a:lnTo>
                  <a:lnTo>
                    <a:pt x="158129" y="131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71734" y="3579399"/>
              <a:ext cx="181546" cy="20450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197476" y="3501580"/>
              <a:ext cx="46355" cy="278130"/>
            </a:xfrm>
            <a:custGeom>
              <a:avLst/>
              <a:gdLst/>
              <a:ahLst/>
              <a:cxnLst/>
              <a:rect l="l" t="t" r="r" b="b"/>
              <a:pathLst>
                <a:path w="46354" h="278129">
                  <a:moveTo>
                    <a:pt x="29051" y="42767"/>
                  </a:moveTo>
                  <a:lnTo>
                    <a:pt x="16859" y="42767"/>
                  </a:lnTo>
                  <a:lnTo>
                    <a:pt x="10763" y="39719"/>
                  </a:lnTo>
                  <a:lnTo>
                    <a:pt x="6096" y="36671"/>
                  </a:lnTo>
                  <a:lnTo>
                    <a:pt x="1524" y="32099"/>
                  </a:lnTo>
                  <a:lnTo>
                    <a:pt x="0" y="27527"/>
                  </a:lnTo>
                  <a:lnTo>
                    <a:pt x="0" y="15335"/>
                  </a:lnTo>
                  <a:lnTo>
                    <a:pt x="1524" y="9239"/>
                  </a:lnTo>
                  <a:lnTo>
                    <a:pt x="6096" y="6096"/>
                  </a:lnTo>
                  <a:lnTo>
                    <a:pt x="10763" y="1524"/>
                  </a:lnTo>
                  <a:lnTo>
                    <a:pt x="16859" y="0"/>
                  </a:lnTo>
                  <a:lnTo>
                    <a:pt x="29051" y="0"/>
                  </a:lnTo>
                  <a:lnTo>
                    <a:pt x="35147" y="1524"/>
                  </a:lnTo>
                  <a:lnTo>
                    <a:pt x="39719" y="6096"/>
                  </a:lnTo>
                  <a:lnTo>
                    <a:pt x="42767" y="9239"/>
                  </a:lnTo>
                  <a:lnTo>
                    <a:pt x="45815" y="15335"/>
                  </a:lnTo>
                  <a:lnTo>
                    <a:pt x="45815" y="27527"/>
                  </a:lnTo>
                  <a:lnTo>
                    <a:pt x="44291" y="32099"/>
                  </a:lnTo>
                  <a:lnTo>
                    <a:pt x="39719" y="36671"/>
                  </a:lnTo>
                  <a:lnTo>
                    <a:pt x="35147" y="39719"/>
                  </a:lnTo>
                  <a:lnTo>
                    <a:pt x="29051" y="42767"/>
                  </a:lnTo>
                  <a:close/>
                </a:path>
                <a:path w="46354" h="278129">
                  <a:moveTo>
                    <a:pt x="38195" y="277749"/>
                  </a:moveTo>
                  <a:lnTo>
                    <a:pt x="6096" y="277749"/>
                  </a:lnTo>
                  <a:lnTo>
                    <a:pt x="6096" y="82486"/>
                  </a:lnTo>
                  <a:lnTo>
                    <a:pt x="38195" y="82486"/>
                  </a:lnTo>
                  <a:lnTo>
                    <a:pt x="38195" y="277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4301204" y="3529107"/>
            <a:ext cx="316230" cy="255270"/>
            <a:chOff x="4301204" y="3529107"/>
            <a:chExt cx="316230" cy="255270"/>
          </a:xfrm>
        </p:grpSpPr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1204" y="3579399"/>
              <a:ext cx="155638" cy="19992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4496466" y="3529107"/>
              <a:ext cx="120650" cy="255270"/>
            </a:xfrm>
            <a:custGeom>
              <a:avLst/>
              <a:gdLst/>
              <a:ahLst/>
              <a:cxnLst/>
              <a:rect l="l" t="t" r="r" b="b"/>
              <a:pathLst>
                <a:path w="120650" h="255270">
                  <a:moveTo>
                    <a:pt x="91535" y="254793"/>
                  </a:moveTo>
                  <a:lnTo>
                    <a:pt x="85439" y="254793"/>
                  </a:lnTo>
                  <a:lnTo>
                    <a:pt x="77747" y="254508"/>
                  </a:lnTo>
                  <a:lnTo>
                    <a:pt x="70770" y="253650"/>
                  </a:lnTo>
                  <a:lnTo>
                    <a:pt x="64650" y="252222"/>
                  </a:lnTo>
                  <a:lnTo>
                    <a:pt x="59531" y="250221"/>
                  </a:lnTo>
                  <a:lnTo>
                    <a:pt x="51911" y="245649"/>
                  </a:lnTo>
                  <a:lnTo>
                    <a:pt x="45815" y="242601"/>
                  </a:lnTo>
                  <a:lnTo>
                    <a:pt x="36671" y="230409"/>
                  </a:lnTo>
                  <a:lnTo>
                    <a:pt x="33623" y="224313"/>
                  </a:lnTo>
                  <a:lnTo>
                    <a:pt x="32099" y="215169"/>
                  </a:lnTo>
                  <a:lnTo>
                    <a:pt x="29956" y="203346"/>
                  </a:lnTo>
                  <a:lnTo>
                    <a:pt x="29232" y="196698"/>
                  </a:lnTo>
                  <a:lnTo>
                    <a:pt x="28956" y="189166"/>
                  </a:lnTo>
                  <a:lnTo>
                    <a:pt x="28956" y="82391"/>
                  </a:lnTo>
                  <a:lnTo>
                    <a:pt x="0" y="82391"/>
                  </a:lnTo>
                  <a:lnTo>
                    <a:pt x="0" y="56483"/>
                  </a:lnTo>
                  <a:lnTo>
                    <a:pt x="30575" y="54959"/>
                  </a:lnTo>
                  <a:lnTo>
                    <a:pt x="35147" y="0"/>
                  </a:lnTo>
                  <a:lnTo>
                    <a:pt x="62579" y="0"/>
                  </a:lnTo>
                  <a:lnTo>
                    <a:pt x="62579" y="54959"/>
                  </a:lnTo>
                  <a:lnTo>
                    <a:pt x="114395" y="54959"/>
                  </a:lnTo>
                  <a:lnTo>
                    <a:pt x="114395" y="82391"/>
                  </a:lnTo>
                  <a:lnTo>
                    <a:pt x="62579" y="82391"/>
                  </a:lnTo>
                  <a:lnTo>
                    <a:pt x="62579" y="189166"/>
                  </a:lnTo>
                  <a:lnTo>
                    <a:pt x="78009" y="225075"/>
                  </a:lnTo>
                  <a:lnTo>
                    <a:pt x="93059" y="227361"/>
                  </a:lnTo>
                  <a:lnTo>
                    <a:pt x="99155" y="227361"/>
                  </a:lnTo>
                  <a:lnTo>
                    <a:pt x="108299" y="224313"/>
                  </a:lnTo>
                  <a:lnTo>
                    <a:pt x="111347" y="224313"/>
                  </a:lnTo>
                  <a:lnTo>
                    <a:pt x="114395" y="222789"/>
                  </a:lnTo>
                  <a:lnTo>
                    <a:pt x="120491" y="247173"/>
                  </a:lnTo>
                  <a:lnTo>
                    <a:pt x="115919" y="248697"/>
                  </a:lnTo>
                  <a:lnTo>
                    <a:pt x="91535" y="254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4735925" y="3484816"/>
            <a:ext cx="73660" cy="365125"/>
          </a:xfrm>
          <a:custGeom>
            <a:avLst/>
            <a:gdLst/>
            <a:ahLst/>
            <a:cxnLst/>
            <a:rect l="l" t="t" r="r" b="b"/>
            <a:pathLst>
              <a:path w="73660" h="365125">
                <a:moveTo>
                  <a:pt x="51911" y="364712"/>
                </a:moveTo>
                <a:lnTo>
                  <a:pt x="30575" y="323135"/>
                </a:lnTo>
                <a:lnTo>
                  <a:pt x="13811" y="279273"/>
                </a:lnTo>
                <a:lnTo>
                  <a:pt x="3476" y="233505"/>
                </a:lnTo>
                <a:lnTo>
                  <a:pt x="0" y="183165"/>
                </a:lnTo>
                <a:lnTo>
                  <a:pt x="872" y="157153"/>
                </a:lnTo>
                <a:lnTo>
                  <a:pt x="7795" y="108022"/>
                </a:lnTo>
                <a:lnTo>
                  <a:pt x="21478" y="63744"/>
                </a:lnTo>
                <a:lnTo>
                  <a:pt x="40814" y="20891"/>
                </a:lnTo>
                <a:lnTo>
                  <a:pt x="51911" y="0"/>
                </a:lnTo>
                <a:lnTo>
                  <a:pt x="73247" y="10667"/>
                </a:lnTo>
                <a:lnTo>
                  <a:pt x="62412" y="29582"/>
                </a:lnTo>
                <a:lnTo>
                  <a:pt x="52863" y="49613"/>
                </a:lnTo>
                <a:lnTo>
                  <a:pt x="38195" y="93059"/>
                </a:lnTo>
                <a:lnTo>
                  <a:pt x="30003" y="136969"/>
                </a:lnTo>
                <a:lnTo>
                  <a:pt x="27527" y="183165"/>
                </a:lnTo>
                <a:lnTo>
                  <a:pt x="28122" y="205802"/>
                </a:lnTo>
                <a:lnTo>
                  <a:pt x="33313" y="250540"/>
                </a:lnTo>
                <a:lnTo>
                  <a:pt x="44743" y="294599"/>
                </a:lnTo>
                <a:lnTo>
                  <a:pt x="62412" y="335193"/>
                </a:lnTo>
                <a:lnTo>
                  <a:pt x="73247" y="354044"/>
                </a:lnTo>
                <a:lnTo>
                  <a:pt x="51911" y="364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56511" y="3579399"/>
            <a:ext cx="155543" cy="199929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5060918" y="3529107"/>
            <a:ext cx="328295" cy="255270"/>
            <a:chOff x="5060918" y="3529107"/>
            <a:chExt cx="328295" cy="255270"/>
          </a:xfrm>
        </p:grpSpPr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60918" y="3579399"/>
              <a:ext cx="179927" cy="20450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268277" y="3529107"/>
              <a:ext cx="120650" cy="255270"/>
            </a:xfrm>
            <a:custGeom>
              <a:avLst/>
              <a:gdLst/>
              <a:ahLst/>
              <a:cxnLst/>
              <a:rect l="l" t="t" r="r" b="b"/>
              <a:pathLst>
                <a:path w="120650" h="255270">
                  <a:moveTo>
                    <a:pt x="91535" y="254793"/>
                  </a:moveTo>
                  <a:lnTo>
                    <a:pt x="85439" y="254793"/>
                  </a:lnTo>
                  <a:lnTo>
                    <a:pt x="77724" y="254508"/>
                  </a:lnTo>
                  <a:lnTo>
                    <a:pt x="70580" y="253650"/>
                  </a:lnTo>
                  <a:lnTo>
                    <a:pt x="64008" y="252222"/>
                  </a:lnTo>
                  <a:lnTo>
                    <a:pt x="58007" y="250221"/>
                  </a:lnTo>
                  <a:lnTo>
                    <a:pt x="51911" y="245649"/>
                  </a:lnTo>
                  <a:lnTo>
                    <a:pt x="45815" y="242601"/>
                  </a:lnTo>
                  <a:lnTo>
                    <a:pt x="36671" y="230409"/>
                  </a:lnTo>
                  <a:lnTo>
                    <a:pt x="33623" y="224313"/>
                  </a:lnTo>
                  <a:lnTo>
                    <a:pt x="32099" y="215169"/>
                  </a:lnTo>
                  <a:lnTo>
                    <a:pt x="30980" y="209405"/>
                  </a:lnTo>
                  <a:lnTo>
                    <a:pt x="30003" y="203346"/>
                  </a:lnTo>
                  <a:lnTo>
                    <a:pt x="29313" y="196698"/>
                  </a:lnTo>
                  <a:lnTo>
                    <a:pt x="29051" y="189166"/>
                  </a:lnTo>
                  <a:lnTo>
                    <a:pt x="29051" y="82391"/>
                  </a:lnTo>
                  <a:lnTo>
                    <a:pt x="0" y="82391"/>
                  </a:lnTo>
                  <a:lnTo>
                    <a:pt x="0" y="56483"/>
                  </a:lnTo>
                  <a:lnTo>
                    <a:pt x="30575" y="54959"/>
                  </a:lnTo>
                  <a:lnTo>
                    <a:pt x="35147" y="0"/>
                  </a:lnTo>
                  <a:lnTo>
                    <a:pt x="62579" y="0"/>
                  </a:lnTo>
                  <a:lnTo>
                    <a:pt x="62579" y="54959"/>
                  </a:lnTo>
                  <a:lnTo>
                    <a:pt x="114490" y="54959"/>
                  </a:lnTo>
                  <a:lnTo>
                    <a:pt x="114490" y="82391"/>
                  </a:lnTo>
                  <a:lnTo>
                    <a:pt x="62579" y="82391"/>
                  </a:lnTo>
                  <a:lnTo>
                    <a:pt x="62579" y="189166"/>
                  </a:lnTo>
                  <a:lnTo>
                    <a:pt x="78009" y="225075"/>
                  </a:lnTo>
                  <a:lnTo>
                    <a:pt x="93059" y="227361"/>
                  </a:lnTo>
                  <a:lnTo>
                    <a:pt x="99155" y="227361"/>
                  </a:lnTo>
                  <a:lnTo>
                    <a:pt x="103727" y="225837"/>
                  </a:lnTo>
                  <a:lnTo>
                    <a:pt x="106775" y="224313"/>
                  </a:lnTo>
                  <a:lnTo>
                    <a:pt x="111442" y="224313"/>
                  </a:lnTo>
                  <a:lnTo>
                    <a:pt x="114490" y="222789"/>
                  </a:lnTo>
                  <a:lnTo>
                    <a:pt x="120586" y="247173"/>
                  </a:lnTo>
                  <a:lnTo>
                    <a:pt x="116014" y="248697"/>
                  </a:lnTo>
                  <a:lnTo>
                    <a:pt x="91535" y="254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/>
          <p:nvPr/>
        </p:nvSpPr>
        <p:spPr>
          <a:xfrm>
            <a:off x="5501729" y="3493960"/>
            <a:ext cx="260985" cy="290195"/>
          </a:xfrm>
          <a:custGeom>
            <a:avLst/>
            <a:gdLst/>
            <a:ahLst/>
            <a:cxnLst/>
            <a:rect l="l" t="t" r="r" b="b"/>
            <a:pathLst>
              <a:path w="260985" h="290195">
                <a:moveTo>
                  <a:pt x="38100" y="90106"/>
                </a:moveTo>
                <a:lnTo>
                  <a:pt x="6096" y="90106"/>
                </a:lnTo>
                <a:lnTo>
                  <a:pt x="6096" y="285369"/>
                </a:lnTo>
                <a:lnTo>
                  <a:pt x="38100" y="285369"/>
                </a:lnTo>
                <a:lnTo>
                  <a:pt x="38100" y="90106"/>
                </a:lnTo>
                <a:close/>
              </a:path>
              <a:path w="260985" h="290195">
                <a:moveTo>
                  <a:pt x="45720" y="22961"/>
                </a:moveTo>
                <a:lnTo>
                  <a:pt x="42672" y="16865"/>
                </a:lnTo>
                <a:lnTo>
                  <a:pt x="38100" y="13716"/>
                </a:lnTo>
                <a:lnTo>
                  <a:pt x="33528" y="9144"/>
                </a:lnTo>
                <a:lnTo>
                  <a:pt x="28956" y="7620"/>
                </a:lnTo>
                <a:lnTo>
                  <a:pt x="15240" y="7620"/>
                </a:lnTo>
                <a:lnTo>
                  <a:pt x="10668" y="9144"/>
                </a:lnTo>
                <a:lnTo>
                  <a:pt x="6096" y="13716"/>
                </a:lnTo>
                <a:lnTo>
                  <a:pt x="1524" y="16865"/>
                </a:lnTo>
                <a:lnTo>
                  <a:pt x="0" y="22961"/>
                </a:lnTo>
                <a:lnTo>
                  <a:pt x="0" y="35153"/>
                </a:lnTo>
                <a:lnTo>
                  <a:pt x="1524" y="39725"/>
                </a:lnTo>
                <a:lnTo>
                  <a:pt x="6096" y="44297"/>
                </a:lnTo>
                <a:lnTo>
                  <a:pt x="10668" y="47345"/>
                </a:lnTo>
                <a:lnTo>
                  <a:pt x="16764" y="50393"/>
                </a:lnTo>
                <a:lnTo>
                  <a:pt x="28956" y="50393"/>
                </a:lnTo>
                <a:lnTo>
                  <a:pt x="38100" y="44297"/>
                </a:lnTo>
                <a:lnTo>
                  <a:pt x="42672" y="39725"/>
                </a:lnTo>
                <a:lnTo>
                  <a:pt x="45720" y="35153"/>
                </a:lnTo>
                <a:lnTo>
                  <a:pt x="45720" y="22961"/>
                </a:lnTo>
                <a:close/>
              </a:path>
              <a:path w="260985" h="290195">
                <a:moveTo>
                  <a:pt x="260794" y="0"/>
                </a:moveTo>
                <a:lnTo>
                  <a:pt x="227266" y="0"/>
                </a:lnTo>
                <a:lnTo>
                  <a:pt x="227266" y="74777"/>
                </a:lnTo>
                <a:lnTo>
                  <a:pt x="228790" y="108394"/>
                </a:lnTo>
                <a:lnTo>
                  <a:pt x="227266" y="107162"/>
                </a:lnTo>
                <a:lnTo>
                  <a:pt x="227266" y="132778"/>
                </a:lnTo>
                <a:lnTo>
                  <a:pt x="227266" y="235077"/>
                </a:lnTo>
                <a:lnTo>
                  <a:pt x="221310" y="241388"/>
                </a:lnTo>
                <a:lnTo>
                  <a:pt x="183718" y="261962"/>
                </a:lnTo>
                <a:lnTo>
                  <a:pt x="176872" y="262509"/>
                </a:lnTo>
                <a:lnTo>
                  <a:pt x="164896" y="261137"/>
                </a:lnTo>
                <a:lnTo>
                  <a:pt x="131254" y="231508"/>
                </a:lnTo>
                <a:lnTo>
                  <a:pt x="123532" y="187744"/>
                </a:lnTo>
                <a:lnTo>
                  <a:pt x="123825" y="179120"/>
                </a:lnTo>
                <a:lnTo>
                  <a:pt x="136258" y="138518"/>
                </a:lnTo>
                <a:lnTo>
                  <a:pt x="172300" y="112966"/>
                </a:lnTo>
                <a:lnTo>
                  <a:pt x="187540" y="112966"/>
                </a:lnTo>
                <a:lnTo>
                  <a:pt x="227266" y="132778"/>
                </a:lnTo>
                <a:lnTo>
                  <a:pt x="227266" y="107162"/>
                </a:lnTo>
                <a:lnTo>
                  <a:pt x="222173" y="102997"/>
                </a:lnTo>
                <a:lnTo>
                  <a:pt x="215836" y="98298"/>
                </a:lnTo>
                <a:lnTo>
                  <a:pt x="209499" y="94475"/>
                </a:lnTo>
                <a:lnTo>
                  <a:pt x="202882" y="91630"/>
                </a:lnTo>
                <a:lnTo>
                  <a:pt x="196583" y="88696"/>
                </a:lnTo>
                <a:lnTo>
                  <a:pt x="189458" y="86791"/>
                </a:lnTo>
                <a:lnTo>
                  <a:pt x="181787" y="85750"/>
                </a:lnTo>
                <a:lnTo>
                  <a:pt x="173824" y="85445"/>
                </a:lnTo>
                <a:lnTo>
                  <a:pt x="165823" y="85775"/>
                </a:lnTo>
                <a:lnTo>
                  <a:pt x="127723" y="101346"/>
                </a:lnTo>
                <a:lnTo>
                  <a:pt x="99847" y="136118"/>
                </a:lnTo>
                <a:lnTo>
                  <a:pt x="90322" y="176352"/>
                </a:lnTo>
                <a:lnTo>
                  <a:pt x="90004" y="187744"/>
                </a:lnTo>
                <a:lnTo>
                  <a:pt x="91414" y="210566"/>
                </a:lnTo>
                <a:lnTo>
                  <a:pt x="102222" y="248259"/>
                </a:lnTo>
                <a:lnTo>
                  <a:pt x="137629" y="283083"/>
                </a:lnTo>
                <a:lnTo>
                  <a:pt x="170776" y="289941"/>
                </a:lnTo>
                <a:lnTo>
                  <a:pt x="178790" y="289369"/>
                </a:lnTo>
                <a:lnTo>
                  <a:pt x="216408" y="272224"/>
                </a:lnTo>
                <a:lnTo>
                  <a:pt x="228790" y="262509"/>
                </a:lnTo>
                <a:lnTo>
                  <a:pt x="230314" y="262509"/>
                </a:lnTo>
                <a:lnTo>
                  <a:pt x="233362" y="285369"/>
                </a:lnTo>
                <a:lnTo>
                  <a:pt x="260794" y="285369"/>
                </a:lnTo>
                <a:lnTo>
                  <a:pt x="260794" y="112966"/>
                </a:lnTo>
                <a:lnTo>
                  <a:pt x="260794" y="108394"/>
                </a:lnTo>
                <a:lnTo>
                  <a:pt x="2607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5812917" y="3579399"/>
            <a:ext cx="354330" cy="205104"/>
            <a:chOff x="5812917" y="3579399"/>
            <a:chExt cx="354330" cy="205104"/>
          </a:xfrm>
        </p:grpSpPr>
        <p:pic>
          <p:nvPicPr>
            <p:cNvPr id="47" name="object 4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2917" y="3579399"/>
              <a:ext cx="164687" cy="204501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14179" y="3579399"/>
              <a:ext cx="152590" cy="204501"/>
            </a:xfrm>
            <a:prstGeom prst="rect">
              <a:avLst/>
            </a:prstGeom>
          </p:spPr>
        </p:pic>
      </p:grpSp>
      <p:sp>
        <p:nvSpPr>
          <p:cNvPr id="49" name="object 49" descr=""/>
          <p:cNvSpPr/>
          <p:nvPr/>
        </p:nvSpPr>
        <p:spPr>
          <a:xfrm>
            <a:off x="6227724" y="3484816"/>
            <a:ext cx="158750" cy="365125"/>
          </a:xfrm>
          <a:custGeom>
            <a:avLst/>
            <a:gdLst/>
            <a:ahLst/>
            <a:cxnLst/>
            <a:rect l="l" t="t" r="r" b="b"/>
            <a:pathLst>
              <a:path w="158750" h="365125">
                <a:moveTo>
                  <a:pt x="54965" y="296037"/>
                </a:moveTo>
                <a:lnTo>
                  <a:pt x="50660" y="271653"/>
                </a:lnTo>
                <a:lnTo>
                  <a:pt x="50393" y="270129"/>
                </a:lnTo>
                <a:lnTo>
                  <a:pt x="47345" y="271653"/>
                </a:lnTo>
                <a:lnTo>
                  <a:pt x="39725" y="271653"/>
                </a:lnTo>
                <a:lnTo>
                  <a:pt x="36677" y="268605"/>
                </a:lnTo>
                <a:lnTo>
                  <a:pt x="33629" y="262509"/>
                </a:lnTo>
                <a:lnTo>
                  <a:pt x="33629" y="9144"/>
                </a:lnTo>
                <a:lnTo>
                  <a:pt x="0" y="9144"/>
                </a:lnTo>
                <a:lnTo>
                  <a:pt x="0" y="254889"/>
                </a:lnTo>
                <a:lnTo>
                  <a:pt x="584" y="264604"/>
                </a:lnTo>
                <a:lnTo>
                  <a:pt x="26593" y="298259"/>
                </a:lnTo>
                <a:lnTo>
                  <a:pt x="35153" y="299085"/>
                </a:lnTo>
                <a:lnTo>
                  <a:pt x="44297" y="299085"/>
                </a:lnTo>
                <a:lnTo>
                  <a:pt x="47345" y="297561"/>
                </a:lnTo>
                <a:lnTo>
                  <a:pt x="50393" y="297561"/>
                </a:lnTo>
                <a:lnTo>
                  <a:pt x="51917" y="296037"/>
                </a:lnTo>
                <a:lnTo>
                  <a:pt x="54965" y="296037"/>
                </a:lnTo>
                <a:close/>
              </a:path>
              <a:path w="158750" h="365125">
                <a:moveTo>
                  <a:pt x="158686" y="183172"/>
                </a:moveTo>
                <a:lnTo>
                  <a:pt x="155067" y="131445"/>
                </a:lnTo>
                <a:lnTo>
                  <a:pt x="143446" y="85445"/>
                </a:lnTo>
                <a:lnTo>
                  <a:pt x="127241" y="42189"/>
                </a:lnTo>
                <a:lnTo>
                  <a:pt x="105244" y="0"/>
                </a:lnTo>
                <a:lnTo>
                  <a:pt x="85432" y="10668"/>
                </a:lnTo>
                <a:lnTo>
                  <a:pt x="96050" y="30441"/>
                </a:lnTo>
                <a:lnTo>
                  <a:pt x="105105" y="50761"/>
                </a:lnTo>
                <a:lnTo>
                  <a:pt x="119062" y="93065"/>
                </a:lnTo>
                <a:lnTo>
                  <a:pt x="128016" y="136969"/>
                </a:lnTo>
                <a:lnTo>
                  <a:pt x="131254" y="183172"/>
                </a:lnTo>
                <a:lnTo>
                  <a:pt x="130416" y="205790"/>
                </a:lnTo>
                <a:lnTo>
                  <a:pt x="124180" y="249897"/>
                </a:lnTo>
                <a:lnTo>
                  <a:pt x="112737" y="293966"/>
                </a:lnTo>
                <a:lnTo>
                  <a:pt x="96050" y="335178"/>
                </a:lnTo>
                <a:lnTo>
                  <a:pt x="85432" y="354050"/>
                </a:lnTo>
                <a:lnTo>
                  <a:pt x="105244" y="364718"/>
                </a:lnTo>
                <a:lnTo>
                  <a:pt x="127241" y="323138"/>
                </a:lnTo>
                <a:lnTo>
                  <a:pt x="143446" y="279273"/>
                </a:lnTo>
                <a:lnTo>
                  <a:pt x="155067" y="233514"/>
                </a:lnTo>
                <a:lnTo>
                  <a:pt x="157810" y="208902"/>
                </a:lnTo>
                <a:lnTo>
                  <a:pt x="158686" y="18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771143" y="4216908"/>
            <a:ext cx="58419" cy="268605"/>
          </a:xfrm>
          <a:custGeom>
            <a:avLst/>
            <a:gdLst/>
            <a:ahLst/>
            <a:cxnLst/>
            <a:rect l="l" t="t" r="r" b="b"/>
            <a:pathLst>
              <a:path w="58419" h="268604">
                <a:moveTo>
                  <a:pt x="57912" y="268224"/>
                </a:moveTo>
                <a:lnTo>
                  <a:pt x="0" y="268224"/>
                </a:lnTo>
                <a:lnTo>
                  <a:pt x="0" y="0"/>
                </a:lnTo>
                <a:lnTo>
                  <a:pt x="57912" y="0"/>
                </a:lnTo>
                <a:lnTo>
                  <a:pt x="57912" y="268224"/>
                </a:lnTo>
                <a:close/>
              </a:path>
            </a:pathLst>
          </a:custGeom>
          <a:solidFill>
            <a:srgbClr val="FF97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1007935" y="4202048"/>
            <a:ext cx="869950" cy="268605"/>
            <a:chOff x="1007935" y="4202048"/>
            <a:chExt cx="869950" cy="268605"/>
          </a:xfrm>
        </p:grpSpPr>
        <p:sp>
          <p:nvSpPr>
            <p:cNvPr id="52" name="object 52" descr=""/>
            <p:cNvSpPr/>
            <p:nvPr/>
          </p:nvSpPr>
          <p:spPr>
            <a:xfrm>
              <a:off x="1007935" y="4202048"/>
              <a:ext cx="177165" cy="262890"/>
            </a:xfrm>
            <a:custGeom>
              <a:avLst/>
              <a:gdLst/>
              <a:ahLst/>
              <a:cxnLst/>
              <a:rect l="l" t="t" r="r" b="b"/>
              <a:pathLst>
                <a:path w="177165" h="262889">
                  <a:moveTo>
                    <a:pt x="33623" y="262508"/>
                  </a:moveTo>
                  <a:lnTo>
                    <a:pt x="0" y="262508"/>
                  </a:lnTo>
                  <a:lnTo>
                    <a:pt x="0" y="0"/>
                  </a:lnTo>
                  <a:lnTo>
                    <a:pt x="80867" y="0"/>
                  </a:lnTo>
                  <a:lnTo>
                    <a:pt x="91131" y="285"/>
                  </a:lnTo>
                  <a:lnTo>
                    <a:pt x="129206" y="6905"/>
                  </a:lnTo>
                  <a:lnTo>
                    <a:pt x="161730" y="27431"/>
                  </a:lnTo>
                  <a:lnTo>
                    <a:pt x="33623" y="27431"/>
                  </a:lnTo>
                  <a:lnTo>
                    <a:pt x="33623" y="131254"/>
                  </a:lnTo>
                  <a:lnTo>
                    <a:pt x="159015" y="131254"/>
                  </a:lnTo>
                  <a:lnTo>
                    <a:pt x="156733" y="133778"/>
                  </a:lnTo>
                  <a:lnTo>
                    <a:pt x="120586" y="154114"/>
                  </a:lnTo>
                  <a:lnTo>
                    <a:pt x="80867" y="158686"/>
                  </a:lnTo>
                  <a:lnTo>
                    <a:pt x="33623" y="158686"/>
                  </a:lnTo>
                  <a:lnTo>
                    <a:pt x="33623" y="262508"/>
                  </a:lnTo>
                  <a:close/>
                </a:path>
                <a:path w="177165" h="262889">
                  <a:moveTo>
                    <a:pt x="159015" y="131254"/>
                  </a:moveTo>
                  <a:lnTo>
                    <a:pt x="76295" y="131254"/>
                  </a:lnTo>
                  <a:lnTo>
                    <a:pt x="92335" y="130421"/>
                  </a:lnTo>
                  <a:lnTo>
                    <a:pt x="106251" y="128015"/>
                  </a:lnTo>
                  <a:lnTo>
                    <a:pt x="140589" y="101869"/>
                  </a:lnTo>
                  <a:lnTo>
                    <a:pt x="144970" y="77819"/>
                  </a:lnTo>
                  <a:lnTo>
                    <a:pt x="143851" y="64984"/>
                  </a:lnTo>
                  <a:lnTo>
                    <a:pt x="118166" y="33298"/>
                  </a:lnTo>
                  <a:lnTo>
                    <a:pt x="76295" y="27431"/>
                  </a:lnTo>
                  <a:lnTo>
                    <a:pt x="161730" y="27431"/>
                  </a:lnTo>
                  <a:lnTo>
                    <a:pt x="176664" y="66960"/>
                  </a:lnTo>
                  <a:lnTo>
                    <a:pt x="176974" y="77819"/>
                  </a:lnTo>
                  <a:lnTo>
                    <a:pt x="176664" y="87835"/>
                  </a:lnTo>
                  <a:lnTo>
                    <a:pt x="162115" y="127825"/>
                  </a:lnTo>
                  <a:lnTo>
                    <a:pt x="159015" y="131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10818" y="4266152"/>
              <a:ext cx="181546" cy="20450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418272" y="4270724"/>
              <a:ext cx="268605" cy="194310"/>
            </a:xfrm>
            <a:custGeom>
              <a:avLst/>
              <a:gdLst/>
              <a:ahLst/>
              <a:cxnLst/>
              <a:rect l="l" t="t" r="r" b="b"/>
              <a:pathLst>
                <a:path w="268605" h="194310">
                  <a:moveTo>
                    <a:pt x="216598" y="193833"/>
                  </a:moveTo>
                  <a:lnTo>
                    <a:pt x="175450" y="193833"/>
                  </a:lnTo>
                  <a:lnTo>
                    <a:pt x="148018" y="90011"/>
                  </a:lnTo>
                  <a:lnTo>
                    <a:pt x="145994" y="83153"/>
                  </a:lnTo>
                  <a:lnTo>
                    <a:pt x="144399" y="76295"/>
                  </a:lnTo>
                  <a:lnTo>
                    <a:pt x="141922" y="62579"/>
                  </a:lnTo>
                  <a:lnTo>
                    <a:pt x="139874" y="55695"/>
                  </a:lnTo>
                  <a:lnTo>
                    <a:pt x="134302" y="33528"/>
                  </a:lnTo>
                  <a:lnTo>
                    <a:pt x="132778" y="33528"/>
                  </a:lnTo>
                  <a:lnTo>
                    <a:pt x="131611" y="41322"/>
                  </a:lnTo>
                  <a:lnTo>
                    <a:pt x="130302" y="48660"/>
                  </a:lnTo>
                  <a:lnTo>
                    <a:pt x="128706" y="55695"/>
                  </a:lnTo>
                  <a:lnTo>
                    <a:pt x="126682" y="62579"/>
                  </a:lnTo>
                  <a:lnTo>
                    <a:pt x="125222" y="69437"/>
                  </a:lnTo>
                  <a:lnTo>
                    <a:pt x="123360" y="76295"/>
                  </a:lnTo>
                  <a:lnTo>
                    <a:pt x="118967" y="90011"/>
                  </a:lnTo>
                  <a:lnTo>
                    <a:pt x="91535" y="193833"/>
                  </a:lnTo>
                  <a:lnTo>
                    <a:pt x="53435" y="193833"/>
                  </a:lnTo>
                  <a:lnTo>
                    <a:pt x="0" y="0"/>
                  </a:lnTo>
                  <a:lnTo>
                    <a:pt x="33623" y="0"/>
                  </a:lnTo>
                  <a:lnTo>
                    <a:pt x="62579" y="112966"/>
                  </a:lnTo>
                  <a:lnTo>
                    <a:pt x="63960" y="119800"/>
                  </a:lnTo>
                  <a:lnTo>
                    <a:pt x="68675" y="138874"/>
                  </a:lnTo>
                  <a:lnTo>
                    <a:pt x="73247" y="166306"/>
                  </a:lnTo>
                  <a:lnTo>
                    <a:pt x="74771" y="166306"/>
                  </a:lnTo>
                  <a:lnTo>
                    <a:pt x="76819" y="159448"/>
                  </a:lnTo>
                  <a:lnTo>
                    <a:pt x="80343" y="145732"/>
                  </a:lnTo>
                  <a:lnTo>
                    <a:pt x="82391" y="138874"/>
                  </a:lnTo>
                  <a:lnTo>
                    <a:pt x="87106" y="119800"/>
                  </a:lnTo>
                  <a:lnTo>
                    <a:pt x="88487" y="112966"/>
                  </a:lnTo>
                  <a:lnTo>
                    <a:pt x="118967" y="0"/>
                  </a:lnTo>
                  <a:lnTo>
                    <a:pt x="151066" y="0"/>
                  </a:lnTo>
                  <a:lnTo>
                    <a:pt x="181546" y="112966"/>
                  </a:lnTo>
                  <a:lnTo>
                    <a:pt x="182927" y="119800"/>
                  </a:lnTo>
                  <a:lnTo>
                    <a:pt x="187642" y="138874"/>
                  </a:lnTo>
                  <a:lnTo>
                    <a:pt x="189690" y="145732"/>
                  </a:lnTo>
                  <a:lnTo>
                    <a:pt x="193214" y="159448"/>
                  </a:lnTo>
                  <a:lnTo>
                    <a:pt x="195262" y="166306"/>
                  </a:lnTo>
                  <a:lnTo>
                    <a:pt x="196786" y="166306"/>
                  </a:lnTo>
                  <a:lnTo>
                    <a:pt x="199262" y="152590"/>
                  </a:lnTo>
                  <a:lnTo>
                    <a:pt x="200858" y="145732"/>
                  </a:lnTo>
                  <a:lnTo>
                    <a:pt x="202882" y="138874"/>
                  </a:lnTo>
                  <a:lnTo>
                    <a:pt x="205358" y="126492"/>
                  </a:lnTo>
                  <a:lnTo>
                    <a:pt x="206954" y="119800"/>
                  </a:lnTo>
                  <a:lnTo>
                    <a:pt x="208978" y="112966"/>
                  </a:lnTo>
                  <a:lnTo>
                    <a:pt x="236505" y="0"/>
                  </a:lnTo>
                  <a:lnTo>
                    <a:pt x="268509" y="0"/>
                  </a:lnTo>
                  <a:lnTo>
                    <a:pt x="216598" y="193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12690" y="4266152"/>
              <a:ext cx="164782" cy="204501"/>
            </a:xfrm>
            <a:prstGeom prst="rect">
              <a:avLst/>
            </a:prstGeom>
          </p:spPr>
        </p:pic>
      </p:grpSp>
      <p:pic>
        <p:nvPicPr>
          <p:cNvPr id="56" name="object 5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24716" y="4266247"/>
            <a:ext cx="108299" cy="198310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2147411" y="4202048"/>
            <a:ext cx="177165" cy="262890"/>
          </a:xfrm>
          <a:custGeom>
            <a:avLst/>
            <a:gdLst/>
            <a:ahLst/>
            <a:cxnLst/>
            <a:rect l="l" t="t" r="r" b="b"/>
            <a:pathLst>
              <a:path w="177164" h="262889">
                <a:moveTo>
                  <a:pt x="33623" y="262508"/>
                </a:moveTo>
                <a:lnTo>
                  <a:pt x="0" y="262508"/>
                </a:lnTo>
                <a:lnTo>
                  <a:pt x="0" y="0"/>
                </a:lnTo>
                <a:lnTo>
                  <a:pt x="80867" y="0"/>
                </a:lnTo>
                <a:lnTo>
                  <a:pt x="91131" y="285"/>
                </a:lnTo>
                <a:lnTo>
                  <a:pt x="129206" y="6905"/>
                </a:lnTo>
                <a:lnTo>
                  <a:pt x="161730" y="27431"/>
                </a:lnTo>
                <a:lnTo>
                  <a:pt x="33623" y="27431"/>
                </a:lnTo>
                <a:lnTo>
                  <a:pt x="33623" y="131254"/>
                </a:lnTo>
                <a:lnTo>
                  <a:pt x="159015" y="131254"/>
                </a:lnTo>
                <a:lnTo>
                  <a:pt x="156733" y="133778"/>
                </a:lnTo>
                <a:lnTo>
                  <a:pt x="120586" y="154114"/>
                </a:lnTo>
                <a:lnTo>
                  <a:pt x="80867" y="158686"/>
                </a:lnTo>
                <a:lnTo>
                  <a:pt x="33623" y="158686"/>
                </a:lnTo>
                <a:lnTo>
                  <a:pt x="33623" y="262508"/>
                </a:lnTo>
                <a:close/>
              </a:path>
              <a:path w="177164" h="262889">
                <a:moveTo>
                  <a:pt x="159015" y="131254"/>
                </a:moveTo>
                <a:lnTo>
                  <a:pt x="76295" y="131254"/>
                </a:lnTo>
                <a:lnTo>
                  <a:pt x="92335" y="130421"/>
                </a:lnTo>
                <a:lnTo>
                  <a:pt x="106251" y="128015"/>
                </a:lnTo>
                <a:lnTo>
                  <a:pt x="140589" y="101869"/>
                </a:lnTo>
                <a:lnTo>
                  <a:pt x="144970" y="77819"/>
                </a:lnTo>
                <a:lnTo>
                  <a:pt x="143851" y="64984"/>
                </a:lnTo>
                <a:lnTo>
                  <a:pt x="118166" y="33298"/>
                </a:lnTo>
                <a:lnTo>
                  <a:pt x="76295" y="27431"/>
                </a:lnTo>
                <a:lnTo>
                  <a:pt x="161730" y="27431"/>
                </a:lnTo>
                <a:lnTo>
                  <a:pt x="176664" y="66960"/>
                </a:lnTo>
                <a:lnTo>
                  <a:pt x="176974" y="77819"/>
                </a:lnTo>
                <a:lnTo>
                  <a:pt x="176664" y="87835"/>
                </a:lnTo>
                <a:lnTo>
                  <a:pt x="162115" y="127825"/>
                </a:lnTo>
                <a:lnTo>
                  <a:pt x="159015" y="1312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2374677" y="4174616"/>
            <a:ext cx="721995" cy="296545"/>
            <a:chOff x="2374677" y="4174616"/>
            <a:chExt cx="721995" cy="296545"/>
          </a:xfrm>
        </p:grpSpPr>
        <p:sp>
          <p:nvSpPr>
            <p:cNvPr id="59" name="object 59" descr=""/>
            <p:cNvSpPr/>
            <p:nvPr/>
          </p:nvSpPr>
          <p:spPr>
            <a:xfrm>
              <a:off x="2374677" y="4180712"/>
              <a:ext cx="53340" cy="290195"/>
            </a:xfrm>
            <a:custGeom>
              <a:avLst/>
              <a:gdLst/>
              <a:ahLst/>
              <a:cxnLst/>
              <a:rect l="l" t="t" r="r" b="b"/>
              <a:pathLst>
                <a:path w="53339" h="290195">
                  <a:moveTo>
                    <a:pt x="39624" y="289941"/>
                  </a:moveTo>
                  <a:lnTo>
                    <a:pt x="35052" y="289941"/>
                  </a:lnTo>
                  <a:lnTo>
                    <a:pt x="26479" y="289107"/>
                  </a:lnTo>
                  <a:lnTo>
                    <a:pt x="547" y="255420"/>
                  </a:lnTo>
                  <a:lnTo>
                    <a:pt x="0" y="245649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33528" y="256413"/>
                  </a:lnTo>
                  <a:lnTo>
                    <a:pt x="39624" y="262509"/>
                  </a:lnTo>
                  <a:lnTo>
                    <a:pt x="47244" y="262509"/>
                  </a:lnTo>
                  <a:lnTo>
                    <a:pt x="48768" y="260985"/>
                  </a:lnTo>
                  <a:lnTo>
                    <a:pt x="53339" y="285369"/>
                  </a:lnTo>
                  <a:lnTo>
                    <a:pt x="51816" y="286893"/>
                  </a:lnTo>
                  <a:lnTo>
                    <a:pt x="48768" y="288417"/>
                  </a:lnTo>
                  <a:lnTo>
                    <a:pt x="42672" y="288417"/>
                  </a:lnTo>
                  <a:lnTo>
                    <a:pt x="39624" y="289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66213" y="4266152"/>
              <a:ext cx="152590" cy="204501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2658427" y="4174616"/>
              <a:ext cx="252095" cy="296545"/>
            </a:xfrm>
            <a:custGeom>
              <a:avLst/>
              <a:gdLst/>
              <a:ahLst/>
              <a:cxnLst/>
              <a:rect l="l" t="t" r="r" b="b"/>
              <a:pathLst>
                <a:path w="252094" h="296545">
                  <a:moveTo>
                    <a:pt x="120484" y="288417"/>
                  </a:moveTo>
                  <a:lnTo>
                    <a:pt x="112864" y="263944"/>
                  </a:lnTo>
                  <a:lnTo>
                    <a:pt x="109816" y="263944"/>
                  </a:lnTo>
                  <a:lnTo>
                    <a:pt x="106768" y="265468"/>
                  </a:lnTo>
                  <a:lnTo>
                    <a:pt x="102196" y="266992"/>
                  </a:lnTo>
                  <a:lnTo>
                    <a:pt x="99148" y="268516"/>
                  </a:lnTo>
                  <a:lnTo>
                    <a:pt x="80860" y="268516"/>
                  </a:lnTo>
                  <a:lnTo>
                    <a:pt x="61048" y="230416"/>
                  </a:lnTo>
                  <a:lnTo>
                    <a:pt x="61048" y="122021"/>
                  </a:lnTo>
                  <a:lnTo>
                    <a:pt x="114388" y="122021"/>
                  </a:lnTo>
                  <a:lnTo>
                    <a:pt x="114388" y="96113"/>
                  </a:lnTo>
                  <a:lnTo>
                    <a:pt x="61048" y="96113"/>
                  </a:lnTo>
                  <a:lnTo>
                    <a:pt x="61048" y="41148"/>
                  </a:lnTo>
                  <a:lnTo>
                    <a:pt x="33528" y="41148"/>
                  </a:lnTo>
                  <a:lnTo>
                    <a:pt x="30480" y="96113"/>
                  </a:lnTo>
                  <a:lnTo>
                    <a:pt x="0" y="97637"/>
                  </a:lnTo>
                  <a:lnTo>
                    <a:pt x="0" y="122021"/>
                  </a:lnTo>
                  <a:lnTo>
                    <a:pt x="27432" y="122021"/>
                  </a:lnTo>
                  <a:lnTo>
                    <a:pt x="27432" y="230416"/>
                  </a:lnTo>
                  <a:lnTo>
                    <a:pt x="27686" y="237248"/>
                  </a:lnTo>
                  <a:lnTo>
                    <a:pt x="39624" y="277749"/>
                  </a:lnTo>
                  <a:lnTo>
                    <a:pt x="58000" y="289941"/>
                  </a:lnTo>
                  <a:lnTo>
                    <a:pt x="63119" y="292823"/>
                  </a:lnTo>
                  <a:lnTo>
                    <a:pt x="69240" y="294703"/>
                  </a:lnTo>
                  <a:lnTo>
                    <a:pt x="76212" y="295732"/>
                  </a:lnTo>
                  <a:lnTo>
                    <a:pt x="83908" y="296037"/>
                  </a:lnTo>
                  <a:lnTo>
                    <a:pt x="90004" y="296037"/>
                  </a:lnTo>
                  <a:lnTo>
                    <a:pt x="120484" y="288417"/>
                  </a:lnTo>
                  <a:close/>
                </a:path>
                <a:path w="252094" h="296545">
                  <a:moveTo>
                    <a:pt x="251650" y="7620"/>
                  </a:moveTo>
                  <a:lnTo>
                    <a:pt x="247078" y="4572"/>
                  </a:lnTo>
                  <a:lnTo>
                    <a:pt x="242506" y="3048"/>
                  </a:lnTo>
                  <a:lnTo>
                    <a:pt x="237934" y="3048"/>
                  </a:lnTo>
                  <a:lnTo>
                    <a:pt x="225742" y="0"/>
                  </a:lnTo>
                  <a:lnTo>
                    <a:pt x="219646" y="0"/>
                  </a:lnTo>
                  <a:lnTo>
                    <a:pt x="205905" y="1143"/>
                  </a:lnTo>
                  <a:lnTo>
                    <a:pt x="170954" y="27393"/>
                  </a:lnTo>
                  <a:lnTo>
                    <a:pt x="163156" y="65633"/>
                  </a:lnTo>
                  <a:lnTo>
                    <a:pt x="163156" y="96113"/>
                  </a:lnTo>
                  <a:lnTo>
                    <a:pt x="137248" y="97637"/>
                  </a:lnTo>
                  <a:lnTo>
                    <a:pt x="137248" y="122021"/>
                  </a:lnTo>
                  <a:lnTo>
                    <a:pt x="163156" y="122021"/>
                  </a:lnTo>
                  <a:lnTo>
                    <a:pt x="163156" y="289941"/>
                  </a:lnTo>
                  <a:lnTo>
                    <a:pt x="195262" y="289941"/>
                  </a:lnTo>
                  <a:lnTo>
                    <a:pt x="195262" y="122021"/>
                  </a:lnTo>
                  <a:lnTo>
                    <a:pt x="236410" y="122021"/>
                  </a:lnTo>
                  <a:lnTo>
                    <a:pt x="236410" y="96113"/>
                  </a:lnTo>
                  <a:lnTo>
                    <a:pt x="195262" y="96113"/>
                  </a:lnTo>
                  <a:lnTo>
                    <a:pt x="195262" y="65633"/>
                  </a:lnTo>
                  <a:lnTo>
                    <a:pt x="196977" y="48691"/>
                  </a:lnTo>
                  <a:lnTo>
                    <a:pt x="202120" y="36779"/>
                  </a:lnTo>
                  <a:lnTo>
                    <a:pt x="210693" y="29743"/>
                  </a:lnTo>
                  <a:lnTo>
                    <a:pt x="222694" y="27432"/>
                  </a:lnTo>
                  <a:lnTo>
                    <a:pt x="230314" y="27432"/>
                  </a:lnTo>
                  <a:lnTo>
                    <a:pt x="237934" y="28956"/>
                  </a:lnTo>
                  <a:lnTo>
                    <a:pt x="245554" y="32004"/>
                  </a:lnTo>
                  <a:lnTo>
                    <a:pt x="251650" y="7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16174" y="4266152"/>
              <a:ext cx="180022" cy="204501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3148107" y="4266152"/>
            <a:ext cx="407670" cy="198755"/>
            <a:chOff x="3148107" y="4266152"/>
            <a:chExt cx="407670" cy="198755"/>
          </a:xfrm>
        </p:grpSpPr>
        <p:pic>
          <p:nvPicPr>
            <p:cNvPr id="64" name="object 6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48107" y="4266152"/>
              <a:ext cx="106775" cy="198405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3286886" y="4266152"/>
              <a:ext cx="268605" cy="198755"/>
            </a:xfrm>
            <a:custGeom>
              <a:avLst/>
              <a:gdLst/>
              <a:ahLst/>
              <a:cxnLst/>
              <a:rect l="l" t="t" r="r" b="b"/>
              <a:pathLst>
                <a:path w="268604" h="198754">
                  <a:moveTo>
                    <a:pt x="268414" y="198405"/>
                  </a:moveTo>
                  <a:lnTo>
                    <a:pt x="234886" y="198405"/>
                  </a:lnTo>
                  <a:lnTo>
                    <a:pt x="234886" y="79343"/>
                  </a:lnTo>
                  <a:lnTo>
                    <a:pt x="234315" y="66722"/>
                  </a:lnTo>
                  <a:lnTo>
                    <a:pt x="215074" y="30682"/>
                  </a:lnTo>
                  <a:lnTo>
                    <a:pt x="199834" y="27431"/>
                  </a:lnTo>
                  <a:lnTo>
                    <a:pt x="188103" y="29409"/>
                  </a:lnTo>
                  <a:lnTo>
                    <a:pt x="175783" y="35254"/>
                  </a:lnTo>
                  <a:lnTo>
                    <a:pt x="162892" y="44831"/>
                  </a:lnTo>
                  <a:lnTo>
                    <a:pt x="149447" y="58007"/>
                  </a:lnTo>
                  <a:lnTo>
                    <a:pt x="149447" y="198405"/>
                  </a:lnTo>
                  <a:lnTo>
                    <a:pt x="117443" y="198405"/>
                  </a:lnTo>
                  <a:lnTo>
                    <a:pt x="117443" y="79343"/>
                  </a:lnTo>
                  <a:lnTo>
                    <a:pt x="116871" y="66722"/>
                  </a:lnTo>
                  <a:lnTo>
                    <a:pt x="96869" y="30682"/>
                  </a:lnTo>
                  <a:lnTo>
                    <a:pt x="80867" y="27431"/>
                  </a:lnTo>
                  <a:lnTo>
                    <a:pt x="69334" y="29409"/>
                  </a:lnTo>
                  <a:lnTo>
                    <a:pt x="57542" y="35254"/>
                  </a:lnTo>
                  <a:lnTo>
                    <a:pt x="45197" y="44831"/>
                  </a:lnTo>
                  <a:lnTo>
                    <a:pt x="32004" y="58007"/>
                  </a:lnTo>
                  <a:lnTo>
                    <a:pt x="32004" y="198405"/>
                  </a:lnTo>
                  <a:lnTo>
                    <a:pt x="0" y="198405"/>
                  </a:lnTo>
                  <a:lnTo>
                    <a:pt x="0" y="4572"/>
                  </a:lnTo>
                  <a:lnTo>
                    <a:pt x="25908" y="4572"/>
                  </a:lnTo>
                  <a:lnTo>
                    <a:pt x="28956" y="32004"/>
                  </a:lnTo>
                  <a:lnTo>
                    <a:pt x="30480" y="32004"/>
                  </a:lnTo>
                  <a:lnTo>
                    <a:pt x="65991" y="5143"/>
                  </a:lnTo>
                  <a:lnTo>
                    <a:pt x="91535" y="0"/>
                  </a:lnTo>
                  <a:lnTo>
                    <a:pt x="101512" y="571"/>
                  </a:lnTo>
                  <a:lnTo>
                    <a:pt x="136874" y="20573"/>
                  </a:lnTo>
                  <a:lnTo>
                    <a:pt x="144875" y="36576"/>
                  </a:lnTo>
                  <a:lnTo>
                    <a:pt x="151996" y="28860"/>
                  </a:lnTo>
                  <a:lnTo>
                    <a:pt x="183475" y="5143"/>
                  </a:lnTo>
                  <a:lnTo>
                    <a:pt x="208978" y="0"/>
                  </a:lnTo>
                  <a:lnTo>
                    <a:pt x="222956" y="1142"/>
                  </a:lnTo>
                  <a:lnTo>
                    <a:pt x="259413" y="29494"/>
                  </a:lnTo>
                  <a:lnTo>
                    <a:pt x="268414" y="76295"/>
                  </a:lnTo>
                  <a:lnTo>
                    <a:pt x="268414" y="198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/>
          <p:nvPr/>
        </p:nvSpPr>
        <p:spPr>
          <a:xfrm>
            <a:off x="3698747" y="4171569"/>
            <a:ext cx="73660" cy="365125"/>
          </a:xfrm>
          <a:custGeom>
            <a:avLst/>
            <a:gdLst/>
            <a:ahLst/>
            <a:cxnLst/>
            <a:rect l="l" t="t" r="r" b="b"/>
            <a:pathLst>
              <a:path w="73660" h="365125">
                <a:moveTo>
                  <a:pt x="51816" y="364712"/>
                </a:moveTo>
                <a:lnTo>
                  <a:pt x="29908" y="323099"/>
                </a:lnTo>
                <a:lnTo>
                  <a:pt x="13716" y="279272"/>
                </a:lnTo>
                <a:lnTo>
                  <a:pt x="3429" y="233267"/>
                </a:lnTo>
                <a:lnTo>
                  <a:pt x="0" y="181546"/>
                </a:lnTo>
                <a:lnTo>
                  <a:pt x="857" y="155814"/>
                </a:lnTo>
                <a:lnTo>
                  <a:pt x="7715" y="107742"/>
                </a:lnTo>
                <a:lnTo>
                  <a:pt x="21169" y="63690"/>
                </a:lnTo>
                <a:lnTo>
                  <a:pt x="40076" y="20837"/>
                </a:lnTo>
                <a:lnTo>
                  <a:pt x="51816" y="0"/>
                </a:lnTo>
                <a:lnTo>
                  <a:pt x="73152" y="10667"/>
                </a:lnTo>
                <a:lnTo>
                  <a:pt x="62317" y="29542"/>
                </a:lnTo>
                <a:lnTo>
                  <a:pt x="52768" y="49577"/>
                </a:lnTo>
                <a:lnTo>
                  <a:pt x="38100" y="93059"/>
                </a:lnTo>
                <a:lnTo>
                  <a:pt x="29146" y="136731"/>
                </a:lnTo>
                <a:lnTo>
                  <a:pt x="25908" y="181546"/>
                </a:lnTo>
                <a:lnTo>
                  <a:pt x="26741" y="205080"/>
                </a:lnTo>
                <a:lnTo>
                  <a:pt x="32980" y="249791"/>
                </a:lnTo>
                <a:lnTo>
                  <a:pt x="44434" y="293688"/>
                </a:lnTo>
                <a:lnTo>
                  <a:pt x="61674" y="334485"/>
                </a:lnTo>
                <a:lnTo>
                  <a:pt x="73152" y="354044"/>
                </a:lnTo>
                <a:lnTo>
                  <a:pt x="51816" y="3647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906011" y="4125467"/>
            <a:ext cx="312419" cy="397763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29410" y="4174616"/>
            <a:ext cx="1720596" cy="379952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268973" y="4266152"/>
            <a:ext cx="286797" cy="204501"/>
          </a:xfrm>
          <a:prstGeom prst="rect">
            <a:avLst/>
          </a:prstGeom>
        </p:spPr>
      </p:pic>
      <p:sp>
        <p:nvSpPr>
          <p:cNvPr id="70" name="object 70" descr=""/>
          <p:cNvSpPr/>
          <p:nvPr/>
        </p:nvSpPr>
        <p:spPr>
          <a:xfrm>
            <a:off x="6603009" y="4180713"/>
            <a:ext cx="142240" cy="290195"/>
          </a:xfrm>
          <a:custGeom>
            <a:avLst/>
            <a:gdLst/>
            <a:ahLst/>
            <a:cxnLst/>
            <a:rect l="l" t="t" r="r" b="b"/>
            <a:pathLst>
              <a:path w="142240" h="290195">
                <a:moveTo>
                  <a:pt x="53340" y="285369"/>
                </a:moveTo>
                <a:lnTo>
                  <a:pt x="48768" y="260896"/>
                </a:lnTo>
                <a:lnTo>
                  <a:pt x="47244" y="262420"/>
                </a:lnTo>
                <a:lnTo>
                  <a:pt x="39624" y="262420"/>
                </a:lnTo>
                <a:lnTo>
                  <a:pt x="38100" y="260896"/>
                </a:lnTo>
                <a:lnTo>
                  <a:pt x="35052" y="259372"/>
                </a:lnTo>
                <a:lnTo>
                  <a:pt x="33528" y="256324"/>
                </a:lnTo>
                <a:lnTo>
                  <a:pt x="33528" y="0"/>
                </a:lnTo>
                <a:lnTo>
                  <a:pt x="0" y="0"/>
                </a:lnTo>
                <a:lnTo>
                  <a:pt x="0" y="245656"/>
                </a:lnTo>
                <a:lnTo>
                  <a:pt x="546" y="255384"/>
                </a:lnTo>
                <a:lnTo>
                  <a:pt x="26479" y="289115"/>
                </a:lnTo>
                <a:lnTo>
                  <a:pt x="35052" y="289941"/>
                </a:lnTo>
                <a:lnTo>
                  <a:pt x="39624" y="289941"/>
                </a:lnTo>
                <a:lnTo>
                  <a:pt x="42672" y="288417"/>
                </a:lnTo>
                <a:lnTo>
                  <a:pt x="48768" y="288417"/>
                </a:lnTo>
                <a:lnTo>
                  <a:pt x="51816" y="286893"/>
                </a:lnTo>
                <a:lnTo>
                  <a:pt x="53340" y="285369"/>
                </a:lnTo>
                <a:close/>
              </a:path>
              <a:path w="142240" h="290195">
                <a:moveTo>
                  <a:pt x="134213" y="90017"/>
                </a:moveTo>
                <a:lnTo>
                  <a:pt x="102209" y="90017"/>
                </a:lnTo>
                <a:lnTo>
                  <a:pt x="102209" y="283845"/>
                </a:lnTo>
                <a:lnTo>
                  <a:pt x="134213" y="283845"/>
                </a:lnTo>
                <a:lnTo>
                  <a:pt x="134213" y="90017"/>
                </a:lnTo>
                <a:close/>
              </a:path>
              <a:path w="142240" h="290195">
                <a:moveTo>
                  <a:pt x="141833" y="21336"/>
                </a:moveTo>
                <a:lnTo>
                  <a:pt x="138785" y="16764"/>
                </a:lnTo>
                <a:lnTo>
                  <a:pt x="134213" y="13716"/>
                </a:lnTo>
                <a:lnTo>
                  <a:pt x="129641" y="9144"/>
                </a:lnTo>
                <a:lnTo>
                  <a:pt x="125069" y="7620"/>
                </a:lnTo>
                <a:lnTo>
                  <a:pt x="111353" y="7620"/>
                </a:lnTo>
                <a:lnTo>
                  <a:pt x="106781" y="9144"/>
                </a:lnTo>
                <a:lnTo>
                  <a:pt x="102209" y="13716"/>
                </a:lnTo>
                <a:lnTo>
                  <a:pt x="97637" y="16764"/>
                </a:lnTo>
                <a:lnTo>
                  <a:pt x="96113" y="22860"/>
                </a:lnTo>
                <a:lnTo>
                  <a:pt x="96113" y="35052"/>
                </a:lnTo>
                <a:lnTo>
                  <a:pt x="97637" y="39624"/>
                </a:lnTo>
                <a:lnTo>
                  <a:pt x="102209" y="44196"/>
                </a:lnTo>
                <a:lnTo>
                  <a:pt x="106781" y="47244"/>
                </a:lnTo>
                <a:lnTo>
                  <a:pt x="112877" y="50292"/>
                </a:lnTo>
                <a:lnTo>
                  <a:pt x="125069" y="50292"/>
                </a:lnTo>
                <a:lnTo>
                  <a:pt x="134213" y="44196"/>
                </a:lnTo>
                <a:lnTo>
                  <a:pt x="138785" y="39624"/>
                </a:lnTo>
                <a:lnTo>
                  <a:pt x="141833" y="35052"/>
                </a:lnTo>
                <a:lnTo>
                  <a:pt x="141833" y="213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793706" y="4266152"/>
            <a:ext cx="152495" cy="204501"/>
          </a:xfrm>
          <a:prstGeom prst="rect">
            <a:avLst/>
          </a:prstGeom>
        </p:spPr>
      </p:pic>
      <p:sp>
        <p:nvSpPr>
          <p:cNvPr id="72" name="object 72" descr=""/>
          <p:cNvSpPr/>
          <p:nvPr/>
        </p:nvSpPr>
        <p:spPr>
          <a:xfrm>
            <a:off x="7007256" y="4180713"/>
            <a:ext cx="170815" cy="290195"/>
          </a:xfrm>
          <a:custGeom>
            <a:avLst/>
            <a:gdLst/>
            <a:ahLst/>
            <a:cxnLst/>
            <a:rect l="l" t="t" r="r" b="b"/>
            <a:pathLst>
              <a:path w="170815" h="290195">
                <a:moveTo>
                  <a:pt x="25908" y="283844"/>
                </a:moveTo>
                <a:lnTo>
                  <a:pt x="0" y="283844"/>
                </a:lnTo>
                <a:lnTo>
                  <a:pt x="0" y="0"/>
                </a:lnTo>
                <a:lnTo>
                  <a:pt x="33528" y="0"/>
                </a:lnTo>
                <a:lnTo>
                  <a:pt x="33528" y="76295"/>
                </a:lnTo>
                <a:lnTo>
                  <a:pt x="32004" y="112871"/>
                </a:lnTo>
                <a:lnTo>
                  <a:pt x="85439" y="112871"/>
                </a:lnTo>
                <a:lnTo>
                  <a:pt x="72787" y="114563"/>
                </a:lnTo>
                <a:lnTo>
                  <a:pt x="60019" y="119550"/>
                </a:lnTo>
                <a:lnTo>
                  <a:pt x="46983" y="127698"/>
                </a:lnTo>
                <a:lnTo>
                  <a:pt x="33528" y="138874"/>
                </a:lnTo>
                <a:lnTo>
                  <a:pt x="33528" y="241077"/>
                </a:lnTo>
                <a:lnTo>
                  <a:pt x="67056" y="259365"/>
                </a:lnTo>
                <a:lnTo>
                  <a:pt x="74676" y="260889"/>
                </a:lnTo>
                <a:lnTo>
                  <a:pt x="144875" y="260889"/>
                </a:lnTo>
                <a:lnTo>
                  <a:pt x="140737" y="265461"/>
                </a:lnTo>
                <a:lnTo>
                  <a:pt x="28956" y="265461"/>
                </a:lnTo>
                <a:lnTo>
                  <a:pt x="25908" y="283844"/>
                </a:lnTo>
                <a:close/>
              </a:path>
              <a:path w="170815" h="290195">
                <a:moveTo>
                  <a:pt x="144875" y="260889"/>
                </a:moveTo>
                <a:lnTo>
                  <a:pt x="88487" y="260889"/>
                </a:lnTo>
                <a:lnTo>
                  <a:pt x="96107" y="259365"/>
                </a:lnTo>
                <a:lnTo>
                  <a:pt x="102203" y="256317"/>
                </a:lnTo>
                <a:lnTo>
                  <a:pt x="130135" y="223504"/>
                </a:lnTo>
                <a:lnTo>
                  <a:pt x="135731" y="184594"/>
                </a:lnTo>
                <a:lnTo>
                  <a:pt x="135638" y="173450"/>
                </a:lnTo>
                <a:lnTo>
                  <a:pt x="125063" y="132778"/>
                </a:lnTo>
                <a:lnTo>
                  <a:pt x="94583" y="112871"/>
                </a:lnTo>
                <a:lnTo>
                  <a:pt x="32004" y="112871"/>
                </a:lnTo>
                <a:lnTo>
                  <a:pt x="38885" y="107203"/>
                </a:lnTo>
                <a:lnTo>
                  <a:pt x="77009" y="86963"/>
                </a:lnTo>
                <a:lnTo>
                  <a:pt x="93059" y="85439"/>
                </a:lnTo>
                <a:lnTo>
                  <a:pt x="101941" y="85748"/>
                </a:lnTo>
                <a:lnTo>
                  <a:pt x="139350" y="100298"/>
                </a:lnTo>
                <a:lnTo>
                  <a:pt x="162115" y="134573"/>
                </a:lnTo>
                <a:lnTo>
                  <a:pt x="164687" y="143446"/>
                </a:lnTo>
                <a:lnTo>
                  <a:pt x="167568" y="152876"/>
                </a:lnTo>
                <a:lnTo>
                  <a:pt x="169449" y="162877"/>
                </a:lnTo>
                <a:lnTo>
                  <a:pt x="170473" y="173450"/>
                </a:lnTo>
                <a:lnTo>
                  <a:pt x="170783" y="184594"/>
                </a:lnTo>
                <a:lnTo>
                  <a:pt x="170235" y="196055"/>
                </a:lnTo>
                <a:lnTo>
                  <a:pt x="159448" y="237958"/>
                </a:lnTo>
                <a:lnTo>
                  <a:pt x="150304" y="254388"/>
                </a:lnTo>
                <a:lnTo>
                  <a:pt x="144875" y="260889"/>
                </a:lnTo>
                <a:close/>
              </a:path>
              <a:path w="170815" h="290195">
                <a:moveTo>
                  <a:pt x="86963" y="289940"/>
                </a:moveTo>
                <a:lnTo>
                  <a:pt x="44196" y="275832"/>
                </a:lnTo>
                <a:lnTo>
                  <a:pt x="30480" y="265461"/>
                </a:lnTo>
                <a:lnTo>
                  <a:pt x="140737" y="265461"/>
                </a:lnTo>
                <a:lnTo>
                  <a:pt x="102965" y="287845"/>
                </a:lnTo>
                <a:lnTo>
                  <a:pt x="86963" y="2899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7223855" y="4188333"/>
            <a:ext cx="45720" cy="276225"/>
          </a:xfrm>
          <a:custGeom>
            <a:avLst/>
            <a:gdLst/>
            <a:ahLst/>
            <a:cxnLst/>
            <a:rect l="l" t="t" r="r" b="b"/>
            <a:pathLst>
              <a:path w="45720" h="276225">
                <a:moveTo>
                  <a:pt x="28956" y="42672"/>
                </a:moveTo>
                <a:lnTo>
                  <a:pt x="15240" y="42672"/>
                </a:lnTo>
                <a:lnTo>
                  <a:pt x="6096" y="36576"/>
                </a:lnTo>
                <a:lnTo>
                  <a:pt x="1524" y="32004"/>
                </a:lnTo>
                <a:lnTo>
                  <a:pt x="0" y="27432"/>
                </a:lnTo>
                <a:lnTo>
                  <a:pt x="0" y="15240"/>
                </a:lnTo>
                <a:lnTo>
                  <a:pt x="1524" y="9144"/>
                </a:lnTo>
                <a:lnTo>
                  <a:pt x="6096" y="6096"/>
                </a:lnTo>
                <a:lnTo>
                  <a:pt x="10668" y="1524"/>
                </a:lnTo>
                <a:lnTo>
                  <a:pt x="15240" y="0"/>
                </a:lnTo>
                <a:lnTo>
                  <a:pt x="28956" y="0"/>
                </a:lnTo>
                <a:lnTo>
                  <a:pt x="33528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5720" y="13716"/>
                </a:lnTo>
                <a:lnTo>
                  <a:pt x="45720" y="27432"/>
                </a:lnTo>
                <a:lnTo>
                  <a:pt x="42672" y="32004"/>
                </a:lnTo>
                <a:lnTo>
                  <a:pt x="38100" y="36576"/>
                </a:lnTo>
                <a:lnTo>
                  <a:pt x="28956" y="42672"/>
                </a:lnTo>
                <a:close/>
              </a:path>
              <a:path w="45720" h="276225">
                <a:moveTo>
                  <a:pt x="38100" y="276225"/>
                </a:moveTo>
                <a:lnTo>
                  <a:pt x="6096" y="276225"/>
                </a:lnTo>
                <a:lnTo>
                  <a:pt x="6096" y="82391"/>
                </a:lnTo>
                <a:lnTo>
                  <a:pt x="38100" y="82391"/>
                </a:lnTo>
                <a:lnTo>
                  <a:pt x="38100" y="2762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7327569" y="4180713"/>
            <a:ext cx="483870" cy="368300"/>
          </a:xfrm>
          <a:custGeom>
            <a:avLst/>
            <a:gdLst/>
            <a:ahLst/>
            <a:cxnLst/>
            <a:rect l="l" t="t" r="r" b="b"/>
            <a:pathLst>
              <a:path w="483870" h="368300">
                <a:moveTo>
                  <a:pt x="53340" y="285369"/>
                </a:moveTo>
                <a:lnTo>
                  <a:pt x="48768" y="260896"/>
                </a:lnTo>
                <a:lnTo>
                  <a:pt x="47244" y="262420"/>
                </a:lnTo>
                <a:lnTo>
                  <a:pt x="39624" y="262420"/>
                </a:lnTo>
                <a:lnTo>
                  <a:pt x="36576" y="260896"/>
                </a:lnTo>
                <a:lnTo>
                  <a:pt x="35052" y="259372"/>
                </a:lnTo>
                <a:lnTo>
                  <a:pt x="32004" y="253276"/>
                </a:lnTo>
                <a:lnTo>
                  <a:pt x="32004" y="0"/>
                </a:lnTo>
                <a:lnTo>
                  <a:pt x="0" y="0"/>
                </a:lnTo>
                <a:lnTo>
                  <a:pt x="0" y="245656"/>
                </a:lnTo>
                <a:lnTo>
                  <a:pt x="558" y="255384"/>
                </a:lnTo>
                <a:lnTo>
                  <a:pt x="25844" y="289115"/>
                </a:lnTo>
                <a:lnTo>
                  <a:pt x="35052" y="289941"/>
                </a:lnTo>
                <a:lnTo>
                  <a:pt x="39624" y="289941"/>
                </a:lnTo>
                <a:lnTo>
                  <a:pt x="42672" y="288417"/>
                </a:lnTo>
                <a:lnTo>
                  <a:pt x="48768" y="288417"/>
                </a:lnTo>
                <a:lnTo>
                  <a:pt x="51816" y="286893"/>
                </a:lnTo>
                <a:lnTo>
                  <a:pt x="53340" y="285369"/>
                </a:lnTo>
                <a:close/>
              </a:path>
              <a:path w="483870" h="368300">
                <a:moveTo>
                  <a:pt x="134213" y="90017"/>
                </a:moveTo>
                <a:lnTo>
                  <a:pt x="102209" y="90017"/>
                </a:lnTo>
                <a:lnTo>
                  <a:pt x="102209" y="283845"/>
                </a:lnTo>
                <a:lnTo>
                  <a:pt x="134213" y="283845"/>
                </a:lnTo>
                <a:lnTo>
                  <a:pt x="134213" y="90017"/>
                </a:lnTo>
                <a:close/>
              </a:path>
              <a:path w="483870" h="368300">
                <a:moveTo>
                  <a:pt x="141833" y="21336"/>
                </a:moveTo>
                <a:lnTo>
                  <a:pt x="138785" y="16764"/>
                </a:lnTo>
                <a:lnTo>
                  <a:pt x="134213" y="13716"/>
                </a:lnTo>
                <a:lnTo>
                  <a:pt x="129641" y="9144"/>
                </a:lnTo>
                <a:lnTo>
                  <a:pt x="125069" y="7620"/>
                </a:lnTo>
                <a:lnTo>
                  <a:pt x="111353" y="7620"/>
                </a:lnTo>
                <a:lnTo>
                  <a:pt x="106781" y="9144"/>
                </a:lnTo>
                <a:lnTo>
                  <a:pt x="102209" y="13716"/>
                </a:lnTo>
                <a:lnTo>
                  <a:pt x="97637" y="16764"/>
                </a:lnTo>
                <a:lnTo>
                  <a:pt x="96113" y="22860"/>
                </a:lnTo>
                <a:lnTo>
                  <a:pt x="96113" y="35052"/>
                </a:lnTo>
                <a:lnTo>
                  <a:pt x="97637" y="39624"/>
                </a:lnTo>
                <a:lnTo>
                  <a:pt x="102209" y="44196"/>
                </a:lnTo>
                <a:lnTo>
                  <a:pt x="111353" y="50292"/>
                </a:lnTo>
                <a:lnTo>
                  <a:pt x="125069" y="50292"/>
                </a:lnTo>
                <a:lnTo>
                  <a:pt x="134213" y="44196"/>
                </a:lnTo>
                <a:lnTo>
                  <a:pt x="138785" y="39624"/>
                </a:lnTo>
                <a:lnTo>
                  <a:pt x="141833" y="35052"/>
                </a:lnTo>
                <a:lnTo>
                  <a:pt x="141833" y="21336"/>
                </a:lnTo>
                <a:close/>
              </a:path>
              <a:path w="483870" h="368300">
                <a:moveTo>
                  <a:pt x="297472" y="282321"/>
                </a:moveTo>
                <a:lnTo>
                  <a:pt x="289852" y="257848"/>
                </a:lnTo>
                <a:lnTo>
                  <a:pt x="286702" y="257848"/>
                </a:lnTo>
                <a:lnTo>
                  <a:pt x="283654" y="259372"/>
                </a:lnTo>
                <a:lnTo>
                  <a:pt x="279082" y="260896"/>
                </a:lnTo>
                <a:lnTo>
                  <a:pt x="276034" y="262420"/>
                </a:lnTo>
                <a:lnTo>
                  <a:pt x="257746" y="262420"/>
                </a:lnTo>
                <a:lnTo>
                  <a:pt x="237934" y="224320"/>
                </a:lnTo>
                <a:lnTo>
                  <a:pt x="237934" y="115925"/>
                </a:lnTo>
                <a:lnTo>
                  <a:pt x="291376" y="115925"/>
                </a:lnTo>
                <a:lnTo>
                  <a:pt x="291376" y="90017"/>
                </a:lnTo>
                <a:lnTo>
                  <a:pt x="237934" y="90017"/>
                </a:lnTo>
                <a:lnTo>
                  <a:pt x="237934" y="35052"/>
                </a:lnTo>
                <a:lnTo>
                  <a:pt x="210502" y="35052"/>
                </a:lnTo>
                <a:lnTo>
                  <a:pt x="207454" y="90017"/>
                </a:lnTo>
                <a:lnTo>
                  <a:pt x="176885" y="91541"/>
                </a:lnTo>
                <a:lnTo>
                  <a:pt x="176885" y="115925"/>
                </a:lnTo>
                <a:lnTo>
                  <a:pt x="205930" y="115925"/>
                </a:lnTo>
                <a:lnTo>
                  <a:pt x="205930" y="224320"/>
                </a:lnTo>
                <a:lnTo>
                  <a:pt x="206121" y="237845"/>
                </a:lnTo>
                <a:lnTo>
                  <a:pt x="218122" y="271653"/>
                </a:lnTo>
                <a:lnTo>
                  <a:pt x="221170" y="276225"/>
                </a:lnTo>
                <a:lnTo>
                  <a:pt x="227266" y="280797"/>
                </a:lnTo>
                <a:lnTo>
                  <a:pt x="234886" y="283845"/>
                </a:lnTo>
                <a:lnTo>
                  <a:pt x="240017" y="286727"/>
                </a:lnTo>
                <a:lnTo>
                  <a:pt x="246126" y="288607"/>
                </a:lnTo>
                <a:lnTo>
                  <a:pt x="253111" y="289636"/>
                </a:lnTo>
                <a:lnTo>
                  <a:pt x="260794" y="289941"/>
                </a:lnTo>
                <a:lnTo>
                  <a:pt x="266890" y="289941"/>
                </a:lnTo>
                <a:lnTo>
                  <a:pt x="297472" y="282321"/>
                </a:lnTo>
                <a:close/>
              </a:path>
              <a:path w="483870" h="368300">
                <a:moveTo>
                  <a:pt x="483489" y="90017"/>
                </a:moveTo>
                <a:lnTo>
                  <a:pt x="451485" y="90017"/>
                </a:lnTo>
                <a:lnTo>
                  <a:pt x="416433" y="198412"/>
                </a:lnTo>
                <a:lnTo>
                  <a:pt x="415036" y="204393"/>
                </a:lnTo>
                <a:lnTo>
                  <a:pt x="413194" y="210794"/>
                </a:lnTo>
                <a:lnTo>
                  <a:pt x="408813" y="224320"/>
                </a:lnTo>
                <a:lnTo>
                  <a:pt x="403250" y="245745"/>
                </a:lnTo>
                <a:lnTo>
                  <a:pt x="401193" y="251752"/>
                </a:lnTo>
                <a:lnTo>
                  <a:pt x="399669" y="251752"/>
                </a:lnTo>
                <a:lnTo>
                  <a:pt x="394868" y="238036"/>
                </a:lnTo>
                <a:lnTo>
                  <a:pt x="392099" y="231178"/>
                </a:lnTo>
                <a:lnTo>
                  <a:pt x="388912" y="224320"/>
                </a:lnTo>
                <a:lnTo>
                  <a:pt x="384340" y="210794"/>
                </a:lnTo>
                <a:lnTo>
                  <a:pt x="340144" y="90017"/>
                </a:lnTo>
                <a:lnTo>
                  <a:pt x="306616" y="90017"/>
                </a:lnTo>
                <a:lnTo>
                  <a:pt x="384340" y="285369"/>
                </a:lnTo>
                <a:lnTo>
                  <a:pt x="376936" y="307924"/>
                </a:lnTo>
                <a:lnTo>
                  <a:pt x="351574" y="337756"/>
                </a:lnTo>
                <a:lnTo>
                  <a:pt x="335572" y="340233"/>
                </a:lnTo>
                <a:lnTo>
                  <a:pt x="327952" y="340233"/>
                </a:lnTo>
                <a:lnTo>
                  <a:pt x="326428" y="338709"/>
                </a:lnTo>
                <a:lnTo>
                  <a:pt x="321856" y="338709"/>
                </a:lnTo>
                <a:lnTo>
                  <a:pt x="314236" y="364718"/>
                </a:lnTo>
                <a:lnTo>
                  <a:pt x="318808" y="366242"/>
                </a:lnTo>
                <a:lnTo>
                  <a:pt x="321856" y="366242"/>
                </a:lnTo>
                <a:lnTo>
                  <a:pt x="324904" y="367766"/>
                </a:lnTo>
                <a:lnTo>
                  <a:pt x="337096" y="367766"/>
                </a:lnTo>
                <a:lnTo>
                  <a:pt x="344792" y="367474"/>
                </a:lnTo>
                <a:lnTo>
                  <a:pt x="351764" y="366623"/>
                </a:lnTo>
                <a:lnTo>
                  <a:pt x="357886" y="365188"/>
                </a:lnTo>
                <a:lnTo>
                  <a:pt x="370624" y="360146"/>
                </a:lnTo>
                <a:lnTo>
                  <a:pt x="378244" y="354050"/>
                </a:lnTo>
                <a:lnTo>
                  <a:pt x="384340" y="349478"/>
                </a:lnTo>
                <a:lnTo>
                  <a:pt x="395998" y="333756"/>
                </a:lnTo>
                <a:lnTo>
                  <a:pt x="399669" y="328041"/>
                </a:lnTo>
                <a:lnTo>
                  <a:pt x="402196" y="321183"/>
                </a:lnTo>
                <a:lnTo>
                  <a:pt x="407822" y="307467"/>
                </a:lnTo>
                <a:lnTo>
                  <a:pt x="410337" y="300609"/>
                </a:lnTo>
                <a:lnTo>
                  <a:pt x="483489" y="900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5" name="object 75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914799" y="4171569"/>
            <a:ext cx="1580292" cy="364712"/>
          </a:xfrm>
          <a:prstGeom prst="rect">
            <a:avLst/>
          </a:prstGeom>
        </p:spPr>
      </p:pic>
      <p:sp>
        <p:nvSpPr>
          <p:cNvPr id="76" name="object 76" descr=""/>
          <p:cNvSpPr/>
          <p:nvPr/>
        </p:nvSpPr>
        <p:spPr>
          <a:xfrm>
            <a:off x="771143" y="4904232"/>
            <a:ext cx="58419" cy="266700"/>
          </a:xfrm>
          <a:custGeom>
            <a:avLst/>
            <a:gdLst/>
            <a:ahLst/>
            <a:cxnLst/>
            <a:rect l="l" t="t" r="r" b="b"/>
            <a:pathLst>
              <a:path w="58419" h="266700">
                <a:moveTo>
                  <a:pt x="57912" y="266700"/>
                </a:moveTo>
                <a:lnTo>
                  <a:pt x="0" y="266700"/>
                </a:lnTo>
                <a:lnTo>
                  <a:pt x="0" y="0"/>
                </a:lnTo>
                <a:lnTo>
                  <a:pt x="57912" y="0"/>
                </a:lnTo>
                <a:lnTo>
                  <a:pt x="57912" y="266700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971359" y="4890325"/>
            <a:ext cx="226060" cy="260985"/>
          </a:xfrm>
          <a:custGeom>
            <a:avLst/>
            <a:gdLst/>
            <a:ahLst/>
            <a:cxnLst/>
            <a:rect l="l" t="t" r="r" b="b"/>
            <a:pathLst>
              <a:path w="226059" h="260985">
                <a:moveTo>
                  <a:pt x="47339" y="260889"/>
                </a:moveTo>
                <a:lnTo>
                  <a:pt x="0" y="260889"/>
                </a:lnTo>
                <a:lnTo>
                  <a:pt x="85439" y="0"/>
                </a:lnTo>
                <a:lnTo>
                  <a:pt x="140303" y="0"/>
                </a:lnTo>
                <a:lnTo>
                  <a:pt x="151782" y="35052"/>
                </a:lnTo>
                <a:lnTo>
                  <a:pt x="111347" y="35052"/>
                </a:lnTo>
                <a:lnTo>
                  <a:pt x="108156" y="46473"/>
                </a:lnTo>
                <a:lnTo>
                  <a:pt x="105251" y="57769"/>
                </a:lnTo>
                <a:lnTo>
                  <a:pt x="102346" y="68779"/>
                </a:lnTo>
                <a:lnTo>
                  <a:pt x="99155" y="79343"/>
                </a:lnTo>
                <a:lnTo>
                  <a:pt x="96607" y="90511"/>
                </a:lnTo>
                <a:lnTo>
                  <a:pt x="93630" y="101250"/>
                </a:lnTo>
                <a:lnTo>
                  <a:pt x="90368" y="111704"/>
                </a:lnTo>
                <a:lnTo>
                  <a:pt x="86963" y="122015"/>
                </a:lnTo>
                <a:lnTo>
                  <a:pt x="77819" y="154114"/>
                </a:lnTo>
                <a:lnTo>
                  <a:pt x="190774" y="154114"/>
                </a:lnTo>
                <a:lnTo>
                  <a:pt x="202752" y="190690"/>
                </a:lnTo>
                <a:lnTo>
                  <a:pt x="67151" y="190690"/>
                </a:lnTo>
                <a:lnTo>
                  <a:pt x="47339" y="260889"/>
                </a:lnTo>
                <a:close/>
              </a:path>
              <a:path w="226059" h="260985">
                <a:moveTo>
                  <a:pt x="190774" y="154114"/>
                </a:moveTo>
                <a:lnTo>
                  <a:pt x="144875" y="154114"/>
                </a:lnTo>
                <a:lnTo>
                  <a:pt x="135731" y="122015"/>
                </a:lnTo>
                <a:lnTo>
                  <a:pt x="132540" y="111704"/>
                </a:lnTo>
                <a:lnTo>
                  <a:pt x="129635" y="101250"/>
                </a:lnTo>
                <a:lnTo>
                  <a:pt x="126730" y="90511"/>
                </a:lnTo>
                <a:lnTo>
                  <a:pt x="123539" y="79343"/>
                </a:lnTo>
                <a:lnTo>
                  <a:pt x="121015" y="68096"/>
                </a:lnTo>
                <a:lnTo>
                  <a:pt x="115395" y="46245"/>
                </a:lnTo>
                <a:lnTo>
                  <a:pt x="112871" y="35052"/>
                </a:lnTo>
                <a:lnTo>
                  <a:pt x="151782" y="35052"/>
                </a:lnTo>
                <a:lnTo>
                  <a:pt x="190774" y="154114"/>
                </a:lnTo>
                <a:close/>
              </a:path>
              <a:path w="226059" h="260985">
                <a:moveTo>
                  <a:pt x="225742" y="260889"/>
                </a:moveTo>
                <a:lnTo>
                  <a:pt x="175450" y="260889"/>
                </a:lnTo>
                <a:lnTo>
                  <a:pt x="155638" y="190690"/>
                </a:lnTo>
                <a:lnTo>
                  <a:pt x="202752" y="190690"/>
                </a:lnTo>
                <a:lnTo>
                  <a:pt x="225742" y="26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8" name="object 78" descr=""/>
          <p:cNvGrpSpPr/>
          <p:nvPr/>
        </p:nvGrpSpPr>
        <p:grpSpPr>
          <a:xfrm>
            <a:off x="1209294" y="4954333"/>
            <a:ext cx="352425" cy="203200"/>
            <a:chOff x="1209294" y="4954333"/>
            <a:chExt cx="352425" cy="203200"/>
          </a:xfrm>
        </p:grpSpPr>
        <p:pic>
          <p:nvPicPr>
            <p:cNvPr id="79" name="object 7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95412" y="4954333"/>
              <a:ext cx="166306" cy="202977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09294" y="4954333"/>
              <a:ext cx="152590" cy="196881"/>
            </a:xfrm>
            <a:prstGeom prst="rect">
              <a:avLst/>
            </a:prstGeom>
          </p:spPr>
        </p:pic>
      </p:grpSp>
      <p:pic>
        <p:nvPicPr>
          <p:cNvPr id="81" name="object 8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19630" y="4949761"/>
            <a:ext cx="305085" cy="207549"/>
          </a:xfrm>
          <a:prstGeom prst="rect">
            <a:avLst/>
          </a:prstGeom>
        </p:spPr>
      </p:pic>
      <p:grpSp>
        <p:nvGrpSpPr>
          <p:cNvPr id="82" name="object 82" descr=""/>
          <p:cNvGrpSpPr/>
          <p:nvPr/>
        </p:nvGrpSpPr>
        <p:grpSpPr>
          <a:xfrm>
            <a:off x="2054351" y="4890865"/>
            <a:ext cx="357505" cy="266700"/>
            <a:chOff x="2054351" y="4890865"/>
            <a:chExt cx="357505" cy="266700"/>
          </a:xfrm>
        </p:grpSpPr>
        <p:sp>
          <p:nvSpPr>
            <p:cNvPr id="83" name="object 83" descr=""/>
            <p:cNvSpPr/>
            <p:nvPr/>
          </p:nvSpPr>
          <p:spPr>
            <a:xfrm>
              <a:off x="2054339" y="4890871"/>
              <a:ext cx="158750" cy="260350"/>
            </a:xfrm>
            <a:custGeom>
              <a:avLst/>
              <a:gdLst/>
              <a:ahLst/>
              <a:cxnLst/>
              <a:rect l="l" t="t" r="r" b="b"/>
              <a:pathLst>
                <a:path w="158750" h="260350">
                  <a:moveTo>
                    <a:pt x="158686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111760"/>
                  </a:lnTo>
                  <a:lnTo>
                    <a:pt x="0" y="152400"/>
                  </a:lnTo>
                  <a:lnTo>
                    <a:pt x="0" y="260350"/>
                  </a:lnTo>
                  <a:lnTo>
                    <a:pt x="45821" y="260350"/>
                  </a:lnTo>
                  <a:lnTo>
                    <a:pt x="45821" y="152400"/>
                  </a:lnTo>
                  <a:lnTo>
                    <a:pt x="141922" y="152400"/>
                  </a:lnTo>
                  <a:lnTo>
                    <a:pt x="141922" y="111760"/>
                  </a:lnTo>
                  <a:lnTo>
                    <a:pt x="45821" y="111760"/>
                  </a:lnTo>
                  <a:lnTo>
                    <a:pt x="45821" y="38100"/>
                  </a:lnTo>
                  <a:lnTo>
                    <a:pt x="158686" y="38100"/>
                  </a:lnTo>
                  <a:lnTo>
                    <a:pt x="1586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45042" y="4954333"/>
              <a:ext cx="166306" cy="202977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2469260" y="4868894"/>
            <a:ext cx="831850" cy="288925"/>
            <a:chOff x="2469260" y="4868894"/>
            <a:chExt cx="831850" cy="288925"/>
          </a:xfrm>
        </p:grpSpPr>
        <p:pic>
          <p:nvPicPr>
            <p:cNvPr id="86" name="object 8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69260" y="4949761"/>
              <a:ext cx="167830" cy="201453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81287" y="4949761"/>
              <a:ext cx="158686" cy="207549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2856738" y="4868900"/>
              <a:ext cx="217170" cy="288925"/>
            </a:xfrm>
            <a:custGeom>
              <a:avLst/>
              <a:gdLst/>
              <a:ahLst/>
              <a:cxnLst/>
              <a:rect l="l" t="t" r="r" b="b"/>
              <a:pathLst>
                <a:path w="217169" h="288925">
                  <a:moveTo>
                    <a:pt x="131152" y="280797"/>
                  </a:moveTo>
                  <a:lnTo>
                    <a:pt x="123532" y="245745"/>
                  </a:lnTo>
                  <a:lnTo>
                    <a:pt x="120484" y="247269"/>
                  </a:lnTo>
                  <a:lnTo>
                    <a:pt x="115912" y="248793"/>
                  </a:lnTo>
                  <a:lnTo>
                    <a:pt x="112864" y="250317"/>
                  </a:lnTo>
                  <a:lnTo>
                    <a:pt x="102196" y="250317"/>
                  </a:lnTo>
                  <a:lnTo>
                    <a:pt x="90195" y="248285"/>
                  </a:lnTo>
                  <a:lnTo>
                    <a:pt x="81622" y="242112"/>
                  </a:lnTo>
                  <a:lnTo>
                    <a:pt x="76479" y="231635"/>
                  </a:lnTo>
                  <a:lnTo>
                    <a:pt x="74764" y="216687"/>
                  </a:lnTo>
                  <a:lnTo>
                    <a:pt x="74764" y="122110"/>
                  </a:lnTo>
                  <a:lnTo>
                    <a:pt x="125056" y="122110"/>
                  </a:lnTo>
                  <a:lnTo>
                    <a:pt x="125056" y="85432"/>
                  </a:lnTo>
                  <a:lnTo>
                    <a:pt x="74764" y="85432"/>
                  </a:lnTo>
                  <a:lnTo>
                    <a:pt x="74764" y="32092"/>
                  </a:lnTo>
                  <a:lnTo>
                    <a:pt x="36576" y="32092"/>
                  </a:lnTo>
                  <a:lnTo>
                    <a:pt x="30480" y="85432"/>
                  </a:lnTo>
                  <a:lnTo>
                    <a:pt x="0" y="88582"/>
                  </a:lnTo>
                  <a:lnTo>
                    <a:pt x="0" y="122110"/>
                  </a:lnTo>
                  <a:lnTo>
                    <a:pt x="28956" y="122110"/>
                  </a:lnTo>
                  <a:lnTo>
                    <a:pt x="28994" y="224447"/>
                  </a:lnTo>
                  <a:lnTo>
                    <a:pt x="29337" y="231787"/>
                  </a:lnTo>
                  <a:lnTo>
                    <a:pt x="30238" y="238848"/>
                  </a:lnTo>
                  <a:lnTo>
                    <a:pt x="32004" y="245745"/>
                  </a:lnTo>
                  <a:lnTo>
                    <a:pt x="33528" y="253365"/>
                  </a:lnTo>
                  <a:lnTo>
                    <a:pt x="38100" y="260985"/>
                  </a:lnTo>
                  <a:lnTo>
                    <a:pt x="42672" y="267081"/>
                  </a:lnTo>
                  <a:lnTo>
                    <a:pt x="47244" y="274701"/>
                  </a:lnTo>
                  <a:lnTo>
                    <a:pt x="91528" y="288417"/>
                  </a:lnTo>
                  <a:lnTo>
                    <a:pt x="99148" y="288417"/>
                  </a:lnTo>
                  <a:lnTo>
                    <a:pt x="105244" y="286893"/>
                  </a:lnTo>
                  <a:lnTo>
                    <a:pt x="112864" y="285369"/>
                  </a:lnTo>
                  <a:lnTo>
                    <a:pt x="131152" y="280797"/>
                  </a:lnTo>
                  <a:close/>
                </a:path>
                <a:path w="217169" h="288925">
                  <a:moveTo>
                    <a:pt x="212026" y="85445"/>
                  </a:moveTo>
                  <a:lnTo>
                    <a:pt x="166204" y="85445"/>
                  </a:lnTo>
                  <a:lnTo>
                    <a:pt x="166204" y="282321"/>
                  </a:lnTo>
                  <a:lnTo>
                    <a:pt x="212026" y="282321"/>
                  </a:lnTo>
                  <a:lnTo>
                    <a:pt x="212026" y="85445"/>
                  </a:lnTo>
                  <a:close/>
                </a:path>
                <a:path w="217169" h="288925">
                  <a:moveTo>
                    <a:pt x="216598" y="18389"/>
                  </a:moveTo>
                  <a:lnTo>
                    <a:pt x="215074" y="12192"/>
                  </a:lnTo>
                  <a:lnTo>
                    <a:pt x="204406" y="1524"/>
                  </a:lnTo>
                  <a:lnTo>
                    <a:pt x="196786" y="0"/>
                  </a:lnTo>
                  <a:lnTo>
                    <a:pt x="180022" y="0"/>
                  </a:lnTo>
                  <a:lnTo>
                    <a:pt x="173824" y="1524"/>
                  </a:lnTo>
                  <a:lnTo>
                    <a:pt x="167728" y="6096"/>
                  </a:lnTo>
                  <a:lnTo>
                    <a:pt x="163156" y="12192"/>
                  </a:lnTo>
                  <a:lnTo>
                    <a:pt x="160108" y="18389"/>
                  </a:lnTo>
                  <a:lnTo>
                    <a:pt x="160108" y="33629"/>
                  </a:lnTo>
                  <a:lnTo>
                    <a:pt x="163156" y="39725"/>
                  </a:lnTo>
                  <a:lnTo>
                    <a:pt x="167728" y="44297"/>
                  </a:lnTo>
                  <a:lnTo>
                    <a:pt x="173824" y="48869"/>
                  </a:lnTo>
                  <a:lnTo>
                    <a:pt x="180022" y="51917"/>
                  </a:lnTo>
                  <a:lnTo>
                    <a:pt x="196786" y="51917"/>
                  </a:lnTo>
                  <a:lnTo>
                    <a:pt x="204406" y="48869"/>
                  </a:lnTo>
                  <a:lnTo>
                    <a:pt x="208978" y="44297"/>
                  </a:lnTo>
                  <a:lnTo>
                    <a:pt x="215074" y="39725"/>
                  </a:lnTo>
                  <a:lnTo>
                    <a:pt x="216598" y="33629"/>
                  </a:lnTo>
                  <a:lnTo>
                    <a:pt x="216598" y="183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14484" y="4949761"/>
              <a:ext cx="186118" cy="207549"/>
            </a:xfrm>
            <a:prstGeom prst="rect">
              <a:avLst/>
            </a:prstGeom>
          </p:spPr>
        </p:pic>
      </p:grpSp>
      <p:pic>
        <p:nvPicPr>
          <p:cNvPr id="90" name="object 9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46322" y="4949761"/>
            <a:ext cx="167830" cy="201453"/>
          </a:xfrm>
          <a:prstGeom prst="rect">
            <a:avLst/>
          </a:prstGeom>
        </p:spPr>
      </p:pic>
      <p:sp>
        <p:nvSpPr>
          <p:cNvPr id="91" name="object 91" descr=""/>
          <p:cNvSpPr/>
          <p:nvPr/>
        </p:nvSpPr>
        <p:spPr>
          <a:xfrm>
            <a:off x="3622446" y="4890325"/>
            <a:ext cx="431800" cy="339090"/>
          </a:xfrm>
          <a:custGeom>
            <a:avLst/>
            <a:gdLst/>
            <a:ahLst/>
            <a:cxnLst/>
            <a:rect l="l" t="t" r="r" b="b"/>
            <a:pathLst>
              <a:path w="431800" h="339089">
                <a:moveTo>
                  <a:pt x="224218" y="260896"/>
                </a:moveTo>
                <a:lnTo>
                  <a:pt x="201231" y="190690"/>
                </a:lnTo>
                <a:lnTo>
                  <a:pt x="189255" y="154114"/>
                </a:lnTo>
                <a:lnTo>
                  <a:pt x="150253" y="35052"/>
                </a:lnTo>
                <a:lnTo>
                  <a:pt x="144868" y="18618"/>
                </a:lnTo>
                <a:lnTo>
                  <a:pt x="144868" y="154114"/>
                </a:lnTo>
                <a:lnTo>
                  <a:pt x="77812" y="154114"/>
                </a:lnTo>
                <a:lnTo>
                  <a:pt x="86956" y="122021"/>
                </a:lnTo>
                <a:lnTo>
                  <a:pt x="90157" y="111709"/>
                </a:lnTo>
                <a:lnTo>
                  <a:pt x="93052" y="101257"/>
                </a:lnTo>
                <a:lnTo>
                  <a:pt x="95961" y="90512"/>
                </a:lnTo>
                <a:lnTo>
                  <a:pt x="99148" y="79349"/>
                </a:lnTo>
                <a:lnTo>
                  <a:pt x="101676" y="68783"/>
                </a:lnTo>
                <a:lnTo>
                  <a:pt x="104482" y="57772"/>
                </a:lnTo>
                <a:lnTo>
                  <a:pt x="107302" y="46482"/>
                </a:lnTo>
                <a:lnTo>
                  <a:pt x="109816" y="35052"/>
                </a:lnTo>
                <a:lnTo>
                  <a:pt x="111340" y="35052"/>
                </a:lnTo>
                <a:lnTo>
                  <a:pt x="114541" y="46253"/>
                </a:lnTo>
                <a:lnTo>
                  <a:pt x="120345" y="68097"/>
                </a:lnTo>
                <a:lnTo>
                  <a:pt x="123532" y="79349"/>
                </a:lnTo>
                <a:lnTo>
                  <a:pt x="126085" y="90512"/>
                </a:lnTo>
                <a:lnTo>
                  <a:pt x="129057" y="101257"/>
                </a:lnTo>
                <a:lnTo>
                  <a:pt x="132321" y="111709"/>
                </a:lnTo>
                <a:lnTo>
                  <a:pt x="135724" y="122021"/>
                </a:lnTo>
                <a:lnTo>
                  <a:pt x="144868" y="154114"/>
                </a:lnTo>
                <a:lnTo>
                  <a:pt x="144868" y="18618"/>
                </a:lnTo>
                <a:lnTo>
                  <a:pt x="138772" y="0"/>
                </a:lnTo>
                <a:lnTo>
                  <a:pt x="83908" y="0"/>
                </a:lnTo>
                <a:lnTo>
                  <a:pt x="0" y="260896"/>
                </a:lnTo>
                <a:lnTo>
                  <a:pt x="47244" y="260896"/>
                </a:lnTo>
                <a:lnTo>
                  <a:pt x="67144" y="190690"/>
                </a:lnTo>
                <a:lnTo>
                  <a:pt x="155536" y="190690"/>
                </a:lnTo>
                <a:lnTo>
                  <a:pt x="175450" y="260896"/>
                </a:lnTo>
                <a:lnTo>
                  <a:pt x="224218" y="260896"/>
                </a:lnTo>
                <a:close/>
              </a:path>
              <a:path w="431800" h="339089">
                <a:moveTo>
                  <a:pt x="431673" y="160210"/>
                </a:moveTo>
                <a:lnTo>
                  <a:pt x="427101" y="118973"/>
                </a:lnTo>
                <a:lnTo>
                  <a:pt x="406120" y="80657"/>
                </a:lnTo>
                <a:lnTo>
                  <a:pt x="384429" y="65849"/>
                </a:lnTo>
                <a:lnTo>
                  <a:pt x="384429" y="160210"/>
                </a:lnTo>
                <a:lnTo>
                  <a:pt x="383565" y="176225"/>
                </a:lnTo>
                <a:lnTo>
                  <a:pt x="363474" y="218605"/>
                </a:lnTo>
                <a:lnTo>
                  <a:pt x="338620" y="228892"/>
                </a:lnTo>
                <a:lnTo>
                  <a:pt x="332524" y="228892"/>
                </a:lnTo>
                <a:lnTo>
                  <a:pt x="326428" y="227368"/>
                </a:lnTo>
                <a:lnTo>
                  <a:pt x="318808" y="224320"/>
                </a:lnTo>
                <a:lnTo>
                  <a:pt x="312712" y="222796"/>
                </a:lnTo>
                <a:lnTo>
                  <a:pt x="305092" y="218224"/>
                </a:lnTo>
                <a:lnTo>
                  <a:pt x="298996" y="212128"/>
                </a:lnTo>
                <a:lnTo>
                  <a:pt x="298996" y="120497"/>
                </a:lnTo>
                <a:lnTo>
                  <a:pt x="309511" y="110490"/>
                </a:lnTo>
                <a:lnTo>
                  <a:pt x="320332" y="103352"/>
                </a:lnTo>
                <a:lnTo>
                  <a:pt x="331139" y="99060"/>
                </a:lnTo>
                <a:lnTo>
                  <a:pt x="341668" y="97637"/>
                </a:lnTo>
                <a:lnTo>
                  <a:pt x="352234" y="98755"/>
                </a:lnTo>
                <a:lnTo>
                  <a:pt x="381952" y="133883"/>
                </a:lnTo>
                <a:lnTo>
                  <a:pt x="384429" y="160210"/>
                </a:lnTo>
                <a:lnTo>
                  <a:pt x="384429" y="65849"/>
                </a:lnTo>
                <a:lnTo>
                  <a:pt x="380149" y="64008"/>
                </a:lnTo>
                <a:lnTo>
                  <a:pt x="371805" y="61544"/>
                </a:lnTo>
                <a:lnTo>
                  <a:pt x="362966" y="59994"/>
                </a:lnTo>
                <a:lnTo>
                  <a:pt x="353860" y="59436"/>
                </a:lnTo>
                <a:lnTo>
                  <a:pt x="345871" y="59994"/>
                </a:lnTo>
                <a:lnTo>
                  <a:pt x="308521" y="76301"/>
                </a:lnTo>
                <a:lnTo>
                  <a:pt x="295948" y="85445"/>
                </a:lnTo>
                <a:lnTo>
                  <a:pt x="292900" y="85445"/>
                </a:lnTo>
                <a:lnTo>
                  <a:pt x="289852" y="64008"/>
                </a:lnTo>
                <a:lnTo>
                  <a:pt x="253174" y="64008"/>
                </a:lnTo>
                <a:lnTo>
                  <a:pt x="253174" y="338709"/>
                </a:lnTo>
                <a:lnTo>
                  <a:pt x="298996" y="338709"/>
                </a:lnTo>
                <a:lnTo>
                  <a:pt x="298996" y="277660"/>
                </a:lnTo>
                <a:lnTo>
                  <a:pt x="297472" y="244132"/>
                </a:lnTo>
                <a:lnTo>
                  <a:pt x="303199" y="249326"/>
                </a:lnTo>
                <a:lnTo>
                  <a:pt x="341134" y="266471"/>
                </a:lnTo>
                <a:lnTo>
                  <a:pt x="347764" y="266992"/>
                </a:lnTo>
                <a:lnTo>
                  <a:pt x="355765" y="266446"/>
                </a:lnTo>
                <a:lnTo>
                  <a:pt x="393382" y="250418"/>
                </a:lnTo>
                <a:lnTo>
                  <a:pt x="412407" y="228892"/>
                </a:lnTo>
                <a:lnTo>
                  <a:pt x="416052" y="222973"/>
                </a:lnTo>
                <a:lnTo>
                  <a:pt x="420344" y="214210"/>
                </a:lnTo>
                <a:lnTo>
                  <a:pt x="424053" y="204406"/>
                </a:lnTo>
                <a:lnTo>
                  <a:pt x="427812" y="194716"/>
                </a:lnTo>
                <a:lnTo>
                  <a:pt x="430149" y="184023"/>
                </a:lnTo>
                <a:lnTo>
                  <a:pt x="431342" y="172478"/>
                </a:lnTo>
                <a:lnTo>
                  <a:pt x="431673" y="1602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 descr=""/>
          <p:cNvSpPr/>
          <p:nvPr/>
        </p:nvSpPr>
        <p:spPr>
          <a:xfrm>
            <a:off x="4099845" y="4949761"/>
            <a:ext cx="180340" cy="279400"/>
          </a:xfrm>
          <a:custGeom>
            <a:avLst/>
            <a:gdLst/>
            <a:ahLst/>
            <a:cxnLst/>
            <a:rect l="l" t="t" r="r" b="b"/>
            <a:pathLst>
              <a:path w="180339" h="279400">
                <a:moveTo>
                  <a:pt x="157513" y="26003"/>
                </a:moveTo>
                <a:lnTo>
                  <a:pt x="42767" y="26003"/>
                </a:lnTo>
                <a:lnTo>
                  <a:pt x="70199" y="7715"/>
                </a:lnTo>
                <a:lnTo>
                  <a:pt x="78200" y="4540"/>
                </a:lnTo>
                <a:lnTo>
                  <a:pt x="86201" y="2107"/>
                </a:lnTo>
                <a:lnTo>
                  <a:pt x="94202" y="549"/>
                </a:lnTo>
                <a:lnTo>
                  <a:pt x="102203" y="0"/>
                </a:lnTo>
                <a:lnTo>
                  <a:pt x="111140" y="549"/>
                </a:lnTo>
                <a:lnTo>
                  <a:pt x="148399" y="15906"/>
                </a:lnTo>
                <a:lnTo>
                  <a:pt x="157513" y="26003"/>
                </a:lnTo>
                <a:close/>
              </a:path>
              <a:path w="180339" h="279400">
                <a:moveTo>
                  <a:pt x="45815" y="279273"/>
                </a:moveTo>
                <a:lnTo>
                  <a:pt x="0" y="279273"/>
                </a:lnTo>
                <a:lnTo>
                  <a:pt x="0" y="4572"/>
                </a:lnTo>
                <a:lnTo>
                  <a:pt x="38195" y="4572"/>
                </a:lnTo>
                <a:lnTo>
                  <a:pt x="41243" y="26003"/>
                </a:lnTo>
                <a:lnTo>
                  <a:pt x="157513" y="26003"/>
                </a:lnTo>
                <a:lnTo>
                  <a:pt x="158686" y="27527"/>
                </a:lnTo>
                <a:lnTo>
                  <a:pt x="163853" y="34671"/>
                </a:lnTo>
                <a:lnTo>
                  <a:pt x="165757" y="38195"/>
                </a:lnTo>
                <a:lnTo>
                  <a:pt x="90011" y="38195"/>
                </a:lnTo>
                <a:lnTo>
                  <a:pt x="79462" y="39624"/>
                </a:lnTo>
                <a:lnTo>
                  <a:pt x="68484" y="43910"/>
                </a:lnTo>
                <a:lnTo>
                  <a:pt x="57221" y="51054"/>
                </a:lnTo>
                <a:lnTo>
                  <a:pt x="45815" y="61055"/>
                </a:lnTo>
                <a:lnTo>
                  <a:pt x="45815" y="152685"/>
                </a:lnTo>
                <a:lnTo>
                  <a:pt x="53435" y="158781"/>
                </a:lnTo>
                <a:lnTo>
                  <a:pt x="61055" y="163353"/>
                </a:lnTo>
                <a:lnTo>
                  <a:pt x="67151" y="164877"/>
                </a:lnTo>
                <a:lnTo>
                  <a:pt x="73247" y="167925"/>
                </a:lnTo>
                <a:lnTo>
                  <a:pt x="80867" y="169449"/>
                </a:lnTo>
                <a:lnTo>
                  <a:pt x="160759" y="169449"/>
                </a:lnTo>
                <a:lnTo>
                  <a:pt x="159543" y="171424"/>
                </a:lnTo>
                <a:lnTo>
                  <a:pt x="154114" y="178593"/>
                </a:lnTo>
                <a:lnTo>
                  <a:pt x="148528" y="184689"/>
                </a:lnTo>
                <a:lnTo>
                  <a:pt x="45815" y="184689"/>
                </a:lnTo>
                <a:lnTo>
                  <a:pt x="45815" y="279273"/>
                </a:lnTo>
                <a:close/>
              </a:path>
              <a:path w="180339" h="279400">
                <a:moveTo>
                  <a:pt x="160759" y="169449"/>
                </a:moveTo>
                <a:lnTo>
                  <a:pt x="85439" y="169449"/>
                </a:lnTo>
                <a:lnTo>
                  <a:pt x="95193" y="168306"/>
                </a:lnTo>
                <a:lnTo>
                  <a:pt x="103965" y="164877"/>
                </a:lnTo>
                <a:lnTo>
                  <a:pt x="129349" y="130504"/>
                </a:lnTo>
                <a:lnTo>
                  <a:pt x="132778" y="100774"/>
                </a:lnTo>
                <a:lnTo>
                  <a:pt x="131968" y="86757"/>
                </a:lnTo>
                <a:lnTo>
                  <a:pt x="116666" y="47839"/>
                </a:lnTo>
                <a:lnTo>
                  <a:pt x="90011" y="38195"/>
                </a:lnTo>
                <a:lnTo>
                  <a:pt x="165757" y="38195"/>
                </a:lnTo>
                <a:lnTo>
                  <a:pt x="168021" y="42386"/>
                </a:lnTo>
                <a:lnTo>
                  <a:pt x="171330" y="50673"/>
                </a:lnTo>
                <a:lnTo>
                  <a:pt x="173926" y="59531"/>
                </a:lnTo>
                <a:lnTo>
                  <a:pt x="176807" y="68975"/>
                </a:lnTo>
                <a:lnTo>
                  <a:pt x="178689" y="79009"/>
                </a:lnTo>
                <a:lnTo>
                  <a:pt x="179712" y="89615"/>
                </a:lnTo>
                <a:lnTo>
                  <a:pt x="180022" y="100774"/>
                </a:lnTo>
                <a:lnTo>
                  <a:pt x="179474" y="113037"/>
                </a:lnTo>
                <a:lnTo>
                  <a:pt x="168687" y="154764"/>
                </a:lnTo>
                <a:lnTo>
                  <a:pt x="164401" y="163532"/>
                </a:lnTo>
                <a:lnTo>
                  <a:pt x="160759" y="169449"/>
                </a:lnTo>
                <a:close/>
              </a:path>
              <a:path w="180339" h="279400">
                <a:moveTo>
                  <a:pt x="96107" y="207549"/>
                </a:moveTo>
                <a:lnTo>
                  <a:pt x="57435" y="194214"/>
                </a:lnTo>
                <a:lnTo>
                  <a:pt x="45815" y="184689"/>
                </a:lnTo>
                <a:lnTo>
                  <a:pt x="148528" y="184689"/>
                </a:lnTo>
                <a:lnTo>
                  <a:pt x="111966" y="205454"/>
                </a:lnTo>
                <a:lnTo>
                  <a:pt x="96107" y="2075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3" name="object 93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497323" y="4811267"/>
            <a:ext cx="313943" cy="396239"/>
          </a:xfrm>
          <a:prstGeom prst="rect">
            <a:avLst/>
          </a:prstGeom>
        </p:spPr>
      </p:pic>
      <p:grpSp>
        <p:nvGrpSpPr>
          <p:cNvPr id="94" name="object 94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95" name="object 9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3254406"/>
            <a:ext cx="1144270" cy="56515"/>
          </a:xfrm>
          <a:custGeom>
            <a:avLst/>
            <a:gdLst/>
            <a:ahLst/>
            <a:cxnLst/>
            <a:rect l="l" t="t" r="r" b="b"/>
            <a:pathLst>
              <a:path w="1144270" h="56514">
                <a:moveTo>
                  <a:pt x="1122616" y="56483"/>
                </a:move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3048" y="39719"/>
                </a:lnTo>
                <a:lnTo>
                  <a:pt x="1524" y="35051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1524" y="21335"/>
                </a:lnTo>
                <a:lnTo>
                  <a:pt x="3048" y="16763"/>
                </a:lnTo>
                <a:lnTo>
                  <a:pt x="6096" y="10667"/>
                </a:lnTo>
                <a:lnTo>
                  <a:pt x="10668" y="6095"/>
                </a:lnTo>
                <a:lnTo>
                  <a:pt x="15240" y="3047"/>
                </a:lnTo>
                <a:lnTo>
                  <a:pt x="21336" y="0"/>
                </a:lnTo>
                <a:lnTo>
                  <a:pt x="1122616" y="0"/>
                </a:lnTo>
                <a:lnTo>
                  <a:pt x="1127188" y="1523"/>
                </a:lnTo>
                <a:lnTo>
                  <a:pt x="1130236" y="3047"/>
                </a:lnTo>
                <a:lnTo>
                  <a:pt x="1133284" y="6095"/>
                </a:lnTo>
                <a:lnTo>
                  <a:pt x="1136427" y="7619"/>
                </a:lnTo>
                <a:lnTo>
                  <a:pt x="1139475" y="10667"/>
                </a:lnTo>
                <a:lnTo>
                  <a:pt x="1142523" y="16763"/>
                </a:lnTo>
                <a:lnTo>
                  <a:pt x="1144047" y="21335"/>
                </a:lnTo>
                <a:lnTo>
                  <a:pt x="1144047" y="35051"/>
                </a:lnTo>
                <a:lnTo>
                  <a:pt x="1142523" y="39719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9476" y="2453258"/>
            <a:ext cx="488315" cy="419734"/>
          </a:xfrm>
          <a:custGeom>
            <a:avLst/>
            <a:gdLst/>
            <a:ahLst/>
            <a:cxnLst/>
            <a:rect l="l" t="t" r="r" b="b"/>
            <a:pathLst>
              <a:path w="488314" h="419735">
                <a:moveTo>
                  <a:pt x="408812" y="419671"/>
                </a:moveTo>
                <a:lnTo>
                  <a:pt x="315753" y="419671"/>
                </a:lnTo>
                <a:lnTo>
                  <a:pt x="263842" y="198405"/>
                </a:lnTo>
                <a:lnTo>
                  <a:pt x="245554" y="102203"/>
                </a:lnTo>
                <a:lnTo>
                  <a:pt x="242506" y="102203"/>
                </a:lnTo>
                <a:lnTo>
                  <a:pt x="240863" y="114593"/>
                </a:lnTo>
                <a:lnTo>
                  <a:pt x="238505" y="126670"/>
                </a:lnTo>
                <a:lnTo>
                  <a:pt x="235862" y="138730"/>
                </a:lnTo>
                <a:lnTo>
                  <a:pt x="224218" y="198405"/>
                </a:lnTo>
                <a:lnTo>
                  <a:pt x="173926" y="419671"/>
                </a:lnTo>
                <a:lnTo>
                  <a:pt x="82391" y="419671"/>
                </a:lnTo>
                <a:lnTo>
                  <a:pt x="0" y="0"/>
                </a:lnTo>
                <a:lnTo>
                  <a:pt x="76295" y="0"/>
                </a:lnTo>
                <a:lnTo>
                  <a:pt x="112871" y="212121"/>
                </a:lnTo>
                <a:lnTo>
                  <a:pt x="122015" y="279273"/>
                </a:lnTo>
                <a:lnTo>
                  <a:pt x="125182" y="295514"/>
                </a:lnTo>
                <a:lnTo>
                  <a:pt x="127920" y="312050"/>
                </a:lnTo>
                <a:lnTo>
                  <a:pt x="132683" y="344900"/>
                </a:lnTo>
                <a:lnTo>
                  <a:pt x="135731" y="344900"/>
                </a:lnTo>
                <a:lnTo>
                  <a:pt x="149447" y="279273"/>
                </a:lnTo>
                <a:lnTo>
                  <a:pt x="159734" y="228387"/>
                </a:lnTo>
                <a:lnTo>
                  <a:pt x="163163" y="212121"/>
                </a:lnTo>
                <a:lnTo>
                  <a:pt x="213550" y="0"/>
                </a:lnTo>
                <a:lnTo>
                  <a:pt x="279177" y="0"/>
                </a:lnTo>
                <a:lnTo>
                  <a:pt x="330993" y="212121"/>
                </a:lnTo>
                <a:lnTo>
                  <a:pt x="341280" y="260810"/>
                </a:lnTo>
                <a:lnTo>
                  <a:pt x="354996" y="328581"/>
                </a:lnTo>
                <a:lnTo>
                  <a:pt x="358425" y="344900"/>
                </a:lnTo>
                <a:lnTo>
                  <a:pt x="361473" y="344900"/>
                </a:lnTo>
                <a:lnTo>
                  <a:pt x="372929" y="261453"/>
                </a:lnTo>
                <a:lnTo>
                  <a:pt x="375392" y="244899"/>
                </a:lnTo>
                <a:lnTo>
                  <a:pt x="378158" y="228363"/>
                </a:lnTo>
                <a:lnTo>
                  <a:pt x="381381" y="212121"/>
                </a:lnTo>
                <a:lnTo>
                  <a:pt x="417957" y="0"/>
                </a:lnTo>
                <a:lnTo>
                  <a:pt x="488156" y="0"/>
                </a:lnTo>
                <a:lnTo>
                  <a:pt x="408812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63164" y="2453830"/>
            <a:ext cx="74930" cy="168910"/>
          </a:xfrm>
          <a:custGeom>
            <a:avLst/>
            <a:gdLst/>
            <a:ahLst/>
            <a:cxnLst/>
            <a:rect l="l" t="t" r="r" b="b"/>
            <a:pathLst>
              <a:path w="74930" h="168910">
                <a:moveTo>
                  <a:pt x="0" y="0"/>
                </a:moveTo>
                <a:lnTo>
                  <a:pt x="74771" y="0"/>
                </a:lnTo>
                <a:lnTo>
                  <a:pt x="74771" y="168910"/>
                </a:lnTo>
                <a:lnTo>
                  <a:pt x="0" y="168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63165" y="2453830"/>
            <a:ext cx="319405" cy="419100"/>
          </a:xfrm>
          <a:custGeom>
            <a:avLst/>
            <a:gdLst/>
            <a:ahLst/>
            <a:cxnLst/>
            <a:rect l="l" t="t" r="r" b="b"/>
            <a:pathLst>
              <a:path w="319405" h="419100">
                <a:moveTo>
                  <a:pt x="318795" y="0"/>
                </a:moveTo>
                <a:lnTo>
                  <a:pt x="244119" y="0"/>
                </a:lnTo>
                <a:lnTo>
                  <a:pt x="244119" y="168910"/>
                </a:lnTo>
                <a:lnTo>
                  <a:pt x="0" y="168910"/>
                </a:lnTo>
                <a:lnTo>
                  <a:pt x="0" y="232410"/>
                </a:lnTo>
                <a:lnTo>
                  <a:pt x="0" y="419100"/>
                </a:lnTo>
                <a:lnTo>
                  <a:pt x="74764" y="419100"/>
                </a:lnTo>
                <a:lnTo>
                  <a:pt x="74764" y="232410"/>
                </a:lnTo>
                <a:lnTo>
                  <a:pt x="244119" y="232410"/>
                </a:lnTo>
                <a:lnTo>
                  <a:pt x="244119" y="419100"/>
                </a:lnTo>
                <a:lnTo>
                  <a:pt x="318795" y="419100"/>
                </a:lnTo>
                <a:lnTo>
                  <a:pt x="318795" y="232410"/>
                </a:lnTo>
                <a:lnTo>
                  <a:pt x="318795" y="168910"/>
                </a:lnTo>
                <a:lnTo>
                  <a:pt x="3187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832353" y="2453258"/>
            <a:ext cx="325120" cy="419734"/>
          </a:xfrm>
          <a:custGeom>
            <a:avLst/>
            <a:gdLst/>
            <a:ahLst/>
            <a:cxnLst/>
            <a:rect l="l" t="t" r="r" b="b"/>
            <a:pathLst>
              <a:path w="325119" h="419735">
                <a:moveTo>
                  <a:pt x="199739" y="419671"/>
                </a:moveTo>
                <a:lnTo>
                  <a:pt x="125063" y="419671"/>
                </a:lnTo>
                <a:lnTo>
                  <a:pt x="125063" y="264032"/>
                </a:lnTo>
                <a:lnTo>
                  <a:pt x="0" y="0"/>
                </a:lnTo>
                <a:lnTo>
                  <a:pt x="79248" y="0"/>
                </a:lnTo>
                <a:lnTo>
                  <a:pt x="125063" y="106775"/>
                </a:lnTo>
                <a:lnTo>
                  <a:pt x="128754" y="119141"/>
                </a:lnTo>
                <a:lnTo>
                  <a:pt x="132873" y="131052"/>
                </a:lnTo>
                <a:lnTo>
                  <a:pt x="141827" y="154114"/>
                </a:lnTo>
                <a:lnTo>
                  <a:pt x="156186" y="187587"/>
                </a:lnTo>
                <a:lnTo>
                  <a:pt x="161639" y="199929"/>
                </a:lnTo>
                <a:lnTo>
                  <a:pt x="164687" y="199929"/>
                </a:lnTo>
                <a:lnTo>
                  <a:pt x="169283" y="187563"/>
                </a:lnTo>
                <a:lnTo>
                  <a:pt x="174021" y="175652"/>
                </a:lnTo>
                <a:lnTo>
                  <a:pt x="179046" y="164045"/>
                </a:lnTo>
                <a:lnTo>
                  <a:pt x="184499" y="152590"/>
                </a:lnTo>
                <a:lnTo>
                  <a:pt x="189071" y="142016"/>
                </a:lnTo>
                <a:lnTo>
                  <a:pt x="193643" y="130861"/>
                </a:lnTo>
                <a:lnTo>
                  <a:pt x="198215" y="119117"/>
                </a:lnTo>
                <a:lnTo>
                  <a:pt x="202787" y="106775"/>
                </a:lnTo>
                <a:lnTo>
                  <a:pt x="248602" y="0"/>
                </a:lnTo>
                <a:lnTo>
                  <a:pt x="324897" y="0"/>
                </a:lnTo>
                <a:lnTo>
                  <a:pt x="199739" y="264032"/>
                </a:lnTo>
                <a:lnTo>
                  <a:pt x="19973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85363" y="2453258"/>
            <a:ext cx="677545" cy="419734"/>
          </a:xfrm>
          <a:custGeom>
            <a:avLst/>
            <a:gdLst/>
            <a:ahLst/>
            <a:cxnLst/>
            <a:rect l="l" t="t" r="r" b="b"/>
            <a:pathLst>
              <a:path w="677545" h="419735">
                <a:moveTo>
                  <a:pt x="359943" y="419671"/>
                </a:moveTo>
                <a:lnTo>
                  <a:pt x="322999" y="306705"/>
                </a:lnTo>
                <a:lnTo>
                  <a:pt x="303530" y="247180"/>
                </a:lnTo>
                <a:lnTo>
                  <a:pt x="241655" y="58013"/>
                </a:lnTo>
                <a:lnTo>
                  <a:pt x="231838" y="27978"/>
                </a:lnTo>
                <a:lnTo>
                  <a:pt x="231838" y="247180"/>
                </a:lnTo>
                <a:lnTo>
                  <a:pt x="125056" y="247180"/>
                </a:lnTo>
                <a:lnTo>
                  <a:pt x="140296" y="196888"/>
                </a:lnTo>
                <a:lnTo>
                  <a:pt x="158584" y="128206"/>
                </a:lnTo>
                <a:lnTo>
                  <a:pt x="163156" y="110769"/>
                </a:lnTo>
                <a:lnTo>
                  <a:pt x="172339" y="75399"/>
                </a:lnTo>
                <a:lnTo>
                  <a:pt x="176974" y="58013"/>
                </a:lnTo>
                <a:lnTo>
                  <a:pt x="180022" y="58013"/>
                </a:lnTo>
                <a:lnTo>
                  <a:pt x="184594" y="75399"/>
                </a:lnTo>
                <a:lnTo>
                  <a:pt x="193738" y="110769"/>
                </a:lnTo>
                <a:lnTo>
                  <a:pt x="198310" y="128206"/>
                </a:lnTo>
                <a:lnTo>
                  <a:pt x="202895" y="145364"/>
                </a:lnTo>
                <a:lnTo>
                  <a:pt x="207645" y="162509"/>
                </a:lnTo>
                <a:lnTo>
                  <a:pt x="212661" y="179692"/>
                </a:lnTo>
                <a:lnTo>
                  <a:pt x="218122" y="196888"/>
                </a:lnTo>
                <a:lnTo>
                  <a:pt x="231838" y="247180"/>
                </a:lnTo>
                <a:lnTo>
                  <a:pt x="231838" y="27978"/>
                </a:lnTo>
                <a:lnTo>
                  <a:pt x="222694" y="0"/>
                </a:lnTo>
                <a:lnTo>
                  <a:pt x="135724" y="0"/>
                </a:lnTo>
                <a:lnTo>
                  <a:pt x="0" y="419671"/>
                </a:lnTo>
                <a:lnTo>
                  <a:pt x="74764" y="419671"/>
                </a:lnTo>
                <a:lnTo>
                  <a:pt x="108292" y="306705"/>
                </a:lnTo>
                <a:lnTo>
                  <a:pt x="248602" y="306705"/>
                </a:lnTo>
                <a:lnTo>
                  <a:pt x="282130" y="419671"/>
                </a:lnTo>
                <a:lnTo>
                  <a:pt x="359943" y="419671"/>
                </a:lnTo>
                <a:close/>
              </a:path>
              <a:path w="677545" h="419735">
                <a:moveTo>
                  <a:pt x="677227" y="357098"/>
                </a:moveTo>
                <a:lnTo>
                  <a:pt x="472821" y="357098"/>
                </a:lnTo>
                <a:lnTo>
                  <a:pt x="675703" y="45821"/>
                </a:lnTo>
                <a:lnTo>
                  <a:pt x="675703" y="0"/>
                </a:lnTo>
                <a:lnTo>
                  <a:pt x="399669" y="0"/>
                </a:lnTo>
                <a:lnTo>
                  <a:pt x="399669" y="62585"/>
                </a:lnTo>
                <a:lnTo>
                  <a:pt x="582637" y="62585"/>
                </a:lnTo>
                <a:lnTo>
                  <a:pt x="381279" y="375386"/>
                </a:lnTo>
                <a:lnTo>
                  <a:pt x="381279" y="419671"/>
                </a:lnTo>
                <a:lnTo>
                  <a:pt x="677227" y="419671"/>
                </a:lnTo>
                <a:lnTo>
                  <a:pt x="677227" y="357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031265" y="2453259"/>
            <a:ext cx="317500" cy="427355"/>
          </a:xfrm>
          <a:custGeom>
            <a:avLst/>
            <a:gdLst/>
            <a:ahLst/>
            <a:cxnLst/>
            <a:rect l="l" t="t" r="r" b="b"/>
            <a:pathLst>
              <a:path w="317500" h="427355">
                <a:moveTo>
                  <a:pt x="158591" y="427291"/>
                </a:moveTo>
                <a:lnTo>
                  <a:pt x="108227" y="421505"/>
                </a:lnTo>
                <a:lnTo>
                  <a:pt x="65579" y="402669"/>
                </a:lnTo>
                <a:lnTo>
                  <a:pt x="32956" y="370711"/>
                </a:lnTo>
                <a:lnTo>
                  <a:pt x="10668" y="323469"/>
                </a:lnTo>
                <a:lnTo>
                  <a:pt x="2476" y="283261"/>
                </a:lnTo>
                <a:lnTo>
                  <a:pt x="0" y="234981"/>
                </a:lnTo>
                <a:lnTo>
                  <a:pt x="0" y="0"/>
                </a:lnTo>
                <a:lnTo>
                  <a:pt x="73247" y="0"/>
                </a:lnTo>
                <a:lnTo>
                  <a:pt x="73247" y="241077"/>
                </a:lnTo>
                <a:lnTo>
                  <a:pt x="73771" y="257682"/>
                </a:lnTo>
                <a:lnTo>
                  <a:pt x="79343" y="299084"/>
                </a:lnTo>
                <a:lnTo>
                  <a:pt x="97631" y="335756"/>
                </a:lnTo>
                <a:lnTo>
                  <a:pt x="131802" y="359330"/>
                </a:lnTo>
                <a:lnTo>
                  <a:pt x="158591" y="363188"/>
                </a:lnTo>
                <a:lnTo>
                  <a:pt x="167726" y="362664"/>
                </a:lnTo>
                <a:lnTo>
                  <a:pt x="208597" y="348138"/>
                </a:lnTo>
                <a:lnTo>
                  <a:pt x="235743" y="309944"/>
                </a:lnTo>
                <a:lnTo>
                  <a:pt x="244221" y="272403"/>
                </a:lnTo>
                <a:lnTo>
                  <a:pt x="245554" y="241077"/>
                </a:lnTo>
                <a:lnTo>
                  <a:pt x="245554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468" y="260206"/>
                </a:lnTo>
                <a:lnTo>
                  <a:pt x="310848" y="304298"/>
                </a:lnTo>
                <a:lnTo>
                  <a:pt x="300321" y="340954"/>
                </a:lnTo>
                <a:lnTo>
                  <a:pt x="274510" y="383000"/>
                </a:lnTo>
                <a:lnTo>
                  <a:pt x="238506" y="410298"/>
                </a:lnTo>
                <a:lnTo>
                  <a:pt x="193155" y="424815"/>
                </a:lnTo>
                <a:lnTo>
                  <a:pt x="176386" y="426696"/>
                </a:lnTo>
                <a:lnTo>
                  <a:pt x="158591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452270" y="2453258"/>
            <a:ext cx="311785" cy="419734"/>
          </a:xfrm>
          <a:custGeom>
            <a:avLst/>
            <a:gdLst/>
            <a:ahLst/>
            <a:cxnLst/>
            <a:rect l="l" t="t" r="r" b="b"/>
            <a:pathLst>
              <a:path w="311785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7582" y="547"/>
                </a:lnTo>
                <a:lnTo>
                  <a:pt x="202882" y="7620"/>
                </a:lnTo>
                <a:lnTo>
                  <a:pt x="240815" y="20907"/>
                </a:lnTo>
                <a:lnTo>
                  <a:pt x="277368" y="54515"/>
                </a:lnTo>
                <a:lnTo>
                  <a:pt x="280205" y="59531"/>
                </a:lnTo>
                <a:lnTo>
                  <a:pt x="74771" y="59531"/>
                </a:lnTo>
                <a:lnTo>
                  <a:pt x="74771" y="196881"/>
                </a:lnTo>
                <a:lnTo>
                  <a:pt x="276804" y="196881"/>
                </a:lnTo>
                <a:lnTo>
                  <a:pt x="272986" y="202977"/>
                </a:lnTo>
                <a:lnTo>
                  <a:pt x="260675" y="216050"/>
                </a:lnTo>
                <a:lnTo>
                  <a:pt x="246507" y="227552"/>
                </a:lnTo>
                <a:lnTo>
                  <a:pt x="230338" y="237053"/>
                </a:lnTo>
                <a:lnTo>
                  <a:pt x="212026" y="244125"/>
                </a:lnTo>
                <a:lnTo>
                  <a:pt x="218052" y="254793"/>
                </a:lnTo>
                <a:lnTo>
                  <a:pt x="74771" y="254793"/>
                </a:lnTo>
                <a:lnTo>
                  <a:pt x="74771" y="419671"/>
                </a:lnTo>
                <a:close/>
              </a:path>
              <a:path w="311785" h="419735">
                <a:moveTo>
                  <a:pt x="276804" y="196881"/>
                </a:moveTo>
                <a:lnTo>
                  <a:pt x="134207" y="196881"/>
                </a:lnTo>
                <a:lnTo>
                  <a:pt x="153891" y="195737"/>
                </a:lnTo>
                <a:lnTo>
                  <a:pt x="171592" y="192297"/>
                </a:lnTo>
                <a:lnTo>
                  <a:pt x="209835" y="168449"/>
                </a:lnTo>
                <a:lnTo>
                  <a:pt x="222694" y="125158"/>
                </a:lnTo>
                <a:lnTo>
                  <a:pt x="221265" y="108244"/>
                </a:lnTo>
                <a:lnTo>
                  <a:pt x="199834" y="74771"/>
                </a:lnTo>
                <a:lnTo>
                  <a:pt x="154534" y="60412"/>
                </a:lnTo>
                <a:lnTo>
                  <a:pt x="134207" y="59531"/>
                </a:lnTo>
                <a:lnTo>
                  <a:pt x="280205" y="59531"/>
                </a:lnTo>
                <a:lnTo>
                  <a:pt x="295106" y="107672"/>
                </a:lnTo>
                <a:lnTo>
                  <a:pt x="295941" y="125158"/>
                </a:lnTo>
                <a:lnTo>
                  <a:pt x="294511" y="148020"/>
                </a:lnTo>
                <a:lnTo>
                  <a:pt x="290214" y="168604"/>
                </a:lnTo>
                <a:lnTo>
                  <a:pt x="283042" y="186920"/>
                </a:lnTo>
                <a:lnTo>
                  <a:pt x="276804" y="196881"/>
                </a:lnTo>
                <a:close/>
              </a:path>
              <a:path w="311785" h="419735">
                <a:moveTo>
                  <a:pt x="311181" y="419671"/>
                </a:moveTo>
                <a:lnTo>
                  <a:pt x="228790" y="419671"/>
                </a:lnTo>
                <a:lnTo>
                  <a:pt x="138779" y="254793"/>
                </a:lnTo>
                <a:lnTo>
                  <a:pt x="218052" y="254793"/>
                </a:lnTo>
                <a:lnTo>
                  <a:pt x="311181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835068" y="2453830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4" h="419100">
                <a:moveTo>
                  <a:pt x="259372" y="356870"/>
                </a:moveTo>
                <a:lnTo>
                  <a:pt x="74777" y="356870"/>
                </a:lnTo>
                <a:lnTo>
                  <a:pt x="74777" y="232410"/>
                </a:lnTo>
                <a:lnTo>
                  <a:pt x="225844" y="232410"/>
                </a:lnTo>
                <a:lnTo>
                  <a:pt x="225844" y="168910"/>
                </a:lnTo>
                <a:lnTo>
                  <a:pt x="74777" y="168910"/>
                </a:lnTo>
                <a:lnTo>
                  <a:pt x="74777" y="62230"/>
                </a:lnTo>
                <a:lnTo>
                  <a:pt x="253276" y="62230"/>
                </a:lnTo>
                <a:lnTo>
                  <a:pt x="253276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372" y="419100"/>
                </a:lnTo>
                <a:lnTo>
                  <a:pt x="259372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311038" y="2453830"/>
            <a:ext cx="253365" cy="419100"/>
          </a:xfrm>
          <a:custGeom>
            <a:avLst/>
            <a:gdLst/>
            <a:ahLst/>
            <a:cxnLst/>
            <a:rect l="l" t="t" r="r" b="b"/>
            <a:pathLst>
              <a:path w="253364" h="419100">
                <a:moveTo>
                  <a:pt x="253174" y="0"/>
                </a:moveTo>
                <a:lnTo>
                  <a:pt x="0" y="0"/>
                </a:lnTo>
                <a:lnTo>
                  <a:pt x="0" y="62230"/>
                </a:lnTo>
                <a:lnTo>
                  <a:pt x="0" y="180340"/>
                </a:lnTo>
                <a:lnTo>
                  <a:pt x="0" y="243840"/>
                </a:lnTo>
                <a:lnTo>
                  <a:pt x="0" y="419100"/>
                </a:lnTo>
                <a:lnTo>
                  <a:pt x="74777" y="419100"/>
                </a:lnTo>
                <a:lnTo>
                  <a:pt x="74777" y="243840"/>
                </a:lnTo>
                <a:lnTo>
                  <a:pt x="227266" y="243840"/>
                </a:lnTo>
                <a:lnTo>
                  <a:pt x="227266" y="180340"/>
                </a:lnTo>
                <a:lnTo>
                  <a:pt x="74777" y="180340"/>
                </a:lnTo>
                <a:lnTo>
                  <a:pt x="74777" y="62230"/>
                </a:lnTo>
                <a:lnTo>
                  <a:pt x="253174" y="62230"/>
                </a:lnTo>
                <a:lnTo>
                  <a:pt x="2531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635942" y="2453259"/>
            <a:ext cx="317500" cy="427355"/>
          </a:xfrm>
          <a:custGeom>
            <a:avLst/>
            <a:gdLst/>
            <a:ahLst/>
            <a:cxnLst/>
            <a:rect l="l" t="t" r="r" b="b"/>
            <a:pathLst>
              <a:path w="317500" h="427355">
                <a:moveTo>
                  <a:pt x="158591" y="427291"/>
                </a:moveTo>
                <a:lnTo>
                  <a:pt x="108227" y="421505"/>
                </a:lnTo>
                <a:lnTo>
                  <a:pt x="65579" y="402669"/>
                </a:lnTo>
                <a:lnTo>
                  <a:pt x="32956" y="370711"/>
                </a:lnTo>
                <a:lnTo>
                  <a:pt x="10668" y="323469"/>
                </a:lnTo>
                <a:lnTo>
                  <a:pt x="2476" y="283261"/>
                </a:lnTo>
                <a:lnTo>
                  <a:pt x="0" y="234981"/>
                </a:lnTo>
                <a:lnTo>
                  <a:pt x="0" y="0"/>
                </a:lnTo>
                <a:lnTo>
                  <a:pt x="74771" y="0"/>
                </a:lnTo>
                <a:lnTo>
                  <a:pt x="74771" y="241077"/>
                </a:lnTo>
                <a:lnTo>
                  <a:pt x="75080" y="257682"/>
                </a:lnTo>
                <a:lnTo>
                  <a:pt x="80867" y="299084"/>
                </a:lnTo>
                <a:lnTo>
                  <a:pt x="97631" y="335756"/>
                </a:lnTo>
                <a:lnTo>
                  <a:pt x="131802" y="359330"/>
                </a:lnTo>
                <a:lnTo>
                  <a:pt x="158591" y="363188"/>
                </a:lnTo>
                <a:lnTo>
                  <a:pt x="167766" y="362664"/>
                </a:lnTo>
                <a:lnTo>
                  <a:pt x="208597" y="348138"/>
                </a:lnTo>
                <a:lnTo>
                  <a:pt x="235743" y="309944"/>
                </a:lnTo>
                <a:lnTo>
                  <a:pt x="244221" y="272403"/>
                </a:lnTo>
                <a:lnTo>
                  <a:pt x="245554" y="241077"/>
                </a:lnTo>
                <a:lnTo>
                  <a:pt x="245554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682" y="260206"/>
                </a:lnTo>
                <a:lnTo>
                  <a:pt x="311491" y="304298"/>
                </a:lnTo>
                <a:lnTo>
                  <a:pt x="300321" y="340954"/>
                </a:lnTo>
                <a:lnTo>
                  <a:pt x="274510" y="383000"/>
                </a:lnTo>
                <a:lnTo>
                  <a:pt x="238506" y="410298"/>
                </a:lnTo>
                <a:lnTo>
                  <a:pt x="193155" y="424815"/>
                </a:lnTo>
                <a:lnTo>
                  <a:pt x="176386" y="426696"/>
                </a:lnTo>
                <a:lnTo>
                  <a:pt x="158591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056947" y="2453258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6775" y="183070"/>
                </a:lnTo>
                <a:lnTo>
                  <a:pt x="64008" y="94583"/>
                </a:lnTo>
                <a:lnTo>
                  <a:pt x="62484" y="94583"/>
                </a:lnTo>
                <a:lnTo>
                  <a:pt x="67056" y="164782"/>
                </a:lnTo>
                <a:lnTo>
                  <a:pt x="69111" y="182887"/>
                </a:lnTo>
                <a:lnTo>
                  <a:pt x="70568" y="200679"/>
                </a:lnTo>
                <a:lnTo>
                  <a:pt x="71436" y="218454"/>
                </a:lnTo>
                <a:lnTo>
                  <a:pt x="71723" y="236505"/>
                </a:lnTo>
                <a:lnTo>
                  <a:pt x="71723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7454" y="236505"/>
                </a:lnTo>
                <a:lnTo>
                  <a:pt x="250126" y="324993"/>
                </a:lnTo>
                <a:lnTo>
                  <a:pt x="253174" y="324993"/>
                </a:lnTo>
                <a:lnTo>
                  <a:pt x="251793" y="308679"/>
                </a:lnTo>
                <a:lnTo>
                  <a:pt x="248459" y="273732"/>
                </a:lnTo>
                <a:lnTo>
                  <a:pt x="247078" y="254793"/>
                </a:lnTo>
                <a:lnTo>
                  <a:pt x="245078" y="236504"/>
                </a:lnTo>
                <a:lnTo>
                  <a:pt x="243649" y="218205"/>
                </a:lnTo>
                <a:lnTo>
                  <a:pt x="242792" y="199889"/>
                </a:lnTo>
                <a:lnTo>
                  <a:pt x="242506" y="181546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455092" y="2445651"/>
            <a:ext cx="661035" cy="434975"/>
          </a:xfrm>
          <a:custGeom>
            <a:avLst/>
            <a:gdLst/>
            <a:ahLst/>
            <a:cxnLst/>
            <a:rect l="l" t="t" r="r" b="b"/>
            <a:pathLst>
              <a:path w="661034" h="434975">
                <a:moveTo>
                  <a:pt x="321843" y="373849"/>
                </a:moveTo>
                <a:lnTo>
                  <a:pt x="279082" y="328041"/>
                </a:lnTo>
                <a:lnTo>
                  <a:pt x="270548" y="337781"/>
                </a:lnTo>
                <a:lnTo>
                  <a:pt x="261175" y="346214"/>
                </a:lnTo>
                <a:lnTo>
                  <a:pt x="218300" y="367563"/>
                </a:lnTo>
                <a:lnTo>
                  <a:pt x="192112" y="370801"/>
                </a:lnTo>
                <a:lnTo>
                  <a:pt x="167017" y="368223"/>
                </a:lnTo>
                <a:lnTo>
                  <a:pt x="124815" y="347611"/>
                </a:lnTo>
                <a:lnTo>
                  <a:pt x="94234" y="306997"/>
                </a:lnTo>
                <a:lnTo>
                  <a:pt x="78193" y="250393"/>
                </a:lnTo>
                <a:lnTo>
                  <a:pt x="76200" y="216687"/>
                </a:lnTo>
                <a:lnTo>
                  <a:pt x="76771" y="199796"/>
                </a:lnTo>
                <a:lnTo>
                  <a:pt x="85344" y="154114"/>
                </a:lnTo>
                <a:lnTo>
                  <a:pt x="102349" y="115874"/>
                </a:lnTo>
                <a:lnTo>
                  <a:pt x="136398" y="81673"/>
                </a:lnTo>
                <a:lnTo>
                  <a:pt x="181965" y="66217"/>
                </a:lnTo>
                <a:lnTo>
                  <a:pt x="195160" y="65620"/>
                </a:lnTo>
                <a:lnTo>
                  <a:pt x="206603" y="66192"/>
                </a:lnTo>
                <a:lnTo>
                  <a:pt x="246811" y="79641"/>
                </a:lnTo>
                <a:lnTo>
                  <a:pt x="271462" y="99148"/>
                </a:lnTo>
                <a:lnTo>
                  <a:pt x="312699" y="53428"/>
                </a:lnTo>
                <a:lnTo>
                  <a:pt x="276606" y="25044"/>
                </a:lnTo>
                <a:lnTo>
                  <a:pt x="230301" y="4381"/>
                </a:lnTo>
                <a:lnTo>
                  <a:pt x="193636" y="0"/>
                </a:lnTo>
                <a:lnTo>
                  <a:pt x="173609" y="1092"/>
                </a:lnTo>
                <a:lnTo>
                  <a:pt x="118960" y="15240"/>
                </a:lnTo>
                <a:lnTo>
                  <a:pt x="70434" y="44843"/>
                </a:lnTo>
                <a:lnTo>
                  <a:pt x="33528" y="88874"/>
                </a:lnTo>
                <a:lnTo>
                  <a:pt x="15240" y="126682"/>
                </a:lnTo>
                <a:lnTo>
                  <a:pt x="3619" y="170116"/>
                </a:lnTo>
                <a:lnTo>
                  <a:pt x="0" y="218211"/>
                </a:lnTo>
                <a:lnTo>
                  <a:pt x="876" y="243687"/>
                </a:lnTo>
                <a:lnTo>
                  <a:pt x="8356" y="290080"/>
                </a:lnTo>
                <a:lnTo>
                  <a:pt x="22923" y="330123"/>
                </a:lnTo>
                <a:lnTo>
                  <a:pt x="42875" y="363855"/>
                </a:lnTo>
                <a:lnTo>
                  <a:pt x="83629" y="403237"/>
                </a:lnTo>
                <a:lnTo>
                  <a:pt x="133362" y="427189"/>
                </a:lnTo>
                <a:lnTo>
                  <a:pt x="190588" y="434911"/>
                </a:lnTo>
                <a:lnTo>
                  <a:pt x="209765" y="434022"/>
                </a:lnTo>
                <a:lnTo>
                  <a:pt x="262318" y="419671"/>
                </a:lnTo>
                <a:lnTo>
                  <a:pt x="308000" y="387858"/>
                </a:lnTo>
                <a:lnTo>
                  <a:pt x="321843" y="373849"/>
                </a:lnTo>
                <a:close/>
              </a:path>
              <a:path w="661034" h="434975">
                <a:moveTo>
                  <a:pt x="660463" y="7962"/>
                </a:moveTo>
                <a:lnTo>
                  <a:pt x="344703" y="7962"/>
                </a:lnTo>
                <a:lnTo>
                  <a:pt x="344703" y="70192"/>
                </a:lnTo>
                <a:lnTo>
                  <a:pt x="465201" y="70192"/>
                </a:lnTo>
                <a:lnTo>
                  <a:pt x="465201" y="427062"/>
                </a:lnTo>
                <a:lnTo>
                  <a:pt x="539965" y="427062"/>
                </a:lnTo>
                <a:lnTo>
                  <a:pt x="539965" y="70192"/>
                </a:lnTo>
                <a:lnTo>
                  <a:pt x="660463" y="70192"/>
                </a:lnTo>
                <a:lnTo>
                  <a:pt x="660463" y="79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185659" y="2453640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5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5" y="0"/>
                </a:lnTo>
                <a:lnTo>
                  <a:pt x="74675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344346" y="2445639"/>
            <a:ext cx="370840" cy="434975"/>
          </a:xfrm>
          <a:custGeom>
            <a:avLst/>
            <a:gdLst/>
            <a:ahLst/>
            <a:cxnLst/>
            <a:rect l="l" t="t" r="r" b="b"/>
            <a:pathLst>
              <a:path w="370840" h="434975">
                <a:moveTo>
                  <a:pt x="184594" y="434911"/>
                </a:moveTo>
                <a:lnTo>
                  <a:pt x="145458" y="431292"/>
                </a:lnTo>
                <a:lnTo>
                  <a:pt x="93272" y="410996"/>
                </a:lnTo>
                <a:lnTo>
                  <a:pt x="51816" y="375380"/>
                </a:lnTo>
                <a:lnTo>
                  <a:pt x="21169" y="326436"/>
                </a:lnTo>
                <a:lnTo>
                  <a:pt x="7715" y="286401"/>
                </a:lnTo>
                <a:lnTo>
                  <a:pt x="857" y="240616"/>
                </a:lnTo>
                <a:lnTo>
                  <a:pt x="0" y="215169"/>
                </a:lnTo>
                <a:lnTo>
                  <a:pt x="857" y="190564"/>
                </a:lnTo>
                <a:lnTo>
                  <a:pt x="7715" y="145424"/>
                </a:lnTo>
                <a:lnTo>
                  <a:pt x="21169" y="105624"/>
                </a:lnTo>
                <a:lnTo>
                  <a:pt x="40076" y="72343"/>
                </a:lnTo>
                <a:lnTo>
                  <a:pt x="77997" y="33158"/>
                </a:lnTo>
                <a:lnTo>
                  <a:pt x="127279" y="9001"/>
                </a:lnTo>
                <a:lnTo>
                  <a:pt x="184594" y="0"/>
                </a:lnTo>
                <a:lnTo>
                  <a:pt x="204620" y="881"/>
                </a:lnTo>
                <a:lnTo>
                  <a:pt x="259270" y="15240"/>
                </a:lnTo>
                <a:lnTo>
                  <a:pt x="305655" y="44212"/>
                </a:lnTo>
                <a:lnTo>
                  <a:pt x="324699" y="65627"/>
                </a:lnTo>
                <a:lnTo>
                  <a:pt x="184594" y="65627"/>
                </a:lnTo>
                <a:lnTo>
                  <a:pt x="160798" y="67960"/>
                </a:lnTo>
                <a:lnTo>
                  <a:pt x="121278" y="87487"/>
                </a:lnTo>
                <a:lnTo>
                  <a:pt x="93011" y="126953"/>
                </a:lnTo>
                <a:lnTo>
                  <a:pt x="78247" y="182323"/>
                </a:lnTo>
                <a:lnTo>
                  <a:pt x="76295" y="215169"/>
                </a:lnTo>
                <a:lnTo>
                  <a:pt x="76842" y="232887"/>
                </a:lnTo>
                <a:lnTo>
                  <a:pt x="83915" y="279273"/>
                </a:lnTo>
                <a:lnTo>
                  <a:pt x="98702" y="317420"/>
                </a:lnTo>
                <a:lnTo>
                  <a:pt x="130540" y="353209"/>
                </a:lnTo>
                <a:lnTo>
                  <a:pt x="172316" y="369974"/>
                </a:lnTo>
                <a:lnTo>
                  <a:pt x="184594" y="370808"/>
                </a:lnTo>
                <a:lnTo>
                  <a:pt x="322481" y="370808"/>
                </a:lnTo>
                <a:lnTo>
                  <a:pt x="318801" y="375380"/>
                </a:lnTo>
                <a:lnTo>
                  <a:pt x="275899" y="410996"/>
                </a:lnTo>
                <a:lnTo>
                  <a:pt x="223647" y="431292"/>
                </a:lnTo>
                <a:lnTo>
                  <a:pt x="204620" y="434030"/>
                </a:lnTo>
                <a:lnTo>
                  <a:pt x="184594" y="434911"/>
                </a:lnTo>
                <a:close/>
              </a:path>
              <a:path w="370840" h="434975">
                <a:moveTo>
                  <a:pt x="322481" y="370808"/>
                </a:moveTo>
                <a:lnTo>
                  <a:pt x="184594" y="370808"/>
                </a:lnTo>
                <a:lnTo>
                  <a:pt x="196881" y="369974"/>
                </a:lnTo>
                <a:lnTo>
                  <a:pt x="208597" y="367569"/>
                </a:lnTo>
                <a:lnTo>
                  <a:pt x="248221" y="346221"/>
                </a:lnTo>
                <a:lnTo>
                  <a:pt x="276308" y="305943"/>
                </a:lnTo>
                <a:lnTo>
                  <a:pt x="288393" y="264930"/>
                </a:lnTo>
                <a:lnTo>
                  <a:pt x="292893" y="215169"/>
                </a:lnTo>
                <a:lnTo>
                  <a:pt x="291153" y="182323"/>
                </a:lnTo>
                <a:lnTo>
                  <a:pt x="276780" y="126953"/>
                </a:lnTo>
                <a:lnTo>
                  <a:pt x="247816" y="87487"/>
                </a:lnTo>
                <a:lnTo>
                  <a:pt x="208335" y="67960"/>
                </a:lnTo>
                <a:lnTo>
                  <a:pt x="184594" y="65627"/>
                </a:lnTo>
                <a:lnTo>
                  <a:pt x="324699" y="65627"/>
                </a:lnTo>
                <a:lnTo>
                  <a:pt x="349234" y="105624"/>
                </a:lnTo>
                <a:lnTo>
                  <a:pt x="362902" y="145424"/>
                </a:lnTo>
                <a:lnTo>
                  <a:pt x="369760" y="190564"/>
                </a:lnTo>
                <a:lnTo>
                  <a:pt x="370617" y="215169"/>
                </a:lnTo>
                <a:lnTo>
                  <a:pt x="369760" y="240616"/>
                </a:lnTo>
                <a:lnTo>
                  <a:pt x="362902" y="286401"/>
                </a:lnTo>
                <a:lnTo>
                  <a:pt x="349448" y="326436"/>
                </a:lnTo>
                <a:lnTo>
                  <a:pt x="330541" y="360792"/>
                </a:lnTo>
                <a:lnTo>
                  <a:pt x="322481" y="370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797355" y="2453258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8299" y="183070"/>
                </a:lnTo>
                <a:lnTo>
                  <a:pt x="64103" y="94583"/>
                </a:lnTo>
                <a:lnTo>
                  <a:pt x="62579" y="94583"/>
                </a:lnTo>
                <a:lnTo>
                  <a:pt x="65055" y="129147"/>
                </a:lnTo>
                <a:lnTo>
                  <a:pt x="66651" y="146754"/>
                </a:lnTo>
                <a:lnTo>
                  <a:pt x="68675" y="164782"/>
                </a:lnTo>
                <a:lnTo>
                  <a:pt x="70770" y="200679"/>
                </a:lnTo>
                <a:lnTo>
                  <a:pt x="71461" y="218454"/>
                </a:lnTo>
                <a:lnTo>
                  <a:pt x="71723" y="236505"/>
                </a:lnTo>
                <a:lnTo>
                  <a:pt x="71723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7454" y="236505"/>
                </a:lnTo>
                <a:lnTo>
                  <a:pt x="250221" y="324993"/>
                </a:lnTo>
                <a:lnTo>
                  <a:pt x="253269" y="324993"/>
                </a:lnTo>
                <a:lnTo>
                  <a:pt x="250793" y="291643"/>
                </a:lnTo>
                <a:lnTo>
                  <a:pt x="249197" y="273732"/>
                </a:lnTo>
                <a:lnTo>
                  <a:pt x="247173" y="254793"/>
                </a:lnTo>
                <a:lnTo>
                  <a:pt x="245411" y="236504"/>
                </a:lnTo>
                <a:lnTo>
                  <a:pt x="244506" y="218205"/>
                </a:lnTo>
                <a:lnTo>
                  <a:pt x="244173" y="199889"/>
                </a:lnTo>
                <a:lnTo>
                  <a:pt x="244125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189404" y="2445639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59" h="434975">
                <a:moveTo>
                  <a:pt x="150971" y="434911"/>
                </a:moveTo>
                <a:lnTo>
                  <a:pt x="109823" y="431101"/>
                </a:lnTo>
                <a:lnTo>
                  <a:pt x="68675" y="418147"/>
                </a:lnTo>
                <a:lnTo>
                  <a:pt x="32015" y="399395"/>
                </a:lnTo>
                <a:lnTo>
                  <a:pt x="0" y="373856"/>
                </a:lnTo>
                <a:lnTo>
                  <a:pt x="42672" y="321945"/>
                </a:lnTo>
                <a:lnTo>
                  <a:pt x="54426" y="332580"/>
                </a:lnTo>
                <a:lnTo>
                  <a:pt x="66913" y="341804"/>
                </a:lnTo>
                <a:lnTo>
                  <a:pt x="109204" y="363093"/>
                </a:lnTo>
                <a:lnTo>
                  <a:pt x="152495" y="370808"/>
                </a:lnTo>
                <a:lnTo>
                  <a:pt x="169481" y="369712"/>
                </a:lnTo>
                <a:lnTo>
                  <a:pt x="207454" y="355568"/>
                </a:lnTo>
                <a:lnTo>
                  <a:pt x="225742" y="315849"/>
                </a:lnTo>
                <a:lnTo>
                  <a:pt x="225742" y="308229"/>
                </a:lnTo>
                <a:lnTo>
                  <a:pt x="202834" y="275842"/>
                </a:lnTo>
                <a:lnTo>
                  <a:pt x="160115" y="254793"/>
                </a:lnTo>
                <a:lnTo>
                  <a:pt x="103727" y="230409"/>
                </a:lnTo>
                <a:lnTo>
                  <a:pt x="65476" y="208786"/>
                </a:lnTo>
                <a:lnTo>
                  <a:pt x="34099" y="175831"/>
                </a:lnTo>
                <a:lnTo>
                  <a:pt x="18835" y="130142"/>
                </a:lnTo>
                <a:lnTo>
                  <a:pt x="18288" y="118967"/>
                </a:lnTo>
                <a:lnTo>
                  <a:pt x="18883" y="106656"/>
                </a:lnTo>
                <a:lnTo>
                  <a:pt x="34980" y="61683"/>
                </a:lnTo>
                <a:lnTo>
                  <a:pt x="67658" y="26717"/>
                </a:lnTo>
                <a:lnTo>
                  <a:pt x="102203" y="9143"/>
                </a:lnTo>
                <a:lnTo>
                  <a:pt x="144637" y="571"/>
                </a:lnTo>
                <a:lnTo>
                  <a:pt x="160115" y="0"/>
                </a:lnTo>
                <a:lnTo>
                  <a:pt x="178196" y="881"/>
                </a:lnTo>
                <a:lnTo>
                  <a:pt x="230314" y="15239"/>
                </a:lnTo>
                <a:lnTo>
                  <a:pt x="275360" y="41640"/>
                </a:lnTo>
                <a:lnTo>
                  <a:pt x="288321" y="53435"/>
                </a:lnTo>
                <a:lnTo>
                  <a:pt x="250126" y="100679"/>
                </a:lnTo>
                <a:lnTo>
                  <a:pt x="239815" y="92987"/>
                </a:lnTo>
                <a:lnTo>
                  <a:pt x="229361" y="86010"/>
                </a:lnTo>
                <a:lnTo>
                  <a:pt x="184963" y="67913"/>
                </a:lnTo>
                <a:lnTo>
                  <a:pt x="160115" y="65627"/>
                </a:lnTo>
                <a:lnTo>
                  <a:pt x="145208" y="66460"/>
                </a:lnTo>
                <a:lnTo>
                  <a:pt x="103346" y="85248"/>
                </a:lnTo>
                <a:lnTo>
                  <a:pt x="93059" y="114395"/>
                </a:lnTo>
                <a:lnTo>
                  <a:pt x="93059" y="122015"/>
                </a:lnTo>
                <a:lnTo>
                  <a:pt x="94583" y="129730"/>
                </a:lnTo>
                <a:lnTo>
                  <a:pt x="99155" y="135826"/>
                </a:lnTo>
                <a:lnTo>
                  <a:pt x="102203" y="140398"/>
                </a:lnTo>
                <a:lnTo>
                  <a:pt x="106775" y="146494"/>
                </a:lnTo>
                <a:lnTo>
                  <a:pt x="114395" y="151066"/>
                </a:lnTo>
                <a:lnTo>
                  <a:pt x="120491" y="155638"/>
                </a:lnTo>
                <a:lnTo>
                  <a:pt x="135731" y="163258"/>
                </a:lnTo>
                <a:lnTo>
                  <a:pt x="147351" y="168020"/>
                </a:lnTo>
                <a:lnTo>
                  <a:pt x="153519" y="170759"/>
                </a:lnTo>
                <a:lnTo>
                  <a:pt x="160115" y="173926"/>
                </a:lnTo>
                <a:lnTo>
                  <a:pt x="216598" y="196881"/>
                </a:lnTo>
                <a:lnTo>
                  <a:pt x="234695" y="205454"/>
                </a:lnTo>
                <a:lnTo>
                  <a:pt x="271581" y="232100"/>
                </a:lnTo>
                <a:lnTo>
                  <a:pt x="297537" y="279320"/>
                </a:lnTo>
                <a:lnTo>
                  <a:pt x="302037" y="309753"/>
                </a:lnTo>
                <a:lnTo>
                  <a:pt x="301228" y="322960"/>
                </a:lnTo>
                <a:lnTo>
                  <a:pt x="285949" y="369522"/>
                </a:lnTo>
                <a:lnTo>
                  <a:pt x="260794" y="398240"/>
                </a:lnTo>
                <a:lnTo>
                  <a:pt x="227576" y="419108"/>
                </a:lnTo>
                <a:lnTo>
                  <a:pt x="184011" y="432434"/>
                </a:lnTo>
                <a:lnTo>
                  <a:pt x="167861" y="434316"/>
                </a:lnTo>
                <a:lnTo>
                  <a:pt x="150971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540209" y="2434970"/>
            <a:ext cx="230504" cy="445770"/>
          </a:xfrm>
          <a:custGeom>
            <a:avLst/>
            <a:gdLst/>
            <a:ahLst/>
            <a:cxnLst/>
            <a:rect l="l" t="t" r="r" b="b"/>
            <a:pathLst>
              <a:path w="230504" h="445769">
                <a:moveTo>
                  <a:pt x="39719" y="94583"/>
                </a:moveTo>
                <a:lnTo>
                  <a:pt x="0" y="56388"/>
                </a:lnTo>
                <a:lnTo>
                  <a:pt x="10621" y="44624"/>
                </a:lnTo>
                <a:lnTo>
                  <a:pt x="22109" y="34290"/>
                </a:lnTo>
                <a:lnTo>
                  <a:pt x="63126" y="9644"/>
                </a:lnTo>
                <a:lnTo>
                  <a:pt x="111347" y="0"/>
                </a:lnTo>
                <a:lnTo>
                  <a:pt x="123887" y="547"/>
                </a:lnTo>
                <a:lnTo>
                  <a:pt x="169568" y="11358"/>
                </a:lnTo>
                <a:lnTo>
                  <a:pt x="204239" y="34601"/>
                </a:lnTo>
                <a:lnTo>
                  <a:pt x="221170" y="61055"/>
                </a:lnTo>
                <a:lnTo>
                  <a:pt x="106775" y="61055"/>
                </a:lnTo>
                <a:lnTo>
                  <a:pt x="96774" y="61626"/>
                </a:lnTo>
                <a:lnTo>
                  <a:pt x="54959" y="80676"/>
                </a:lnTo>
                <a:lnTo>
                  <a:pt x="47482" y="87129"/>
                </a:lnTo>
                <a:lnTo>
                  <a:pt x="39719" y="94583"/>
                </a:lnTo>
                <a:close/>
              </a:path>
              <a:path w="230504" h="445769">
                <a:moveTo>
                  <a:pt x="138779" y="300608"/>
                </a:moveTo>
                <a:lnTo>
                  <a:pt x="74771" y="300608"/>
                </a:lnTo>
                <a:lnTo>
                  <a:pt x="73937" y="289211"/>
                </a:lnTo>
                <a:lnTo>
                  <a:pt x="73818" y="278082"/>
                </a:lnTo>
                <a:lnTo>
                  <a:pt x="74556" y="267524"/>
                </a:lnTo>
                <a:lnTo>
                  <a:pt x="85725" y="230838"/>
                </a:lnTo>
                <a:lnTo>
                  <a:pt x="111347" y="192214"/>
                </a:lnTo>
                <a:lnTo>
                  <a:pt x="134207" y="166306"/>
                </a:lnTo>
                <a:lnTo>
                  <a:pt x="138826" y="159448"/>
                </a:lnTo>
                <a:lnTo>
                  <a:pt x="158138" y="119730"/>
                </a:lnTo>
                <a:lnTo>
                  <a:pt x="158686" y="112871"/>
                </a:lnTo>
                <a:lnTo>
                  <a:pt x="157829" y="101774"/>
                </a:lnTo>
                <a:lnTo>
                  <a:pt x="137247" y="68770"/>
                </a:lnTo>
                <a:lnTo>
                  <a:pt x="106775" y="61055"/>
                </a:lnTo>
                <a:lnTo>
                  <a:pt x="221170" y="61055"/>
                </a:lnTo>
                <a:lnTo>
                  <a:pt x="225171" y="71628"/>
                </a:lnTo>
                <a:lnTo>
                  <a:pt x="228028" y="82772"/>
                </a:lnTo>
                <a:lnTo>
                  <a:pt x="229747" y="94583"/>
                </a:lnTo>
                <a:lnTo>
                  <a:pt x="230314" y="106775"/>
                </a:lnTo>
                <a:lnTo>
                  <a:pt x="229766" y="116777"/>
                </a:lnTo>
                <a:lnTo>
                  <a:pt x="214679" y="159472"/>
                </a:lnTo>
                <a:lnTo>
                  <a:pt x="181546" y="202882"/>
                </a:lnTo>
                <a:lnTo>
                  <a:pt x="174974" y="209819"/>
                </a:lnTo>
                <a:lnTo>
                  <a:pt x="168973" y="216872"/>
                </a:lnTo>
                <a:lnTo>
                  <a:pt x="163544" y="224193"/>
                </a:lnTo>
                <a:lnTo>
                  <a:pt x="158686" y="231933"/>
                </a:lnTo>
                <a:lnTo>
                  <a:pt x="154068" y="239172"/>
                </a:lnTo>
                <a:lnTo>
                  <a:pt x="138600" y="280368"/>
                </a:lnTo>
                <a:lnTo>
                  <a:pt x="138185" y="290354"/>
                </a:lnTo>
                <a:lnTo>
                  <a:pt x="138779" y="300608"/>
                </a:lnTo>
                <a:close/>
              </a:path>
              <a:path w="230504" h="445769">
                <a:moveTo>
                  <a:pt x="106775" y="445579"/>
                </a:moveTo>
                <a:lnTo>
                  <a:pt x="67246" y="424419"/>
                </a:lnTo>
                <a:lnTo>
                  <a:pt x="59531" y="395192"/>
                </a:lnTo>
                <a:lnTo>
                  <a:pt x="60388" y="385214"/>
                </a:lnTo>
                <a:lnTo>
                  <a:pt x="88296" y="348436"/>
                </a:lnTo>
                <a:lnTo>
                  <a:pt x="106775" y="344805"/>
                </a:lnTo>
                <a:lnTo>
                  <a:pt x="116754" y="345687"/>
                </a:lnTo>
                <a:lnTo>
                  <a:pt x="152209" y="375951"/>
                </a:lnTo>
                <a:lnTo>
                  <a:pt x="155638" y="395192"/>
                </a:lnTo>
                <a:lnTo>
                  <a:pt x="154781" y="406065"/>
                </a:lnTo>
                <a:lnTo>
                  <a:pt x="126027" y="442150"/>
                </a:lnTo>
                <a:lnTo>
                  <a:pt x="106775" y="4455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579" y="3788473"/>
            <a:ext cx="2059209" cy="1487900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8063" y="3788473"/>
            <a:ext cx="2059209" cy="1487900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4071" y="3788473"/>
            <a:ext cx="2059209" cy="1487900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3254406"/>
            <a:ext cx="1144270" cy="56515"/>
          </a:xfrm>
          <a:custGeom>
            <a:avLst/>
            <a:gdLst/>
            <a:ahLst/>
            <a:cxnLst/>
            <a:rect l="l" t="t" r="r" b="b"/>
            <a:pathLst>
              <a:path w="1144270" h="56514">
                <a:moveTo>
                  <a:pt x="1122616" y="56483"/>
                </a:move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3048" y="39719"/>
                </a:lnTo>
                <a:lnTo>
                  <a:pt x="1524" y="35051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1524" y="21335"/>
                </a:lnTo>
                <a:lnTo>
                  <a:pt x="3048" y="16763"/>
                </a:lnTo>
                <a:lnTo>
                  <a:pt x="6096" y="10667"/>
                </a:lnTo>
                <a:lnTo>
                  <a:pt x="10668" y="6095"/>
                </a:lnTo>
                <a:lnTo>
                  <a:pt x="15240" y="3047"/>
                </a:lnTo>
                <a:lnTo>
                  <a:pt x="21336" y="0"/>
                </a:lnTo>
                <a:lnTo>
                  <a:pt x="1122616" y="0"/>
                </a:lnTo>
                <a:lnTo>
                  <a:pt x="1127188" y="1523"/>
                </a:lnTo>
                <a:lnTo>
                  <a:pt x="1130236" y="3047"/>
                </a:lnTo>
                <a:lnTo>
                  <a:pt x="1133284" y="6095"/>
                </a:lnTo>
                <a:lnTo>
                  <a:pt x="1136427" y="7619"/>
                </a:lnTo>
                <a:lnTo>
                  <a:pt x="1139475" y="10667"/>
                </a:lnTo>
                <a:lnTo>
                  <a:pt x="1142523" y="16763"/>
                </a:lnTo>
                <a:lnTo>
                  <a:pt x="1144047" y="21335"/>
                </a:lnTo>
                <a:lnTo>
                  <a:pt x="1144047" y="35051"/>
                </a:lnTo>
                <a:lnTo>
                  <a:pt x="1142523" y="39719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09476" y="2453258"/>
            <a:ext cx="488315" cy="419734"/>
          </a:xfrm>
          <a:custGeom>
            <a:avLst/>
            <a:gdLst/>
            <a:ahLst/>
            <a:cxnLst/>
            <a:rect l="l" t="t" r="r" b="b"/>
            <a:pathLst>
              <a:path w="488314" h="419735">
                <a:moveTo>
                  <a:pt x="408812" y="419671"/>
                </a:moveTo>
                <a:lnTo>
                  <a:pt x="315753" y="419671"/>
                </a:lnTo>
                <a:lnTo>
                  <a:pt x="263842" y="198405"/>
                </a:lnTo>
                <a:lnTo>
                  <a:pt x="245554" y="102203"/>
                </a:lnTo>
                <a:lnTo>
                  <a:pt x="242506" y="102203"/>
                </a:lnTo>
                <a:lnTo>
                  <a:pt x="240863" y="114593"/>
                </a:lnTo>
                <a:lnTo>
                  <a:pt x="238505" y="126670"/>
                </a:lnTo>
                <a:lnTo>
                  <a:pt x="235862" y="138730"/>
                </a:lnTo>
                <a:lnTo>
                  <a:pt x="224218" y="198405"/>
                </a:lnTo>
                <a:lnTo>
                  <a:pt x="173926" y="419671"/>
                </a:lnTo>
                <a:lnTo>
                  <a:pt x="82391" y="419671"/>
                </a:lnTo>
                <a:lnTo>
                  <a:pt x="0" y="0"/>
                </a:lnTo>
                <a:lnTo>
                  <a:pt x="76295" y="0"/>
                </a:lnTo>
                <a:lnTo>
                  <a:pt x="112871" y="212121"/>
                </a:lnTo>
                <a:lnTo>
                  <a:pt x="122015" y="279273"/>
                </a:lnTo>
                <a:lnTo>
                  <a:pt x="125182" y="295514"/>
                </a:lnTo>
                <a:lnTo>
                  <a:pt x="127920" y="312050"/>
                </a:lnTo>
                <a:lnTo>
                  <a:pt x="132683" y="344900"/>
                </a:lnTo>
                <a:lnTo>
                  <a:pt x="135731" y="344900"/>
                </a:lnTo>
                <a:lnTo>
                  <a:pt x="149447" y="279273"/>
                </a:lnTo>
                <a:lnTo>
                  <a:pt x="159734" y="228387"/>
                </a:lnTo>
                <a:lnTo>
                  <a:pt x="163163" y="212121"/>
                </a:lnTo>
                <a:lnTo>
                  <a:pt x="213550" y="0"/>
                </a:lnTo>
                <a:lnTo>
                  <a:pt x="279177" y="0"/>
                </a:lnTo>
                <a:lnTo>
                  <a:pt x="330993" y="212121"/>
                </a:lnTo>
                <a:lnTo>
                  <a:pt x="341280" y="260810"/>
                </a:lnTo>
                <a:lnTo>
                  <a:pt x="354996" y="328581"/>
                </a:lnTo>
                <a:lnTo>
                  <a:pt x="358425" y="344900"/>
                </a:lnTo>
                <a:lnTo>
                  <a:pt x="361473" y="344900"/>
                </a:lnTo>
                <a:lnTo>
                  <a:pt x="372929" y="261453"/>
                </a:lnTo>
                <a:lnTo>
                  <a:pt x="375392" y="244899"/>
                </a:lnTo>
                <a:lnTo>
                  <a:pt x="378158" y="228363"/>
                </a:lnTo>
                <a:lnTo>
                  <a:pt x="381381" y="212121"/>
                </a:lnTo>
                <a:lnTo>
                  <a:pt x="417957" y="0"/>
                </a:lnTo>
                <a:lnTo>
                  <a:pt x="488156" y="0"/>
                </a:lnTo>
                <a:lnTo>
                  <a:pt x="408812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63164" y="2453830"/>
            <a:ext cx="74930" cy="168910"/>
          </a:xfrm>
          <a:custGeom>
            <a:avLst/>
            <a:gdLst/>
            <a:ahLst/>
            <a:cxnLst/>
            <a:rect l="l" t="t" r="r" b="b"/>
            <a:pathLst>
              <a:path w="74930" h="168910">
                <a:moveTo>
                  <a:pt x="0" y="0"/>
                </a:moveTo>
                <a:lnTo>
                  <a:pt x="74771" y="0"/>
                </a:lnTo>
                <a:lnTo>
                  <a:pt x="74771" y="168910"/>
                </a:lnTo>
                <a:lnTo>
                  <a:pt x="0" y="168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63165" y="2453830"/>
            <a:ext cx="319405" cy="419100"/>
          </a:xfrm>
          <a:custGeom>
            <a:avLst/>
            <a:gdLst/>
            <a:ahLst/>
            <a:cxnLst/>
            <a:rect l="l" t="t" r="r" b="b"/>
            <a:pathLst>
              <a:path w="319405" h="419100">
                <a:moveTo>
                  <a:pt x="318795" y="0"/>
                </a:moveTo>
                <a:lnTo>
                  <a:pt x="244119" y="0"/>
                </a:lnTo>
                <a:lnTo>
                  <a:pt x="244119" y="168910"/>
                </a:lnTo>
                <a:lnTo>
                  <a:pt x="0" y="168910"/>
                </a:lnTo>
                <a:lnTo>
                  <a:pt x="0" y="232410"/>
                </a:lnTo>
                <a:lnTo>
                  <a:pt x="0" y="419100"/>
                </a:lnTo>
                <a:lnTo>
                  <a:pt x="74764" y="419100"/>
                </a:lnTo>
                <a:lnTo>
                  <a:pt x="74764" y="232410"/>
                </a:lnTo>
                <a:lnTo>
                  <a:pt x="244119" y="232410"/>
                </a:lnTo>
                <a:lnTo>
                  <a:pt x="244119" y="419100"/>
                </a:lnTo>
                <a:lnTo>
                  <a:pt x="318795" y="419100"/>
                </a:lnTo>
                <a:lnTo>
                  <a:pt x="318795" y="232410"/>
                </a:lnTo>
                <a:lnTo>
                  <a:pt x="318795" y="168910"/>
                </a:lnTo>
                <a:lnTo>
                  <a:pt x="3187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832353" y="2453258"/>
            <a:ext cx="325120" cy="419734"/>
          </a:xfrm>
          <a:custGeom>
            <a:avLst/>
            <a:gdLst/>
            <a:ahLst/>
            <a:cxnLst/>
            <a:rect l="l" t="t" r="r" b="b"/>
            <a:pathLst>
              <a:path w="325119" h="419735">
                <a:moveTo>
                  <a:pt x="199739" y="419671"/>
                </a:moveTo>
                <a:lnTo>
                  <a:pt x="125063" y="419671"/>
                </a:lnTo>
                <a:lnTo>
                  <a:pt x="125063" y="264032"/>
                </a:lnTo>
                <a:lnTo>
                  <a:pt x="0" y="0"/>
                </a:lnTo>
                <a:lnTo>
                  <a:pt x="79248" y="0"/>
                </a:lnTo>
                <a:lnTo>
                  <a:pt x="125063" y="106775"/>
                </a:lnTo>
                <a:lnTo>
                  <a:pt x="128754" y="119141"/>
                </a:lnTo>
                <a:lnTo>
                  <a:pt x="132873" y="131052"/>
                </a:lnTo>
                <a:lnTo>
                  <a:pt x="141827" y="154114"/>
                </a:lnTo>
                <a:lnTo>
                  <a:pt x="156186" y="187587"/>
                </a:lnTo>
                <a:lnTo>
                  <a:pt x="161639" y="199929"/>
                </a:lnTo>
                <a:lnTo>
                  <a:pt x="164687" y="199929"/>
                </a:lnTo>
                <a:lnTo>
                  <a:pt x="169283" y="187563"/>
                </a:lnTo>
                <a:lnTo>
                  <a:pt x="174021" y="175652"/>
                </a:lnTo>
                <a:lnTo>
                  <a:pt x="179046" y="164045"/>
                </a:lnTo>
                <a:lnTo>
                  <a:pt x="184499" y="152590"/>
                </a:lnTo>
                <a:lnTo>
                  <a:pt x="189071" y="142016"/>
                </a:lnTo>
                <a:lnTo>
                  <a:pt x="193643" y="130861"/>
                </a:lnTo>
                <a:lnTo>
                  <a:pt x="198215" y="119117"/>
                </a:lnTo>
                <a:lnTo>
                  <a:pt x="202787" y="106775"/>
                </a:lnTo>
                <a:lnTo>
                  <a:pt x="248602" y="0"/>
                </a:lnTo>
                <a:lnTo>
                  <a:pt x="324897" y="0"/>
                </a:lnTo>
                <a:lnTo>
                  <a:pt x="199739" y="264032"/>
                </a:lnTo>
                <a:lnTo>
                  <a:pt x="19973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85363" y="2453258"/>
            <a:ext cx="677545" cy="419734"/>
          </a:xfrm>
          <a:custGeom>
            <a:avLst/>
            <a:gdLst/>
            <a:ahLst/>
            <a:cxnLst/>
            <a:rect l="l" t="t" r="r" b="b"/>
            <a:pathLst>
              <a:path w="677545" h="419735">
                <a:moveTo>
                  <a:pt x="359943" y="419671"/>
                </a:moveTo>
                <a:lnTo>
                  <a:pt x="322999" y="306705"/>
                </a:lnTo>
                <a:lnTo>
                  <a:pt x="303530" y="247180"/>
                </a:lnTo>
                <a:lnTo>
                  <a:pt x="241655" y="58013"/>
                </a:lnTo>
                <a:lnTo>
                  <a:pt x="231838" y="27978"/>
                </a:lnTo>
                <a:lnTo>
                  <a:pt x="231838" y="247180"/>
                </a:lnTo>
                <a:lnTo>
                  <a:pt x="125056" y="247180"/>
                </a:lnTo>
                <a:lnTo>
                  <a:pt x="140296" y="196888"/>
                </a:lnTo>
                <a:lnTo>
                  <a:pt x="158584" y="128206"/>
                </a:lnTo>
                <a:lnTo>
                  <a:pt x="163156" y="110769"/>
                </a:lnTo>
                <a:lnTo>
                  <a:pt x="172339" y="75399"/>
                </a:lnTo>
                <a:lnTo>
                  <a:pt x="176974" y="58013"/>
                </a:lnTo>
                <a:lnTo>
                  <a:pt x="180022" y="58013"/>
                </a:lnTo>
                <a:lnTo>
                  <a:pt x="184594" y="75399"/>
                </a:lnTo>
                <a:lnTo>
                  <a:pt x="193738" y="110769"/>
                </a:lnTo>
                <a:lnTo>
                  <a:pt x="198310" y="128206"/>
                </a:lnTo>
                <a:lnTo>
                  <a:pt x="202895" y="145364"/>
                </a:lnTo>
                <a:lnTo>
                  <a:pt x="207645" y="162509"/>
                </a:lnTo>
                <a:lnTo>
                  <a:pt x="212661" y="179692"/>
                </a:lnTo>
                <a:lnTo>
                  <a:pt x="218122" y="196888"/>
                </a:lnTo>
                <a:lnTo>
                  <a:pt x="231838" y="247180"/>
                </a:lnTo>
                <a:lnTo>
                  <a:pt x="231838" y="27978"/>
                </a:lnTo>
                <a:lnTo>
                  <a:pt x="222694" y="0"/>
                </a:lnTo>
                <a:lnTo>
                  <a:pt x="135724" y="0"/>
                </a:lnTo>
                <a:lnTo>
                  <a:pt x="0" y="419671"/>
                </a:lnTo>
                <a:lnTo>
                  <a:pt x="74764" y="419671"/>
                </a:lnTo>
                <a:lnTo>
                  <a:pt x="108292" y="306705"/>
                </a:lnTo>
                <a:lnTo>
                  <a:pt x="248602" y="306705"/>
                </a:lnTo>
                <a:lnTo>
                  <a:pt x="282130" y="419671"/>
                </a:lnTo>
                <a:lnTo>
                  <a:pt x="359943" y="419671"/>
                </a:lnTo>
                <a:close/>
              </a:path>
              <a:path w="677545" h="419735">
                <a:moveTo>
                  <a:pt x="677227" y="357098"/>
                </a:moveTo>
                <a:lnTo>
                  <a:pt x="472821" y="357098"/>
                </a:lnTo>
                <a:lnTo>
                  <a:pt x="675703" y="45821"/>
                </a:lnTo>
                <a:lnTo>
                  <a:pt x="675703" y="0"/>
                </a:lnTo>
                <a:lnTo>
                  <a:pt x="399669" y="0"/>
                </a:lnTo>
                <a:lnTo>
                  <a:pt x="399669" y="62585"/>
                </a:lnTo>
                <a:lnTo>
                  <a:pt x="582637" y="62585"/>
                </a:lnTo>
                <a:lnTo>
                  <a:pt x="381279" y="375386"/>
                </a:lnTo>
                <a:lnTo>
                  <a:pt x="381279" y="419671"/>
                </a:lnTo>
                <a:lnTo>
                  <a:pt x="677227" y="419671"/>
                </a:lnTo>
                <a:lnTo>
                  <a:pt x="677227" y="3570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031265" y="2453259"/>
            <a:ext cx="317500" cy="427355"/>
          </a:xfrm>
          <a:custGeom>
            <a:avLst/>
            <a:gdLst/>
            <a:ahLst/>
            <a:cxnLst/>
            <a:rect l="l" t="t" r="r" b="b"/>
            <a:pathLst>
              <a:path w="317500" h="427355">
                <a:moveTo>
                  <a:pt x="158591" y="427291"/>
                </a:moveTo>
                <a:lnTo>
                  <a:pt x="108227" y="421505"/>
                </a:lnTo>
                <a:lnTo>
                  <a:pt x="65579" y="402669"/>
                </a:lnTo>
                <a:lnTo>
                  <a:pt x="32956" y="370711"/>
                </a:lnTo>
                <a:lnTo>
                  <a:pt x="10668" y="323469"/>
                </a:lnTo>
                <a:lnTo>
                  <a:pt x="2476" y="283261"/>
                </a:lnTo>
                <a:lnTo>
                  <a:pt x="0" y="234981"/>
                </a:lnTo>
                <a:lnTo>
                  <a:pt x="0" y="0"/>
                </a:lnTo>
                <a:lnTo>
                  <a:pt x="73247" y="0"/>
                </a:lnTo>
                <a:lnTo>
                  <a:pt x="73247" y="241077"/>
                </a:lnTo>
                <a:lnTo>
                  <a:pt x="73771" y="257682"/>
                </a:lnTo>
                <a:lnTo>
                  <a:pt x="79343" y="299084"/>
                </a:lnTo>
                <a:lnTo>
                  <a:pt x="97631" y="335756"/>
                </a:lnTo>
                <a:lnTo>
                  <a:pt x="131802" y="359330"/>
                </a:lnTo>
                <a:lnTo>
                  <a:pt x="158591" y="363188"/>
                </a:lnTo>
                <a:lnTo>
                  <a:pt x="167726" y="362664"/>
                </a:lnTo>
                <a:lnTo>
                  <a:pt x="208597" y="348138"/>
                </a:lnTo>
                <a:lnTo>
                  <a:pt x="235743" y="309944"/>
                </a:lnTo>
                <a:lnTo>
                  <a:pt x="244221" y="272403"/>
                </a:lnTo>
                <a:lnTo>
                  <a:pt x="245554" y="241077"/>
                </a:lnTo>
                <a:lnTo>
                  <a:pt x="245554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468" y="260206"/>
                </a:lnTo>
                <a:lnTo>
                  <a:pt x="310848" y="304298"/>
                </a:lnTo>
                <a:lnTo>
                  <a:pt x="300321" y="340954"/>
                </a:lnTo>
                <a:lnTo>
                  <a:pt x="274510" y="383000"/>
                </a:lnTo>
                <a:lnTo>
                  <a:pt x="238506" y="410298"/>
                </a:lnTo>
                <a:lnTo>
                  <a:pt x="193155" y="424815"/>
                </a:lnTo>
                <a:lnTo>
                  <a:pt x="176386" y="426696"/>
                </a:lnTo>
                <a:lnTo>
                  <a:pt x="158591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452270" y="2453258"/>
            <a:ext cx="311785" cy="419734"/>
          </a:xfrm>
          <a:custGeom>
            <a:avLst/>
            <a:gdLst/>
            <a:ahLst/>
            <a:cxnLst/>
            <a:rect l="l" t="t" r="r" b="b"/>
            <a:pathLst>
              <a:path w="311785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7582" y="547"/>
                </a:lnTo>
                <a:lnTo>
                  <a:pt x="202882" y="7620"/>
                </a:lnTo>
                <a:lnTo>
                  <a:pt x="240815" y="20907"/>
                </a:lnTo>
                <a:lnTo>
                  <a:pt x="277368" y="54515"/>
                </a:lnTo>
                <a:lnTo>
                  <a:pt x="280205" y="59531"/>
                </a:lnTo>
                <a:lnTo>
                  <a:pt x="74771" y="59531"/>
                </a:lnTo>
                <a:lnTo>
                  <a:pt x="74771" y="196881"/>
                </a:lnTo>
                <a:lnTo>
                  <a:pt x="276804" y="196881"/>
                </a:lnTo>
                <a:lnTo>
                  <a:pt x="272986" y="202977"/>
                </a:lnTo>
                <a:lnTo>
                  <a:pt x="260675" y="216050"/>
                </a:lnTo>
                <a:lnTo>
                  <a:pt x="246507" y="227552"/>
                </a:lnTo>
                <a:lnTo>
                  <a:pt x="230338" y="237053"/>
                </a:lnTo>
                <a:lnTo>
                  <a:pt x="212026" y="244125"/>
                </a:lnTo>
                <a:lnTo>
                  <a:pt x="218052" y="254793"/>
                </a:lnTo>
                <a:lnTo>
                  <a:pt x="74771" y="254793"/>
                </a:lnTo>
                <a:lnTo>
                  <a:pt x="74771" y="419671"/>
                </a:lnTo>
                <a:close/>
              </a:path>
              <a:path w="311785" h="419735">
                <a:moveTo>
                  <a:pt x="276804" y="196881"/>
                </a:moveTo>
                <a:lnTo>
                  <a:pt x="134207" y="196881"/>
                </a:lnTo>
                <a:lnTo>
                  <a:pt x="153891" y="195737"/>
                </a:lnTo>
                <a:lnTo>
                  <a:pt x="171592" y="192297"/>
                </a:lnTo>
                <a:lnTo>
                  <a:pt x="209835" y="168449"/>
                </a:lnTo>
                <a:lnTo>
                  <a:pt x="222694" y="125158"/>
                </a:lnTo>
                <a:lnTo>
                  <a:pt x="221265" y="108244"/>
                </a:lnTo>
                <a:lnTo>
                  <a:pt x="199834" y="74771"/>
                </a:lnTo>
                <a:lnTo>
                  <a:pt x="154534" y="60412"/>
                </a:lnTo>
                <a:lnTo>
                  <a:pt x="134207" y="59531"/>
                </a:lnTo>
                <a:lnTo>
                  <a:pt x="280205" y="59531"/>
                </a:lnTo>
                <a:lnTo>
                  <a:pt x="295106" y="107672"/>
                </a:lnTo>
                <a:lnTo>
                  <a:pt x="295941" y="125158"/>
                </a:lnTo>
                <a:lnTo>
                  <a:pt x="294511" y="148020"/>
                </a:lnTo>
                <a:lnTo>
                  <a:pt x="290214" y="168604"/>
                </a:lnTo>
                <a:lnTo>
                  <a:pt x="283042" y="186920"/>
                </a:lnTo>
                <a:lnTo>
                  <a:pt x="276804" y="196881"/>
                </a:lnTo>
                <a:close/>
              </a:path>
              <a:path w="311785" h="419735">
                <a:moveTo>
                  <a:pt x="311181" y="419671"/>
                </a:moveTo>
                <a:lnTo>
                  <a:pt x="228790" y="419671"/>
                </a:lnTo>
                <a:lnTo>
                  <a:pt x="138779" y="254793"/>
                </a:lnTo>
                <a:lnTo>
                  <a:pt x="218052" y="254793"/>
                </a:lnTo>
                <a:lnTo>
                  <a:pt x="311181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835068" y="2453830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4" h="419100">
                <a:moveTo>
                  <a:pt x="259372" y="356870"/>
                </a:moveTo>
                <a:lnTo>
                  <a:pt x="74777" y="356870"/>
                </a:lnTo>
                <a:lnTo>
                  <a:pt x="74777" y="232410"/>
                </a:lnTo>
                <a:lnTo>
                  <a:pt x="225844" y="232410"/>
                </a:lnTo>
                <a:lnTo>
                  <a:pt x="225844" y="168910"/>
                </a:lnTo>
                <a:lnTo>
                  <a:pt x="74777" y="168910"/>
                </a:lnTo>
                <a:lnTo>
                  <a:pt x="74777" y="62230"/>
                </a:lnTo>
                <a:lnTo>
                  <a:pt x="253276" y="62230"/>
                </a:lnTo>
                <a:lnTo>
                  <a:pt x="253276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372" y="419100"/>
                </a:lnTo>
                <a:lnTo>
                  <a:pt x="259372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311038" y="2453830"/>
            <a:ext cx="253365" cy="419100"/>
          </a:xfrm>
          <a:custGeom>
            <a:avLst/>
            <a:gdLst/>
            <a:ahLst/>
            <a:cxnLst/>
            <a:rect l="l" t="t" r="r" b="b"/>
            <a:pathLst>
              <a:path w="253364" h="419100">
                <a:moveTo>
                  <a:pt x="253174" y="0"/>
                </a:moveTo>
                <a:lnTo>
                  <a:pt x="0" y="0"/>
                </a:lnTo>
                <a:lnTo>
                  <a:pt x="0" y="62230"/>
                </a:lnTo>
                <a:lnTo>
                  <a:pt x="0" y="180340"/>
                </a:lnTo>
                <a:lnTo>
                  <a:pt x="0" y="243840"/>
                </a:lnTo>
                <a:lnTo>
                  <a:pt x="0" y="419100"/>
                </a:lnTo>
                <a:lnTo>
                  <a:pt x="74777" y="419100"/>
                </a:lnTo>
                <a:lnTo>
                  <a:pt x="74777" y="243840"/>
                </a:lnTo>
                <a:lnTo>
                  <a:pt x="227266" y="243840"/>
                </a:lnTo>
                <a:lnTo>
                  <a:pt x="227266" y="180340"/>
                </a:lnTo>
                <a:lnTo>
                  <a:pt x="74777" y="180340"/>
                </a:lnTo>
                <a:lnTo>
                  <a:pt x="74777" y="62230"/>
                </a:lnTo>
                <a:lnTo>
                  <a:pt x="253174" y="62230"/>
                </a:lnTo>
                <a:lnTo>
                  <a:pt x="2531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635942" y="2453259"/>
            <a:ext cx="317500" cy="427355"/>
          </a:xfrm>
          <a:custGeom>
            <a:avLst/>
            <a:gdLst/>
            <a:ahLst/>
            <a:cxnLst/>
            <a:rect l="l" t="t" r="r" b="b"/>
            <a:pathLst>
              <a:path w="317500" h="427355">
                <a:moveTo>
                  <a:pt x="158591" y="427291"/>
                </a:moveTo>
                <a:lnTo>
                  <a:pt x="108227" y="421505"/>
                </a:lnTo>
                <a:lnTo>
                  <a:pt x="65579" y="402669"/>
                </a:lnTo>
                <a:lnTo>
                  <a:pt x="32956" y="370711"/>
                </a:lnTo>
                <a:lnTo>
                  <a:pt x="10668" y="323469"/>
                </a:lnTo>
                <a:lnTo>
                  <a:pt x="2476" y="283261"/>
                </a:lnTo>
                <a:lnTo>
                  <a:pt x="0" y="234981"/>
                </a:lnTo>
                <a:lnTo>
                  <a:pt x="0" y="0"/>
                </a:lnTo>
                <a:lnTo>
                  <a:pt x="74771" y="0"/>
                </a:lnTo>
                <a:lnTo>
                  <a:pt x="74771" y="241077"/>
                </a:lnTo>
                <a:lnTo>
                  <a:pt x="75080" y="257682"/>
                </a:lnTo>
                <a:lnTo>
                  <a:pt x="80867" y="299084"/>
                </a:lnTo>
                <a:lnTo>
                  <a:pt x="97631" y="335756"/>
                </a:lnTo>
                <a:lnTo>
                  <a:pt x="131802" y="359330"/>
                </a:lnTo>
                <a:lnTo>
                  <a:pt x="158591" y="363188"/>
                </a:lnTo>
                <a:lnTo>
                  <a:pt x="167766" y="362664"/>
                </a:lnTo>
                <a:lnTo>
                  <a:pt x="208597" y="348138"/>
                </a:lnTo>
                <a:lnTo>
                  <a:pt x="235743" y="309944"/>
                </a:lnTo>
                <a:lnTo>
                  <a:pt x="244221" y="272403"/>
                </a:lnTo>
                <a:lnTo>
                  <a:pt x="245554" y="241077"/>
                </a:lnTo>
                <a:lnTo>
                  <a:pt x="245554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682" y="260206"/>
                </a:lnTo>
                <a:lnTo>
                  <a:pt x="311491" y="304298"/>
                </a:lnTo>
                <a:lnTo>
                  <a:pt x="300321" y="340954"/>
                </a:lnTo>
                <a:lnTo>
                  <a:pt x="274510" y="383000"/>
                </a:lnTo>
                <a:lnTo>
                  <a:pt x="238506" y="410298"/>
                </a:lnTo>
                <a:lnTo>
                  <a:pt x="193155" y="424815"/>
                </a:lnTo>
                <a:lnTo>
                  <a:pt x="176386" y="426696"/>
                </a:lnTo>
                <a:lnTo>
                  <a:pt x="158591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056947" y="2453258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6775" y="183070"/>
                </a:lnTo>
                <a:lnTo>
                  <a:pt x="64008" y="94583"/>
                </a:lnTo>
                <a:lnTo>
                  <a:pt x="62484" y="94583"/>
                </a:lnTo>
                <a:lnTo>
                  <a:pt x="67056" y="164782"/>
                </a:lnTo>
                <a:lnTo>
                  <a:pt x="69111" y="182887"/>
                </a:lnTo>
                <a:lnTo>
                  <a:pt x="70568" y="200679"/>
                </a:lnTo>
                <a:lnTo>
                  <a:pt x="71436" y="218454"/>
                </a:lnTo>
                <a:lnTo>
                  <a:pt x="71723" y="236505"/>
                </a:lnTo>
                <a:lnTo>
                  <a:pt x="71723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7454" y="236505"/>
                </a:lnTo>
                <a:lnTo>
                  <a:pt x="250126" y="324993"/>
                </a:lnTo>
                <a:lnTo>
                  <a:pt x="253174" y="324993"/>
                </a:lnTo>
                <a:lnTo>
                  <a:pt x="251793" y="308679"/>
                </a:lnTo>
                <a:lnTo>
                  <a:pt x="248459" y="273732"/>
                </a:lnTo>
                <a:lnTo>
                  <a:pt x="247078" y="254793"/>
                </a:lnTo>
                <a:lnTo>
                  <a:pt x="245078" y="236504"/>
                </a:lnTo>
                <a:lnTo>
                  <a:pt x="243649" y="218205"/>
                </a:lnTo>
                <a:lnTo>
                  <a:pt x="242792" y="199889"/>
                </a:lnTo>
                <a:lnTo>
                  <a:pt x="242506" y="181546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455092" y="2445651"/>
            <a:ext cx="661035" cy="434975"/>
          </a:xfrm>
          <a:custGeom>
            <a:avLst/>
            <a:gdLst/>
            <a:ahLst/>
            <a:cxnLst/>
            <a:rect l="l" t="t" r="r" b="b"/>
            <a:pathLst>
              <a:path w="661034" h="434975">
                <a:moveTo>
                  <a:pt x="321843" y="373849"/>
                </a:moveTo>
                <a:lnTo>
                  <a:pt x="279082" y="328041"/>
                </a:lnTo>
                <a:lnTo>
                  <a:pt x="270548" y="337781"/>
                </a:lnTo>
                <a:lnTo>
                  <a:pt x="261175" y="346214"/>
                </a:lnTo>
                <a:lnTo>
                  <a:pt x="218300" y="367563"/>
                </a:lnTo>
                <a:lnTo>
                  <a:pt x="192112" y="370801"/>
                </a:lnTo>
                <a:lnTo>
                  <a:pt x="167017" y="368223"/>
                </a:lnTo>
                <a:lnTo>
                  <a:pt x="124815" y="347611"/>
                </a:lnTo>
                <a:lnTo>
                  <a:pt x="94234" y="306997"/>
                </a:lnTo>
                <a:lnTo>
                  <a:pt x="78193" y="250393"/>
                </a:lnTo>
                <a:lnTo>
                  <a:pt x="76200" y="216687"/>
                </a:lnTo>
                <a:lnTo>
                  <a:pt x="76771" y="199796"/>
                </a:lnTo>
                <a:lnTo>
                  <a:pt x="85344" y="154114"/>
                </a:lnTo>
                <a:lnTo>
                  <a:pt x="102349" y="115874"/>
                </a:lnTo>
                <a:lnTo>
                  <a:pt x="136398" y="81673"/>
                </a:lnTo>
                <a:lnTo>
                  <a:pt x="181965" y="66217"/>
                </a:lnTo>
                <a:lnTo>
                  <a:pt x="195160" y="65620"/>
                </a:lnTo>
                <a:lnTo>
                  <a:pt x="206603" y="66192"/>
                </a:lnTo>
                <a:lnTo>
                  <a:pt x="246811" y="79641"/>
                </a:lnTo>
                <a:lnTo>
                  <a:pt x="271462" y="99148"/>
                </a:lnTo>
                <a:lnTo>
                  <a:pt x="312699" y="53428"/>
                </a:lnTo>
                <a:lnTo>
                  <a:pt x="276606" y="25044"/>
                </a:lnTo>
                <a:lnTo>
                  <a:pt x="230301" y="4381"/>
                </a:lnTo>
                <a:lnTo>
                  <a:pt x="193636" y="0"/>
                </a:lnTo>
                <a:lnTo>
                  <a:pt x="173609" y="1092"/>
                </a:lnTo>
                <a:lnTo>
                  <a:pt x="118960" y="15240"/>
                </a:lnTo>
                <a:lnTo>
                  <a:pt x="70434" y="44843"/>
                </a:lnTo>
                <a:lnTo>
                  <a:pt x="33528" y="88874"/>
                </a:lnTo>
                <a:lnTo>
                  <a:pt x="15240" y="126682"/>
                </a:lnTo>
                <a:lnTo>
                  <a:pt x="3619" y="170116"/>
                </a:lnTo>
                <a:lnTo>
                  <a:pt x="0" y="218211"/>
                </a:lnTo>
                <a:lnTo>
                  <a:pt x="876" y="243687"/>
                </a:lnTo>
                <a:lnTo>
                  <a:pt x="8356" y="290080"/>
                </a:lnTo>
                <a:lnTo>
                  <a:pt x="22923" y="330123"/>
                </a:lnTo>
                <a:lnTo>
                  <a:pt x="42875" y="363855"/>
                </a:lnTo>
                <a:lnTo>
                  <a:pt x="83629" y="403237"/>
                </a:lnTo>
                <a:lnTo>
                  <a:pt x="133362" y="427189"/>
                </a:lnTo>
                <a:lnTo>
                  <a:pt x="190588" y="434911"/>
                </a:lnTo>
                <a:lnTo>
                  <a:pt x="209765" y="434022"/>
                </a:lnTo>
                <a:lnTo>
                  <a:pt x="262318" y="419671"/>
                </a:lnTo>
                <a:lnTo>
                  <a:pt x="308000" y="387858"/>
                </a:lnTo>
                <a:lnTo>
                  <a:pt x="321843" y="373849"/>
                </a:lnTo>
                <a:close/>
              </a:path>
              <a:path w="661034" h="434975">
                <a:moveTo>
                  <a:pt x="660463" y="7962"/>
                </a:moveTo>
                <a:lnTo>
                  <a:pt x="344703" y="7962"/>
                </a:lnTo>
                <a:lnTo>
                  <a:pt x="344703" y="70192"/>
                </a:lnTo>
                <a:lnTo>
                  <a:pt x="465201" y="70192"/>
                </a:lnTo>
                <a:lnTo>
                  <a:pt x="465201" y="427062"/>
                </a:lnTo>
                <a:lnTo>
                  <a:pt x="539965" y="427062"/>
                </a:lnTo>
                <a:lnTo>
                  <a:pt x="539965" y="70192"/>
                </a:lnTo>
                <a:lnTo>
                  <a:pt x="660463" y="70192"/>
                </a:lnTo>
                <a:lnTo>
                  <a:pt x="660463" y="79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185659" y="2453640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5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5" y="0"/>
                </a:lnTo>
                <a:lnTo>
                  <a:pt x="74675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344346" y="2445639"/>
            <a:ext cx="370840" cy="434975"/>
          </a:xfrm>
          <a:custGeom>
            <a:avLst/>
            <a:gdLst/>
            <a:ahLst/>
            <a:cxnLst/>
            <a:rect l="l" t="t" r="r" b="b"/>
            <a:pathLst>
              <a:path w="370840" h="434975">
                <a:moveTo>
                  <a:pt x="184594" y="434911"/>
                </a:moveTo>
                <a:lnTo>
                  <a:pt x="145458" y="431292"/>
                </a:lnTo>
                <a:lnTo>
                  <a:pt x="93272" y="410996"/>
                </a:lnTo>
                <a:lnTo>
                  <a:pt x="51816" y="375380"/>
                </a:lnTo>
                <a:lnTo>
                  <a:pt x="21169" y="326436"/>
                </a:lnTo>
                <a:lnTo>
                  <a:pt x="7715" y="286401"/>
                </a:lnTo>
                <a:lnTo>
                  <a:pt x="857" y="240616"/>
                </a:lnTo>
                <a:lnTo>
                  <a:pt x="0" y="215169"/>
                </a:lnTo>
                <a:lnTo>
                  <a:pt x="857" y="190564"/>
                </a:lnTo>
                <a:lnTo>
                  <a:pt x="7715" y="145424"/>
                </a:lnTo>
                <a:lnTo>
                  <a:pt x="21169" y="105624"/>
                </a:lnTo>
                <a:lnTo>
                  <a:pt x="40076" y="72343"/>
                </a:lnTo>
                <a:lnTo>
                  <a:pt x="77997" y="33158"/>
                </a:lnTo>
                <a:lnTo>
                  <a:pt x="127279" y="9001"/>
                </a:lnTo>
                <a:lnTo>
                  <a:pt x="184594" y="0"/>
                </a:lnTo>
                <a:lnTo>
                  <a:pt x="204620" y="881"/>
                </a:lnTo>
                <a:lnTo>
                  <a:pt x="259270" y="15240"/>
                </a:lnTo>
                <a:lnTo>
                  <a:pt x="305655" y="44212"/>
                </a:lnTo>
                <a:lnTo>
                  <a:pt x="324699" y="65627"/>
                </a:lnTo>
                <a:lnTo>
                  <a:pt x="184594" y="65627"/>
                </a:lnTo>
                <a:lnTo>
                  <a:pt x="160798" y="67960"/>
                </a:lnTo>
                <a:lnTo>
                  <a:pt x="121278" y="87487"/>
                </a:lnTo>
                <a:lnTo>
                  <a:pt x="93011" y="126953"/>
                </a:lnTo>
                <a:lnTo>
                  <a:pt x="78247" y="182323"/>
                </a:lnTo>
                <a:lnTo>
                  <a:pt x="76295" y="215169"/>
                </a:lnTo>
                <a:lnTo>
                  <a:pt x="76842" y="232887"/>
                </a:lnTo>
                <a:lnTo>
                  <a:pt x="83915" y="279273"/>
                </a:lnTo>
                <a:lnTo>
                  <a:pt x="98702" y="317420"/>
                </a:lnTo>
                <a:lnTo>
                  <a:pt x="130540" y="353209"/>
                </a:lnTo>
                <a:lnTo>
                  <a:pt x="172316" y="369974"/>
                </a:lnTo>
                <a:lnTo>
                  <a:pt x="184594" y="370808"/>
                </a:lnTo>
                <a:lnTo>
                  <a:pt x="322481" y="370808"/>
                </a:lnTo>
                <a:lnTo>
                  <a:pt x="318801" y="375380"/>
                </a:lnTo>
                <a:lnTo>
                  <a:pt x="275899" y="410996"/>
                </a:lnTo>
                <a:lnTo>
                  <a:pt x="223647" y="431292"/>
                </a:lnTo>
                <a:lnTo>
                  <a:pt x="204620" y="434030"/>
                </a:lnTo>
                <a:lnTo>
                  <a:pt x="184594" y="434911"/>
                </a:lnTo>
                <a:close/>
              </a:path>
              <a:path w="370840" h="434975">
                <a:moveTo>
                  <a:pt x="322481" y="370808"/>
                </a:moveTo>
                <a:lnTo>
                  <a:pt x="184594" y="370808"/>
                </a:lnTo>
                <a:lnTo>
                  <a:pt x="196881" y="369974"/>
                </a:lnTo>
                <a:lnTo>
                  <a:pt x="208597" y="367569"/>
                </a:lnTo>
                <a:lnTo>
                  <a:pt x="248221" y="346221"/>
                </a:lnTo>
                <a:lnTo>
                  <a:pt x="276308" y="305943"/>
                </a:lnTo>
                <a:lnTo>
                  <a:pt x="288393" y="264930"/>
                </a:lnTo>
                <a:lnTo>
                  <a:pt x="292893" y="215169"/>
                </a:lnTo>
                <a:lnTo>
                  <a:pt x="291153" y="182323"/>
                </a:lnTo>
                <a:lnTo>
                  <a:pt x="276780" y="126953"/>
                </a:lnTo>
                <a:lnTo>
                  <a:pt x="247816" y="87487"/>
                </a:lnTo>
                <a:lnTo>
                  <a:pt x="208335" y="67960"/>
                </a:lnTo>
                <a:lnTo>
                  <a:pt x="184594" y="65627"/>
                </a:lnTo>
                <a:lnTo>
                  <a:pt x="324699" y="65627"/>
                </a:lnTo>
                <a:lnTo>
                  <a:pt x="349234" y="105624"/>
                </a:lnTo>
                <a:lnTo>
                  <a:pt x="362902" y="145424"/>
                </a:lnTo>
                <a:lnTo>
                  <a:pt x="369760" y="190564"/>
                </a:lnTo>
                <a:lnTo>
                  <a:pt x="370617" y="215169"/>
                </a:lnTo>
                <a:lnTo>
                  <a:pt x="369760" y="240616"/>
                </a:lnTo>
                <a:lnTo>
                  <a:pt x="362902" y="286401"/>
                </a:lnTo>
                <a:lnTo>
                  <a:pt x="349448" y="326436"/>
                </a:lnTo>
                <a:lnTo>
                  <a:pt x="330541" y="360792"/>
                </a:lnTo>
                <a:lnTo>
                  <a:pt x="322481" y="370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797355" y="2453258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8299" y="183070"/>
                </a:lnTo>
                <a:lnTo>
                  <a:pt x="64103" y="94583"/>
                </a:lnTo>
                <a:lnTo>
                  <a:pt x="62579" y="94583"/>
                </a:lnTo>
                <a:lnTo>
                  <a:pt x="65055" y="129147"/>
                </a:lnTo>
                <a:lnTo>
                  <a:pt x="66651" y="146754"/>
                </a:lnTo>
                <a:lnTo>
                  <a:pt x="68675" y="164782"/>
                </a:lnTo>
                <a:lnTo>
                  <a:pt x="70770" y="200679"/>
                </a:lnTo>
                <a:lnTo>
                  <a:pt x="71461" y="218454"/>
                </a:lnTo>
                <a:lnTo>
                  <a:pt x="71723" y="236505"/>
                </a:lnTo>
                <a:lnTo>
                  <a:pt x="71723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7454" y="236505"/>
                </a:lnTo>
                <a:lnTo>
                  <a:pt x="250221" y="324993"/>
                </a:lnTo>
                <a:lnTo>
                  <a:pt x="253269" y="324993"/>
                </a:lnTo>
                <a:lnTo>
                  <a:pt x="250793" y="291643"/>
                </a:lnTo>
                <a:lnTo>
                  <a:pt x="249197" y="273732"/>
                </a:lnTo>
                <a:lnTo>
                  <a:pt x="247173" y="254793"/>
                </a:lnTo>
                <a:lnTo>
                  <a:pt x="245411" y="236504"/>
                </a:lnTo>
                <a:lnTo>
                  <a:pt x="244506" y="218205"/>
                </a:lnTo>
                <a:lnTo>
                  <a:pt x="244173" y="199889"/>
                </a:lnTo>
                <a:lnTo>
                  <a:pt x="244125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189404" y="2445639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59" h="434975">
                <a:moveTo>
                  <a:pt x="150971" y="434911"/>
                </a:moveTo>
                <a:lnTo>
                  <a:pt x="109823" y="431101"/>
                </a:lnTo>
                <a:lnTo>
                  <a:pt x="68675" y="418147"/>
                </a:lnTo>
                <a:lnTo>
                  <a:pt x="32015" y="399395"/>
                </a:lnTo>
                <a:lnTo>
                  <a:pt x="0" y="373856"/>
                </a:lnTo>
                <a:lnTo>
                  <a:pt x="42672" y="321945"/>
                </a:lnTo>
                <a:lnTo>
                  <a:pt x="54426" y="332580"/>
                </a:lnTo>
                <a:lnTo>
                  <a:pt x="66913" y="341804"/>
                </a:lnTo>
                <a:lnTo>
                  <a:pt x="109204" y="363093"/>
                </a:lnTo>
                <a:lnTo>
                  <a:pt x="152495" y="370808"/>
                </a:lnTo>
                <a:lnTo>
                  <a:pt x="169481" y="369712"/>
                </a:lnTo>
                <a:lnTo>
                  <a:pt x="207454" y="355568"/>
                </a:lnTo>
                <a:lnTo>
                  <a:pt x="225742" y="315849"/>
                </a:lnTo>
                <a:lnTo>
                  <a:pt x="225742" y="308229"/>
                </a:lnTo>
                <a:lnTo>
                  <a:pt x="202834" y="275842"/>
                </a:lnTo>
                <a:lnTo>
                  <a:pt x="160115" y="254793"/>
                </a:lnTo>
                <a:lnTo>
                  <a:pt x="103727" y="230409"/>
                </a:lnTo>
                <a:lnTo>
                  <a:pt x="65476" y="208786"/>
                </a:lnTo>
                <a:lnTo>
                  <a:pt x="34099" y="175831"/>
                </a:lnTo>
                <a:lnTo>
                  <a:pt x="18835" y="130142"/>
                </a:lnTo>
                <a:lnTo>
                  <a:pt x="18288" y="118967"/>
                </a:lnTo>
                <a:lnTo>
                  <a:pt x="18883" y="106656"/>
                </a:lnTo>
                <a:lnTo>
                  <a:pt x="34980" y="61683"/>
                </a:lnTo>
                <a:lnTo>
                  <a:pt x="67658" y="26717"/>
                </a:lnTo>
                <a:lnTo>
                  <a:pt x="102203" y="9143"/>
                </a:lnTo>
                <a:lnTo>
                  <a:pt x="144637" y="571"/>
                </a:lnTo>
                <a:lnTo>
                  <a:pt x="160115" y="0"/>
                </a:lnTo>
                <a:lnTo>
                  <a:pt x="178196" y="881"/>
                </a:lnTo>
                <a:lnTo>
                  <a:pt x="230314" y="15239"/>
                </a:lnTo>
                <a:lnTo>
                  <a:pt x="275360" y="41640"/>
                </a:lnTo>
                <a:lnTo>
                  <a:pt x="288321" y="53435"/>
                </a:lnTo>
                <a:lnTo>
                  <a:pt x="250126" y="100679"/>
                </a:lnTo>
                <a:lnTo>
                  <a:pt x="239815" y="92987"/>
                </a:lnTo>
                <a:lnTo>
                  <a:pt x="229361" y="86010"/>
                </a:lnTo>
                <a:lnTo>
                  <a:pt x="184963" y="67913"/>
                </a:lnTo>
                <a:lnTo>
                  <a:pt x="160115" y="65627"/>
                </a:lnTo>
                <a:lnTo>
                  <a:pt x="145208" y="66460"/>
                </a:lnTo>
                <a:lnTo>
                  <a:pt x="103346" y="85248"/>
                </a:lnTo>
                <a:lnTo>
                  <a:pt x="93059" y="114395"/>
                </a:lnTo>
                <a:lnTo>
                  <a:pt x="93059" y="122015"/>
                </a:lnTo>
                <a:lnTo>
                  <a:pt x="94583" y="129730"/>
                </a:lnTo>
                <a:lnTo>
                  <a:pt x="99155" y="135826"/>
                </a:lnTo>
                <a:lnTo>
                  <a:pt x="102203" y="140398"/>
                </a:lnTo>
                <a:lnTo>
                  <a:pt x="106775" y="146494"/>
                </a:lnTo>
                <a:lnTo>
                  <a:pt x="114395" y="151066"/>
                </a:lnTo>
                <a:lnTo>
                  <a:pt x="120491" y="155638"/>
                </a:lnTo>
                <a:lnTo>
                  <a:pt x="135731" y="163258"/>
                </a:lnTo>
                <a:lnTo>
                  <a:pt x="147351" y="168020"/>
                </a:lnTo>
                <a:lnTo>
                  <a:pt x="153519" y="170759"/>
                </a:lnTo>
                <a:lnTo>
                  <a:pt x="160115" y="173926"/>
                </a:lnTo>
                <a:lnTo>
                  <a:pt x="216598" y="196881"/>
                </a:lnTo>
                <a:lnTo>
                  <a:pt x="234695" y="205454"/>
                </a:lnTo>
                <a:lnTo>
                  <a:pt x="271581" y="232100"/>
                </a:lnTo>
                <a:lnTo>
                  <a:pt x="297537" y="279320"/>
                </a:lnTo>
                <a:lnTo>
                  <a:pt x="302037" y="309753"/>
                </a:lnTo>
                <a:lnTo>
                  <a:pt x="301228" y="322960"/>
                </a:lnTo>
                <a:lnTo>
                  <a:pt x="285949" y="369522"/>
                </a:lnTo>
                <a:lnTo>
                  <a:pt x="260794" y="398240"/>
                </a:lnTo>
                <a:lnTo>
                  <a:pt x="227576" y="419108"/>
                </a:lnTo>
                <a:lnTo>
                  <a:pt x="184011" y="432434"/>
                </a:lnTo>
                <a:lnTo>
                  <a:pt x="167861" y="434316"/>
                </a:lnTo>
                <a:lnTo>
                  <a:pt x="150971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540209" y="2434970"/>
            <a:ext cx="230504" cy="445770"/>
          </a:xfrm>
          <a:custGeom>
            <a:avLst/>
            <a:gdLst/>
            <a:ahLst/>
            <a:cxnLst/>
            <a:rect l="l" t="t" r="r" b="b"/>
            <a:pathLst>
              <a:path w="230504" h="445769">
                <a:moveTo>
                  <a:pt x="39719" y="94583"/>
                </a:moveTo>
                <a:lnTo>
                  <a:pt x="0" y="56388"/>
                </a:lnTo>
                <a:lnTo>
                  <a:pt x="10621" y="44624"/>
                </a:lnTo>
                <a:lnTo>
                  <a:pt x="22109" y="34290"/>
                </a:lnTo>
                <a:lnTo>
                  <a:pt x="63126" y="9644"/>
                </a:lnTo>
                <a:lnTo>
                  <a:pt x="111347" y="0"/>
                </a:lnTo>
                <a:lnTo>
                  <a:pt x="123887" y="547"/>
                </a:lnTo>
                <a:lnTo>
                  <a:pt x="169568" y="11358"/>
                </a:lnTo>
                <a:lnTo>
                  <a:pt x="204239" y="34601"/>
                </a:lnTo>
                <a:lnTo>
                  <a:pt x="221170" y="61055"/>
                </a:lnTo>
                <a:lnTo>
                  <a:pt x="106775" y="61055"/>
                </a:lnTo>
                <a:lnTo>
                  <a:pt x="96774" y="61626"/>
                </a:lnTo>
                <a:lnTo>
                  <a:pt x="54959" y="80676"/>
                </a:lnTo>
                <a:lnTo>
                  <a:pt x="47482" y="87129"/>
                </a:lnTo>
                <a:lnTo>
                  <a:pt x="39719" y="94583"/>
                </a:lnTo>
                <a:close/>
              </a:path>
              <a:path w="230504" h="445769">
                <a:moveTo>
                  <a:pt x="138779" y="300608"/>
                </a:moveTo>
                <a:lnTo>
                  <a:pt x="74771" y="300608"/>
                </a:lnTo>
                <a:lnTo>
                  <a:pt x="73937" y="289211"/>
                </a:lnTo>
                <a:lnTo>
                  <a:pt x="73818" y="278082"/>
                </a:lnTo>
                <a:lnTo>
                  <a:pt x="74556" y="267524"/>
                </a:lnTo>
                <a:lnTo>
                  <a:pt x="85725" y="230838"/>
                </a:lnTo>
                <a:lnTo>
                  <a:pt x="111347" y="192214"/>
                </a:lnTo>
                <a:lnTo>
                  <a:pt x="134207" y="166306"/>
                </a:lnTo>
                <a:lnTo>
                  <a:pt x="138826" y="159448"/>
                </a:lnTo>
                <a:lnTo>
                  <a:pt x="158138" y="119730"/>
                </a:lnTo>
                <a:lnTo>
                  <a:pt x="158686" y="112871"/>
                </a:lnTo>
                <a:lnTo>
                  <a:pt x="157829" y="101774"/>
                </a:lnTo>
                <a:lnTo>
                  <a:pt x="137247" y="68770"/>
                </a:lnTo>
                <a:lnTo>
                  <a:pt x="106775" y="61055"/>
                </a:lnTo>
                <a:lnTo>
                  <a:pt x="221170" y="61055"/>
                </a:lnTo>
                <a:lnTo>
                  <a:pt x="225171" y="71628"/>
                </a:lnTo>
                <a:lnTo>
                  <a:pt x="228028" y="82772"/>
                </a:lnTo>
                <a:lnTo>
                  <a:pt x="229747" y="94583"/>
                </a:lnTo>
                <a:lnTo>
                  <a:pt x="230314" y="106775"/>
                </a:lnTo>
                <a:lnTo>
                  <a:pt x="229766" y="116777"/>
                </a:lnTo>
                <a:lnTo>
                  <a:pt x="214679" y="159472"/>
                </a:lnTo>
                <a:lnTo>
                  <a:pt x="181546" y="202882"/>
                </a:lnTo>
                <a:lnTo>
                  <a:pt x="174974" y="209819"/>
                </a:lnTo>
                <a:lnTo>
                  <a:pt x="168973" y="216872"/>
                </a:lnTo>
                <a:lnTo>
                  <a:pt x="163544" y="224193"/>
                </a:lnTo>
                <a:lnTo>
                  <a:pt x="158686" y="231933"/>
                </a:lnTo>
                <a:lnTo>
                  <a:pt x="154068" y="239172"/>
                </a:lnTo>
                <a:lnTo>
                  <a:pt x="138600" y="280368"/>
                </a:lnTo>
                <a:lnTo>
                  <a:pt x="138185" y="290354"/>
                </a:lnTo>
                <a:lnTo>
                  <a:pt x="138779" y="300608"/>
                </a:lnTo>
                <a:close/>
              </a:path>
              <a:path w="230504" h="445769">
                <a:moveTo>
                  <a:pt x="106775" y="445579"/>
                </a:moveTo>
                <a:lnTo>
                  <a:pt x="67246" y="424419"/>
                </a:lnTo>
                <a:lnTo>
                  <a:pt x="59531" y="395192"/>
                </a:lnTo>
                <a:lnTo>
                  <a:pt x="60388" y="385214"/>
                </a:lnTo>
                <a:lnTo>
                  <a:pt x="88296" y="348436"/>
                </a:lnTo>
                <a:lnTo>
                  <a:pt x="106775" y="344805"/>
                </a:lnTo>
                <a:lnTo>
                  <a:pt x="116754" y="345687"/>
                </a:lnTo>
                <a:lnTo>
                  <a:pt x="152209" y="375951"/>
                </a:lnTo>
                <a:lnTo>
                  <a:pt x="155638" y="395192"/>
                </a:lnTo>
                <a:lnTo>
                  <a:pt x="154781" y="406065"/>
                </a:lnTo>
                <a:lnTo>
                  <a:pt x="126027" y="442150"/>
                </a:lnTo>
                <a:lnTo>
                  <a:pt x="106775" y="4455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3842099" y="3788473"/>
            <a:ext cx="3013075" cy="1488440"/>
            <a:chOff x="3842099" y="3788473"/>
            <a:chExt cx="3013075" cy="1488440"/>
          </a:xfrm>
        </p:grpSpPr>
        <p:sp>
          <p:nvSpPr>
            <p:cNvPr id="21" name="object 21" descr=""/>
            <p:cNvSpPr/>
            <p:nvPr/>
          </p:nvSpPr>
          <p:spPr>
            <a:xfrm>
              <a:off x="3842099" y="3788473"/>
              <a:ext cx="3013075" cy="1488440"/>
            </a:xfrm>
            <a:custGeom>
              <a:avLst/>
              <a:gdLst/>
              <a:ahLst/>
              <a:cxnLst/>
              <a:rect l="l" t="t" r="r" b="b"/>
              <a:pathLst>
                <a:path w="3013075" h="1488439">
                  <a:moveTo>
                    <a:pt x="2905791" y="1487900"/>
                  </a:moveTo>
                  <a:lnTo>
                    <a:pt x="106775" y="1487900"/>
                  </a:lnTo>
                  <a:lnTo>
                    <a:pt x="83915" y="1483328"/>
                  </a:lnTo>
                  <a:lnTo>
                    <a:pt x="38100" y="1458944"/>
                  </a:lnTo>
                  <a:lnTo>
                    <a:pt x="15240" y="1429893"/>
                  </a:lnTo>
                  <a:lnTo>
                    <a:pt x="10668" y="1423797"/>
                  </a:lnTo>
                  <a:lnTo>
                    <a:pt x="7620" y="1416177"/>
                  </a:lnTo>
                  <a:lnTo>
                    <a:pt x="6096" y="1410081"/>
                  </a:lnTo>
                  <a:lnTo>
                    <a:pt x="3048" y="1402461"/>
                  </a:lnTo>
                  <a:lnTo>
                    <a:pt x="0" y="1387221"/>
                  </a:lnTo>
                  <a:lnTo>
                    <a:pt x="0" y="1373409"/>
                  </a:lnTo>
                  <a:lnTo>
                    <a:pt x="0" y="99250"/>
                  </a:lnTo>
                  <a:lnTo>
                    <a:pt x="3048" y="84010"/>
                  </a:lnTo>
                  <a:lnTo>
                    <a:pt x="6096" y="77819"/>
                  </a:lnTo>
                  <a:lnTo>
                    <a:pt x="7620" y="70199"/>
                  </a:lnTo>
                  <a:lnTo>
                    <a:pt x="10668" y="62579"/>
                  </a:lnTo>
                  <a:lnTo>
                    <a:pt x="15240" y="56483"/>
                  </a:lnTo>
                  <a:lnTo>
                    <a:pt x="18288" y="50387"/>
                  </a:lnTo>
                  <a:lnTo>
                    <a:pt x="27432" y="38195"/>
                  </a:lnTo>
                  <a:lnTo>
                    <a:pt x="33528" y="33623"/>
                  </a:lnTo>
                  <a:lnTo>
                    <a:pt x="38100" y="27527"/>
                  </a:lnTo>
                  <a:lnTo>
                    <a:pt x="50387" y="18383"/>
                  </a:lnTo>
                  <a:lnTo>
                    <a:pt x="56483" y="15335"/>
                  </a:lnTo>
                  <a:lnTo>
                    <a:pt x="62579" y="10763"/>
                  </a:lnTo>
                  <a:lnTo>
                    <a:pt x="70199" y="7620"/>
                  </a:lnTo>
                  <a:lnTo>
                    <a:pt x="77819" y="6095"/>
                  </a:lnTo>
                  <a:lnTo>
                    <a:pt x="83915" y="3048"/>
                  </a:lnTo>
                  <a:lnTo>
                    <a:pt x="99155" y="0"/>
                  </a:lnTo>
                  <a:lnTo>
                    <a:pt x="2913411" y="0"/>
                  </a:lnTo>
                  <a:lnTo>
                    <a:pt x="2919507" y="1524"/>
                  </a:lnTo>
                  <a:lnTo>
                    <a:pt x="2927223" y="3048"/>
                  </a:lnTo>
                  <a:lnTo>
                    <a:pt x="2934842" y="6095"/>
                  </a:lnTo>
                  <a:lnTo>
                    <a:pt x="2940939" y="7620"/>
                  </a:lnTo>
                  <a:lnTo>
                    <a:pt x="2948558" y="10763"/>
                  </a:lnTo>
                  <a:lnTo>
                    <a:pt x="2954655" y="15335"/>
                  </a:lnTo>
                  <a:lnTo>
                    <a:pt x="2960750" y="18383"/>
                  </a:lnTo>
                  <a:lnTo>
                    <a:pt x="2968371" y="22955"/>
                  </a:lnTo>
                  <a:lnTo>
                    <a:pt x="2997326" y="56483"/>
                  </a:lnTo>
                  <a:lnTo>
                    <a:pt x="3012566" y="106870"/>
                  </a:lnTo>
                  <a:lnTo>
                    <a:pt x="3012566" y="1379505"/>
                  </a:lnTo>
                  <a:lnTo>
                    <a:pt x="3006471" y="1410081"/>
                  </a:lnTo>
                  <a:lnTo>
                    <a:pt x="3003423" y="1416177"/>
                  </a:lnTo>
                  <a:lnTo>
                    <a:pt x="3000375" y="1423797"/>
                  </a:lnTo>
                  <a:lnTo>
                    <a:pt x="2997326" y="1429893"/>
                  </a:lnTo>
                  <a:lnTo>
                    <a:pt x="2979039" y="1454277"/>
                  </a:lnTo>
                  <a:lnTo>
                    <a:pt x="2972942" y="1458944"/>
                  </a:lnTo>
                  <a:lnTo>
                    <a:pt x="2968371" y="1463516"/>
                  </a:lnTo>
                  <a:lnTo>
                    <a:pt x="2960750" y="1468088"/>
                  </a:lnTo>
                  <a:lnTo>
                    <a:pt x="2954655" y="1472660"/>
                  </a:lnTo>
                  <a:lnTo>
                    <a:pt x="2948558" y="1475708"/>
                  </a:lnTo>
                  <a:lnTo>
                    <a:pt x="2940939" y="1478756"/>
                  </a:lnTo>
                  <a:lnTo>
                    <a:pt x="2934842" y="1481804"/>
                  </a:lnTo>
                  <a:lnTo>
                    <a:pt x="2919507" y="1484852"/>
                  </a:lnTo>
                  <a:lnTo>
                    <a:pt x="2913411" y="1486376"/>
                  </a:lnTo>
                  <a:lnTo>
                    <a:pt x="2905791" y="1487900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24159" y="4130332"/>
              <a:ext cx="2062480" cy="788035"/>
            </a:xfrm>
            <a:custGeom>
              <a:avLst/>
              <a:gdLst/>
              <a:ahLst/>
              <a:cxnLst/>
              <a:rect l="l" t="t" r="r" b="b"/>
              <a:pathLst>
                <a:path w="2062479" h="788035">
                  <a:moveTo>
                    <a:pt x="155536" y="239395"/>
                  </a:moveTo>
                  <a:lnTo>
                    <a:pt x="32004" y="239395"/>
                  </a:lnTo>
                  <a:lnTo>
                    <a:pt x="32004" y="145415"/>
                  </a:lnTo>
                  <a:lnTo>
                    <a:pt x="132676" y="145415"/>
                  </a:lnTo>
                  <a:lnTo>
                    <a:pt x="132676" y="116205"/>
                  </a:lnTo>
                  <a:lnTo>
                    <a:pt x="32004" y="116205"/>
                  </a:lnTo>
                  <a:lnTo>
                    <a:pt x="32004" y="33655"/>
                  </a:lnTo>
                  <a:lnTo>
                    <a:pt x="150964" y="33655"/>
                  </a:lnTo>
                  <a:lnTo>
                    <a:pt x="150964" y="5715"/>
                  </a:lnTo>
                  <a:lnTo>
                    <a:pt x="0" y="5715"/>
                  </a:lnTo>
                  <a:lnTo>
                    <a:pt x="0" y="33655"/>
                  </a:lnTo>
                  <a:lnTo>
                    <a:pt x="0" y="116205"/>
                  </a:lnTo>
                  <a:lnTo>
                    <a:pt x="0" y="145415"/>
                  </a:lnTo>
                  <a:lnTo>
                    <a:pt x="0" y="239395"/>
                  </a:lnTo>
                  <a:lnTo>
                    <a:pt x="0" y="268605"/>
                  </a:lnTo>
                  <a:lnTo>
                    <a:pt x="155536" y="268605"/>
                  </a:lnTo>
                  <a:lnTo>
                    <a:pt x="155536" y="239395"/>
                  </a:lnTo>
                  <a:close/>
                </a:path>
                <a:path w="2062479" h="788035">
                  <a:moveTo>
                    <a:pt x="396519" y="6096"/>
                  </a:moveTo>
                  <a:lnTo>
                    <a:pt x="366039" y="6096"/>
                  </a:lnTo>
                  <a:lnTo>
                    <a:pt x="366039" y="183159"/>
                  </a:lnTo>
                  <a:lnTo>
                    <a:pt x="368134" y="204876"/>
                  </a:lnTo>
                  <a:lnTo>
                    <a:pt x="368820" y="214884"/>
                  </a:lnTo>
                  <a:lnTo>
                    <a:pt x="369087" y="224307"/>
                  </a:lnTo>
                  <a:lnTo>
                    <a:pt x="367563" y="224307"/>
                  </a:lnTo>
                  <a:lnTo>
                    <a:pt x="340131" y="170878"/>
                  </a:lnTo>
                  <a:lnTo>
                    <a:pt x="244017" y="6096"/>
                  </a:lnTo>
                  <a:lnTo>
                    <a:pt x="210489" y="6096"/>
                  </a:lnTo>
                  <a:lnTo>
                    <a:pt x="210489" y="268605"/>
                  </a:lnTo>
                  <a:lnTo>
                    <a:pt x="240969" y="268605"/>
                  </a:lnTo>
                  <a:lnTo>
                    <a:pt x="240969" y="88480"/>
                  </a:lnTo>
                  <a:lnTo>
                    <a:pt x="238874" y="68668"/>
                  </a:lnTo>
                  <a:lnTo>
                    <a:pt x="238188" y="58915"/>
                  </a:lnTo>
                  <a:lnTo>
                    <a:pt x="237921" y="48856"/>
                  </a:lnTo>
                  <a:lnTo>
                    <a:pt x="239445" y="48856"/>
                  </a:lnTo>
                  <a:lnTo>
                    <a:pt x="266877" y="102298"/>
                  </a:lnTo>
                  <a:lnTo>
                    <a:pt x="362991" y="268605"/>
                  </a:lnTo>
                  <a:lnTo>
                    <a:pt x="396519" y="268605"/>
                  </a:lnTo>
                  <a:lnTo>
                    <a:pt x="396519" y="6096"/>
                  </a:lnTo>
                  <a:close/>
                </a:path>
                <a:path w="2062479" h="788035">
                  <a:moveTo>
                    <a:pt x="636066" y="5676"/>
                  </a:moveTo>
                  <a:lnTo>
                    <a:pt x="443852" y="5676"/>
                  </a:lnTo>
                  <a:lnTo>
                    <a:pt x="443852" y="33616"/>
                  </a:lnTo>
                  <a:lnTo>
                    <a:pt x="523201" y="33616"/>
                  </a:lnTo>
                  <a:lnTo>
                    <a:pt x="523201" y="268566"/>
                  </a:lnTo>
                  <a:lnTo>
                    <a:pt x="556729" y="268566"/>
                  </a:lnTo>
                  <a:lnTo>
                    <a:pt x="556729" y="33616"/>
                  </a:lnTo>
                  <a:lnTo>
                    <a:pt x="636066" y="33616"/>
                  </a:lnTo>
                  <a:lnTo>
                    <a:pt x="636066" y="5676"/>
                  </a:lnTo>
                  <a:close/>
                </a:path>
                <a:path w="2062479" h="788035">
                  <a:moveTo>
                    <a:pt x="668070" y="647026"/>
                  </a:moveTo>
                  <a:lnTo>
                    <a:pt x="582637" y="647026"/>
                  </a:lnTo>
                  <a:lnTo>
                    <a:pt x="582637" y="674458"/>
                  </a:lnTo>
                  <a:lnTo>
                    <a:pt x="639114" y="674458"/>
                  </a:lnTo>
                  <a:lnTo>
                    <a:pt x="639114" y="743140"/>
                  </a:lnTo>
                  <a:lnTo>
                    <a:pt x="626833" y="752284"/>
                  </a:lnTo>
                  <a:lnTo>
                    <a:pt x="617689" y="753897"/>
                  </a:lnTo>
                  <a:lnTo>
                    <a:pt x="611708" y="755904"/>
                  </a:lnTo>
                  <a:lnTo>
                    <a:pt x="605307" y="757326"/>
                  </a:lnTo>
                  <a:lnTo>
                    <a:pt x="598614" y="758190"/>
                  </a:lnTo>
                  <a:lnTo>
                    <a:pt x="591781" y="758469"/>
                  </a:lnTo>
                  <a:lnTo>
                    <a:pt x="580898" y="757923"/>
                  </a:lnTo>
                  <a:lnTo>
                    <a:pt x="538822" y="741807"/>
                  </a:lnTo>
                  <a:lnTo>
                    <a:pt x="512864" y="704989"/>
                  </a:lnTo>
                  <a:lnTo>
                    <a:pt x="503821" y="662381"/>
                  </a:lnTo>
                  <a:lnTo>
                    <a:pt x="503288" y="650074"/>
                  </a:lnTo>
                  <a:lnTo>
                    <a:pt x="503821" y="638695"/>
                  </a:lnTo>
                  <a:lnTo>
                    <a:pt x="513105" y="597573"/>
                  </a:lnTo>
                  <a:lnTo>
                    <a:pt x="540346" y="561403"/>
                  </a:lnTo>
                  <a:lnTo>
                    <a:pt x="581139" y="545160"/>
                  </a:lnTo>
                  <a:lnTo>
                    <a:pt x="590257" y="544830"/>
                  </a:lnTo>
                  <a:lnTo>
                    <a:pt x="599998" y="545160"/>
                  </a:lnTo>
                  <a:lnTo>
                    <a:pt x="636447" y="559689"/>
                  </a:lnTo>
                  <a:lnTo>
                    <a:pt x="646734" y="569214"/>
                  </a:lnTo>
                  <a:lnTo>
                    <a:pt x="665022" y="547878"/>
                  </a:lnTo>
                  <a:lnTo>
                    <a:pt x="626300" y="520915"/>
                  </a:lnTo>
                  <a:lnTo>
                    <a:pt x="590257" y="515772"/>
                  </a:lnTo>
                  <a:lnTo>
                    <a:pt x="577062" y="516343"/>
                  </a:lnTo>
                  <a:lnTo>
                    <a:pt x="531241" y="530085"/>
                  </a:lnTo>
                  <a:lnTo>
                    <a:pt x="495846" y="561263"/>
                  </a:lnTo>
                  <a:lnTo>
                    <a:pt x="474903" y="608063"/>
                  </a:lnTo>
                  <a:lnTo>
                    <a:pt x="469760" y="651598"/>
                  </a:lnTo>
                  <a:lnTo>
                    <a:pt x="470331" y="667308"/>
                  </a:lnTo>
                  <a:lnTo>
                    <a:pt x="478904" y="709612"/>
                  </a:lnTo>
                  <a:lnTo>
                    <a:pt x="503288" y="752284"/>
                  </a:lnTo>
                  <a:lnTo>
                    <a:pt x="539965" y="778281"/>
                  </a:lnTo>
                  <a:lnTo>
                    <a:pt x="587209" y="787425"/>
                  </a:lnTo>
                  <a:lnTo>
                    <a:pt x="600379" y="786879"/>
                  </a:lnTo>
                  <a:lnTo>
                    <a:pt x="644499" y="774954"/>
                  </a:lnTo>
                  <a:lnTo>
                    <a:pt x="668070" y="756945"/>
                  </a:lnTo>
                  <a:lnTo>
                    <a:pt x="668070" y="647026"/>
                  </a:lnTo>
                  <a:close/>
                </a:path>
                <a:path w="2062479" h="788035">
                  <a:moveTo>
                    <a:pt x="838860" y="239395"/>
                  </a:moveTo>
                  <a:lnTo>
                    <a:pt x="715314" y="239395"/>
                  </a:lnTo>
                  <a:lnTo>
                    <a:pt x="715314" y="145415"/>
                  </a:lnTo>
                  <a:lnTo>
                    <a:pt x="816000" y="145415"/>
                  </a:lnTo>
                  <a:lnTo>
                    <a:pt x="816000" y="116205"/>
                  </a:lnTo>
                  <a:lnTo>
                    <a:pt x="715314" y="116205"/>
                  </a:lnTo>
                  <a:lnTo>
                    <a:pt x="715314" y="33655"/>
                  </a:lnTo>
                  <a:lnTo>
                    <a:pt x="834288" y="33655"/>
                  </a:lnTo>
                  <a:lnTo>
                    <a:pt x="834288" y="5715"/>
                  </a:lnTo>
                  <a:lnTo>
                    <a:pt x="683310" y="5715"/>
                  </a:lnTo>
                  <a:lnTo>
                    <a:pt x="683310" y="33655"/>
                  </a:lnTo>
                  <a:lnTo>
                    <a:pt x="683310" y="116205"/>
                  </a:lnTo>
                  <a:lnTo>
                    <a:pt x="683310" y="145415"/>
                  </a:lnTo>
                  <a:lnTo>
                    <a:pt x="683310" y="239395"/>
                  </a:lnTo>
                  <a:lnTo>
                    <a:pt x="683310" y="268605"/>
                  </a:lnTo>
                  <a:lnTo>
                    <a:pt x="838860" y="268605"/>
                  </a:lnTo>
                  <a:lnTo>
                    <a:pt x="838860" y="239395"/>
                  </a:lnTo>
                  <a:close/>
                </a:path>
                <a:path w="2062479" h="788035">
                  <a:moveTo>
                    <a:pt x="913625" y="782853"/>
                  </a:moveTo>
                  <a:lnTo>
                    <a:pt x="848360" y="671410"/>
                  </a:lnTo>
                  <a:lnTo>
                    <a:pt x="846569" y="668362"/>
                  </a:lnTo>
                  <a:lnTo>
                    <a:pt x="859459" y="664108"/>
                  </a:lnTo>
                  <a:lnTo>
                    <a:pt x="870762" y="658266"/>
                  </a:lnTo>
                  <a:lnTo>
                    <a:pt x="880656" y="651014"/>
                  </a:lnTo>
                  <a:lnTo>
                    <a:pt x="886180" y="645502"/>
                  </a:lnTo>
                  <a:lnTo>
                    <a:pt x="889241" y="642454"/>
                  </a:lnTo>
                  <a:lnTo>
                    <a:pt x="896366" y="632701"/>
                  </a:lnTo>
                  <a:lnTo>
                    <a:pt x="901623" y="621499"/>
                  </a:lnTo>
                  <a:lnTo>
                    <a:pt x="904887" y="608558"/>
                  </a:lnTo>
                  <a:lnTo>
                    <a:pt x="906005" y="593598"/>
                  </a:lnTo>
                  <a:lnTo>
                    <a:pt x="905459" y="583857"/>
                  </a:lnTo>
                  <a:lnTo>
                    <a:pt x="890663" y="547878"/>
                  </a:lnTo>
                  <a:lnTo>
                    <a:pt x="872477" y="532472"/>
                  </a:lnTo>
                  <a:lnTo>
                    <a:pt x="872477" y="593598"/>
                  </a:lnTo>
                  <a:lnTo>
                    <a:pt x="871359" y="605612"/>
                  </a:lnTo>
                  <a:lnTo>
                    <a:pt x="846823" y="637794"/>
                  </a:lnTo>
                  <a:lnTo>
                    <a:pt x="808380" y="645502"/>
                  </a:lnTo>
                  <a:lnTo>
                    <a:pt x="764184" y="645502"/>
                  </a:lnTo>
                  <a:lnTo>
                    <a:pt x="764184" y="547878"/>
                  </a:lnTo>
                  <a:lnTo>
                    <a:pt x="808380" y="547878"/>
                  </a:lnTo>
                  <a:lnTo>
                    <a:pt x="846823" y="553021"/>
                  </a:lnTo>
                  <a:lnTo>
                    <a:pt x="872477" y="593598"/>
                  </a:lnTo>
                  <a:lnTo>
                    <a:pt x="872477" y="532472"/>
                  </a:lnTo>
                  <a:lnTo>
                    <a:pt x="832586" y="521296"/>
                  </a:lnTo>
                  <a:lnTo>
                    <a:pt x="812952" y="520344"/>
                  </a:lnTo>
                  <a:lnTo>
                    <a:pt x="730554" y="520344"/>
                  </a:lnTo>
                  <a:lnTo>
                    <a:pt x="730554" y="782853"/>
                  </a:lnTo>
                  <a:lnTo>
                    <a:pt x="764184" y="782853"/>
                  </a:lnTo>
                  <a:lnTo>
                    <a:pt x="764184" y="671410"/>
                  </a:lnTo>
                  <a:lnTo>
                    <a:pt x="811428" y="671410"/>
                  </a:lnTo>
                  <a:lnTo>
                    <a:pt x="875525" y="782853"/>
                  </a:lnTo>
                  <a:lnTo>
                    <a:pt x="913625" y="782853"/>
                  </a:lnTo>
                  <a:close/>
                </a:path>
                <a:path w="2062479" h="788035">
                  <a:moveTo>
                    <a:pt x="1075372" y="268605"/>
                  </a:moveTo>
                  <a:lnTo>
                    <a:pt x="1010005" y="157162"/>
                  </a:lnTo>
                  <a:lnTo>
                    <a:pt x="1008214" y="154114"/>
                  </a:lnTo>
                  <a:lnTo>
                    <a:pt x="1021092" y="149847"/>
                  </a:lnTo>
                  <a:lnTo>
                    <a:pt x="1032408" y="144018"/>
                  </a:lnTo>
                  <a:lnTo>
                    <a:pt x="1042289" y="136753"/>
                  </a:lnTo>
                  <a:lnTo>
                    <a:pt x="1049350" y="129730"/>
                  </a:lnTo>
                  <a:lnTo>
                    <a:pt x="1050886" y="128206"/>
                  </a:lnTo>
                  <a:lnTo>
                    <a:pt x="1058710" y="118211"/>
                  </a:lnTo>
                  <a:lnTo>
                    <a:pt x="1063929" y="106629"/>
                  </a:lnTo>
                  <a:lnTo>
                    <a:pt x="1066838" y="93624"/>
                  </a:lnTo>
                  <a:lnTo>
                    <a:pt x="1067752" y="79336"/>
                  </a:lnTo>
                  <a:lnTo>
                    <a:pt x="1067435" y="69367"/>
                  </a:lnTo>
                  <a:lnTo>
                    <a:pt x="1053185" y="32092"/>
                  </a:lnTo>
                  <a:lnTo>
                    <a:pt x="1034122" y="16675"/>
                  </a:lnTo>
                  <a:lnTo>
                    <a:pt x="1034122" y="79336"/>
                  </a:lnTo>
                  <a:lnTo>
                    <a:pt x="1033221" y="91097"/>
                  </a:lnTo>
                  <a:lnTo>
                    <a:pt x="1008507" y="122656"/>
                  </a:lnTo>
                  <a:lnTo>
                    <a:pt x="971638" y="129730"/>
                  </a:lnTo>
                  <a:lnTo>
                    <a:pt x="927354" y="129730"/>
                  </a:lnTo>
                  <a:lnTo>
                    <a:pt x="927354" y="32092"/>
                  </a:lnTo>
                  <a:lnTo>
                    <a:pt x="971638" y="32092"/>
                  </a:lnTo>
                  <a:lnTo>
                    <a:pt x="1017358" y="42760"/>
                  </a:lnTo>
                  <a:lnTo>
                    <a:pt x="1034122" y="79336"/>
                  </a:lnTo>
                  <a:lnTo>
                    <a:pt x="1034122" y="16675"/>
                  </a:lnTo>
                  <a:lnTo>
                    <a:pt x="994498" y="6477"/>
                  </a:lnTo>
                  <a:lnTo>
                    <a:pt x="976210" y="6096"/>
                  </a:lnTo>
                  <a:lnTo>
                    <a:pt x="893826" y="6096"/>
                  </a:lnTo>
                  <a:lnTo>
                    <a:pt x="893826" y="268605"/>
                  </a:lnTo>
                  <a:lnTo>
                    <a:pt x="927354" y="268605"/>
                  </a:lnTo>
                  <a:lnTo>
                    <a:pt x="927354" y="157162"/>
                  </a:lnTo>
                  <a:lnTo>
                    <a:pt x="974686" y="157162"/>
                  </a:lnTo>
                  <a:lnTo>
                    <a:pt x="1037170" y="268605"/>
                  </a:lnTo>
                  <a:lnTo>
                    <a:pt x="1075372" y="268605"/>
                  </a:lnTo>
                  <a:close/>
                </a:path>
                <a:path w="2062479" h="788035">
                  <a:moveTo>
                    <a:pt x="1140891" y="782853"/>
                  </a:moveTo>
                  <a:lnTo>
                    <a:pt x="1114158" y="703516"/>
                  </a:lnTo>
                  <a:lnTo>
                    <a:pt x="1104900" y="676084"/>
                  </a:lnTo>
                  <a:lnTo>
                    <a:pt x="1072222" y="579120"/>
                  </a:lnTo>
                  <a:lnTo>
                    <a:pt x="1072222" y="676084"/>
                  </a:lnTo>
                  <a:lnTo>
                    <a:pt x="992974" y="676084"/>
                  </a:lnTo>
                  <a:lnTo>
                    <a:pt x="1008595" y="625170"/>
                  </a:lnTo>
                  <a:lnTo>
                    <a:pt x="1015453" y="603326"/>
                  </a:lnTo>
                  <a:lnTo>
                    <a:pt x="1018882" y="592074"/>
                  </a:lnTo>
                  <a:lnTo>
                    <a:pt x="1022286" y="581520"/>
                  </a:lnTo>
                  <a:lnTo>
                    <a:pt x="1025550" y="570547"/>
                  </a:lnTo>
                  <a:lnTo>
                    <a:pt x="1028522" y="559282"/>
                  </a:lnTo>
                  <a:lnTo>
                    <a:pt x="1031074" y="547878"/>
                  </a:lnTo>
                  <a:lnTo>
                    <a:pt x="1032598" y="547878"/>
                  </a:lnTo>
                  <a:lnTo>
                    <a:pt x="1036027" y="559282"/>
                  </a:lnTo>
                  <a:lnTo>
                    <a:pt x="1039456" y="570547"/>
                  </a:lnTo>
                  <a:lnTo>
                    <a:pt x="1042885" y="581520"/>
                  </a:lnTo>
                  <a:lnTo>
                    <a:pt x="1046314" y="592074"/>
                  </a:lnTo>
                  <a:lnTo>
                    <a:pt x="1048880" y="603326"/>
                  </a:lnTo>
                  <a:lnTo>
                    <a:pt x="1052029" y="614260"/>
                  </a:lnTo>
                  <a:lnTo>
                    <a:pt x="1055738" y="625170"/>
                  </a:lnTo>
                  <a:lnTo>
                    <a:pt x="1060030" y="636358"/>
                  </a:lnTo>
                  <a:lnTo>
                    <a:pt x="1072222" y="676084"/>
                  </a:lnTo>
                  <a:lnTo>
                    <a:pt x="1072222" y="579120"/>
                  </a:lnTo>
                  <a:lnTo>
                    <a:pt x="1061694" y="547878"/>
                  </a:lnTo>
                  <a:lnTo>
                    <a:pt x="1052410" y="520344"/>
                  </a:lnTo>
                  <a:lnTo>
                    <a:pt x="1014310" y="520344"/>
                  </a:lnTo>
                  <a:lnTo>
                    <a:pt x="925817" y="782853"/>
                  </a:lnTo>
                  <a:lnTo>
                    <a:pt x="959345" y="782853"/>
                  </a:lnTo>
                  <a:lnTo>
                    <a:pt x="983830" y="703516"/>
                  </a:lnTo>
                  <a:lnTo>
                    <a:pt x="1079931" y="703516"/>
                  </a:lnTo>
                  <a:lnTo>
                    <a:pt x="1105839" y="782853"/>
                  </a:lnTo>
                  <a:lnTo>
                    <a:pt x="1140891" y="782853"/>
                  </a:lnTo>
                  <a:close/>
                </a:path>
                <a:path w="2062479" h="788035">
                  <a:moveTo>
                    <a:pt x="1302626" y="82384"/>
                  </a:moveTo>
                  <a:lnTo>
                    <a:pt x="1292580" y="39230"/>
                  </a:lnTo>
                  <a:lnTo>
                    <a:pt x="1270622" y="19075"/>
                  </a:lnTo>
                  <a:lnTo>
                    <a:pt x="1270622" y="82384"/>
                  </a:lnTo>
                  <a:lnTo>
                    <a:pt x="1269492" y="95262"/>
                  </a:lnTo>
                  <a:lnTo>
                    <a:pt x="1243749" y="129628"/>
                  </a:lnTo>
                  <a:lnTo>
                    <a:pt x="1201953" y="137350"/>
                  </a:lnTo>
                  <a:lnTo>
                    <a:pt x="1159179" y="137350"/>
                  </a:lnTo>
                  <a:lnTo>
                    <a:pt x="1159179" y="32092"/>
                  </a:lnTo>
                  <a:lnTo>
                    <a:pt x="1201953" y="32092"/>
                  </a:lnTo>
                  <a:lnTo>
                    <a:pt x="1243749" y="38531"/>
                  </a:lnTo>
                  <a:lnTo>
                    <a:pt x="1269492" y="69557"/>
                  </a:lnTo>
                  <a:lnTo>
                    <a:pt x="1270622" y="82384"/>
                  </a:lnTo>
                  <a:lnTo>
                    <a:pt x="1270622" y="19075"/>
                  </a:lnTo>
                  <a:lnTo>
                    <a:pt x="1226908" y="6477"/>
                  </a:lnTo>
                  <a:lnTo>
                    <a:pt x="1206525" y="6096"/>
                  </a:lnTo>
                  <a:lnTo>
                    <a:pt x="1125651" y="6096"/>
                  </a:lnTo>
                  <a:lnTo>
                    <a:pt x="1125651" y="268605"/>
                  </a:lnTo>
                  <a:lnTo>
                    <a:pt x="1159179" y="268605"/>
                  </a:lnTo>
                  <a:lnTo>
                    <a:pt x="1159179" y="163258"/>
                  </a:lnTo>
                  <a:lnTo>
                    <a:pt x="1206525" y="163258"/>
                  </a:lnTo>
                  <a:lnTo>
                    <a:pt x="1246149" y="158686"/>
                  </a:lnTo>
                  <a:lnTo>
                    <a:pt x="1282395" y="138353"/>
                  </a:lnTo>
                  <a:lnTo>
                    <a:pt x="1283296" y="137350"/>
                  </a:lnTo>
                  <a:lnTo>
                    <a:pt x="1287767" y="132397"/>
                  </a:lnTo>
                  <a:lnTo>
                    <a:pt x="1302321" y="92405"/>
                  </a:lnTo>
                  <a:lnTo>
                    <a:pt x="1302626" y="82384"/>
                  </a:lnTo>
                  <a:close/>
                </a:path>
                <a:path w="2062479" h="788035">
                  <a:moveTo>
                    <a:pt x="1366634" y="650074"/>
                  </a:moveTo>
                  <a:lnTo>
                    <a:pt x="1358823" y="595172"/>
                  </a:lnTo>
                  <a:lnTo>
                    <a:pt x="1336154" y="553974"/>
                  </a:lnTo>
                  <a:lnTo>
                    <a:pt x="1333106" y="551408"/>
                  </a:lnTo>
                  <a:lnTo>
                    <a:pt x="1333106" y="650074"/>
                  </a:lnTo>
                  <a:lnTo>
                    <a:pt x="1331683" y="673849"/>
                  </a:lnTo>
                  <a:lnTo>
                    <a:pt x="1320253" y="712749"/>
                  </a:lnTo>
                  <a:lnTo>
                    <a:pt x="1281480" y="748525"/>
                  </a:lnTo>
                  <a:lnTo>
                    <a:pt x="1240053" y="755421"/>
                  </a:lnTo>
                  <a:lnTo>
                    <a:pt x="1211097" y="755421"/>
                  </a:lnTo>
                  <a:lnTo>
                    <a:pt x="1211097" y="547878"/>
                  </a:lnTo>
                  <a:lnTo>
                    <a:pt x="1240053" y="547878"/>
                  </a:lnTo>
                  <a:lnTo>
                    <a:pt x="1281480" y="554545"/>
                  </a:lnTo>
                  <a:lnTo>
                    <a:pt x="1320253" y="588708"/>
                  </a:lnTo>
                  <a:lnTo>
                    <a:pt x="1331683" y="626592"/>
                  </a:lnTo>
                  <a:lnTo>
                    <a:pt x="1333106" y="650074"/>
                  </a:lnTo>
                  <a:lnTo>
                    <a:pt x="1333106" y="551408"/>
                  </a:lnTo>
                  <a:lnTo>
                    <a:pt x="1297101" y="528548"/>
                  </a:lnTo>
                  <a:lnTo>
                    <a:pt x="1243101" y="520344"/>
                  </a:lnTo>
                  <a:lnTo>
                    <a:pt x="1177569" y="520344"/>
                  </a:lnTo>
                  <a:lnTo>
                    <a:pt x="1177569" y="782853"/>
                  </a:lnTo>
                  <a:lnTo>
                    <a:pt x="1244625" y="782853"/>
                  </a:lnTo>
                  <a:lnTo>
                    <a:pt x="1285430" y="777709"/>
                  </a:lnTo>
                  <a:lnTo>
                    <a:pt x="1327607" y="756107"/>
                  </a:lnTo>
                  <a:lnTo>
                    <a:pt x="1328293" y="755421"/>
                  </a:lnTo>
                  <a:lnTo>
                    <a:pt x="1336154" y="747712"/>
                  </a:lnTo>
                  <a:lnTo>
                    <a:pt x="1359014" y="706564"/>
                  </a:lnTo>
                  <a:lnTo>
                    <a:pt x="1366304" y="665556"/>
                  </a:lnTo>
                  <a:lnTo>
                    <a:pt x="1366634" y="650074"/>
                  </a:lnTo>
                  <a:close/>
                </a:path>
                <a:path w="2062479" h="788035">
                  <a:moveTo>
                    <a:pt x="1537525" y="268605"/>
                  </a:moveTo>
                  <a:lnTo>
                    <a:pt x="1473644" y="157162"/>
                  </a:lnTo>
                  <a:lnTo>
                    <a:pt x="1471891" y="154114"/>
                  </a:lnTo>
                  <a:lnTo>
                    <a:pt x="1484185" y="149847"/>
                  </a:lnTo>
                  <a:lnTo>
                    <a:pt x="1495602" y="144018"/>
                  </a:lnTo>
                  <a:lnTo>
                    <a:pt x="1505851" y="136753"/>
                  </a:lnTo>
                  <a:lnTo>
                    <a:pt x="1513090" y="129730"/>
                  </a:lnTo>
                  <a:lnTo>
                    <a:pt x="1514665" y="128206"/>
                  </a:lnTo>
                  <a:lnTo>
                    <a:pt x="1521536" y="118211"/>
                  </a:lnTo>
                  <a:lnTo>
                    <a:pt x="1526286" y="106629"/>
                  </a:lnTo>
                  <a:lnTo>
                    <a:pt x="1529016" y="93624"/>
                  </a:lnTo>
                  <a:lnTo>
                    <a:pt x="1529905" y="79336"/>
                  </a:lnTo>
                  <a:lnTo>
                    <a:pt x="1529588" y="69367"/>
                  </a:lnTo>
                  <a:lnTo>
                    <a:pt x="1515922" y="32092"/>
                  </a:lnTo>
                  <a:lnTo>
                    <a:pt x="1515618" y="31673"/>
                  </a:lnTo>
                  <a:lnTo>
                    <a:pt x="1510296" y="26212"/>
                  </a:lnTo>
                  <a:lnTo>
                    <a:pt x="1503997" y="21336"/>
                  </a:lnTo>
                  <a:lnTo>
                    <a:pt x="1497965" y="17284"/>
                  </a:lnTo>
                  <a:lnTo>
                    <a:pt x="1496377" y="16535"/>
                  </a:lnTo>
                  <a:lnTo>
                    <a:pt x="1496377" y="79336"/>
                  </a:lnTo>
                  <a:lnTo>
                    <a:pt x="1495488" y="91097"/>
                  </a:lnTo>
                  <a:lnTo>
                    <a:pt x="1471980" y="122656"/>
                  </a:lnTo>
                  <a:lnTo>
                    <a:pt x="1433791" y="129730"/>
                  </a:lnTo>
                  <a:lnTo>
                    <a:pt x="1389595" y="129730"/>
                  </a:lnTo>
                  <a:lnTo>
                    <a:pt x="1389595" y="32092"/>
                  </a:lnTo>
                  <a:lnTo>
                    <a:pt x="1433791" y="32092"/>
                  </a:lnTo>
                  <a:lnTo>
                    <a:pt x="1481137" y="42760"/>
                  </a:lnTo>
                  <a:lnTo>
                    <a:pt x="1496377" y="79336"/>
                  </a:lnTo>
                  <a:lnTo>
                    <a:pt x="1496377" y="16535"/>
                  </a:lnTo>
                  <a:lnTo>
                    <a:pt x="1457794" y="6477"/>
                  </a:lnTo>
                  <a:lnTo>
                    <a:pt x="1438363" y="6096"/>
                  </a:lnTo>
                  <a:lnTo>
                    <a:pt x="1355979" y="6096"/>
                  </a:lnTo>
                  <a:lnTo>
                    <a:pt x="1355979" y="268605"/>
                  </a:lnTo>
                  <a:lnTo>
                    <a:pt x="1389595" y="268605"/>
                  </a:lnTo>
                  <a:lnTo>
                    <a:pt x="1389595" y="157162"/>
                  </a:lnTo>
                  <a:lnTo>
                    <a:pt x="1436839" y="157162"/>
                  </a:lnTo>
                  <a:lnTo>
                    <a:pt x="1500949" y="268605"/>
                  </a:lnTo>
                  <a:lnTo>
                    <a:pt x="1537525" y="268605"/>
                  </a:lnTo>
                  <a:close/>
                </a:path>
                <a:path w="2062479" h="788035">
                  <a:moveTo>
                    <a:pt x="1578673" y="754913"/>
                  </a:moveTo>
                  <a:lnTo>
                    <a:pt x="1456651" y="754913"/>
                  </a:lnTo>
                  <a:lnTo>
                    <a:pt x="1456651" y="659663"/>
                  </a:lnTo>
                  <a:lnTo>
                    <a:pt x="1555813" y="659663"/>
                  </a:lnTo>
                  <a:lnTo>
                    <a:pt x="1555813" y="630453"/>
                  </a:lnTo>
                  <a:lnTo>
                    <a:pt x="1456651" y="630453"/>
                  </a:lnTo>
                  <a:lnTo>
                    <a:pt x="1456651" y="547903"/>
                  </a:lnTo>
                  <a:lnTo>
                    <a:pt x="1574101" y="547903"/>
                  </a:lnTo>
                  <a:lnTo>
                    <a:pt x="1574101" y="519963"/>
                  </a:lnTo>
                  <a:lnTo>
                    <a:pt x="1423123" y="519963"/>
                  </a:lnTo>
                  <a:lnTo>
                    <a:pt x="1423123" y="547903"/>
                  </a:lnTo>
                  <a:lnTo>
                    <a:pt x="1423123" y="630453"/>
                  </a:lnTo>
                  <a:lnTo>
                    <a:pt x="1423123" y="659663"/>
                  </a:lnTo>
                  <a:lnTo>
                    <a:pt x="1423123" y="754913"/>
                  </a:lnTo>
                  <a:lnTo>
                    <a:pt x="1423123" y="782853"/>
                  </a:lnTo>
                  <a:lnTo>
                    <a:pt x="1578673" y="782853"/>
                  </a:lnTo>
                  <a:lnTo>
                    <a:pt x="1578673" y="754913"/>
                  </a:lnTo>
                  <a:close/>
                </a:path>
                <a:path w="2062479" h="788035">
                  <a:moveTo>
                    <a:pt x="1620951" y="4279"/>
                  </a:moveTo>
                  <a:lnTo>
                    <a:pt x="1587436" y="4279"/>
                  </a:lnTo>
                  <a:lnTo>
                    <a:pt x="1587436" y="267944"/>
                  </a:lnTo>
                  <a:lnTo>
                    <a:pt x="1620951" y="267944"/>
                  </a:lnTo>
                  <a:lnTo>
                    <a:pt x="1620951" y="4279"/>
                  </a:lnTo>
                  <a:close/>
                </a:path>
                <a:path w="2062479" h="788035">
                  <a:moveTo>
                    <a:pt x="1854796" y="198412"/>
                  </a:moveTo>
                  <a:lnTo>
                    <a:pt x="1839556" y="152590"/>
                  </a:lnTo>
                  <a:lnTo>
                    <a:pt x="1801456" y="128206"/>
                  </a:lnTo>
                  <a:lnTo>
                    <a:pt x="1764792" y="111442"/>
                  </a:lnTo>
                  <a:lnTo>
                    <a:pt x="1758696" y="109918"/>
                  </a:lnTo>
                  <a:lnTo>
                    <a:pt x="1754124" y="106870"/>
                  </a:lnTo>
                  <a:lnTo>
                    <a:pt x="1748028" y="105346"/>
                  </a:lnTo>
                  <a:lnTo>
                    <a:pt x="1729740" y="93065"/>
                  </a:lnTo>
                  <a:lnTo>
                    <a:pt x="1723644" y="83921"/>
                  </a:lnTo>
                  <a:lnTo>
                    <a:pt x="1720596" y="74777"/>
                  </a:lnTo>
                  <a:lnTo>
                    <a:pt x="1720596" y="68681"/>
                  </a:lnTo>
                  <a:lnTo>
                    <a:pt x="1740852" y="35471"/>
                  </a:lnTo>
                  <a:lnTo>
                    <a:pt x="1769364" y="28956"/>
                  </a:lnTo>
                  <a:lnTo>
                    <a:pt x="1778241" y="29514"/>
                  </a:lnTo>
                  <a:lnTo>
                    <a:pt x="1816506" y="44678"/>
                  </a:lnTo>
                  <a:lnTo>
                    <a:pt x="1828888" y="54965"/>
                  </a:lnTo>
                  <a:lnTo>
                    <a:pt x="1847176" y="33629"/>
                  </a:lnTo>
                  <a:lnTo>
                    <a:pt x="1813648" y="9144"/>
                  </a:lnTo>
                  <a:lnTo>
                    <a:pt x="1769364" y="0"/>
                  </a:lnTo>
                  <a:lnTo>
                    <a:pt x="1760474" y="520"/>
                  </a:lnTo>
                  <a:lnTo>
                    <a:pt x="1722310" y="11811"/>
                  </a:lnTo>
                  <a:lnTo>
                    <a:pt x="1693062" y="42773"/>
                  </a:lnTo>
                  <a:lnTo>
                    <a:pt x="1686966" y="70205"/>
                  </a:lnTo>
                  <a:lnTo>
                    <a:pt x="1687258" y="77038"/>
                  </a:lnTo>
                  <a:lnTo>
                    <a:pt x="1714500" y="125158"/>
                  </a:lnTo>
                  <a:lnTo>
                    <a:pt x="1720596" y="128206"/>
                  </a:lnTo>
                  <a:lnTo>
                    <a:pt x="1728216" y="132778"/>
                  </a:lnTo>
                  <a:lnTo>
                    <a:pt x="1734312" y="135826"/>
                  </a:lnTo>
                  <a:lnTo>
                    <a:pt x="1740408" y="137350"/>
                  </a:lnTo>
                  <a:lnTo>
                    <a:pt x="1776984" y="154114"/>
                  </a:lnTo>
                  <a:lnTo>
                    <a:pt x="1795272" y="163258"/>
                  </a:lnTo>
                  <a:lnTo>
                    <a:pt x="1799844" y="164782"/>
                  </a:lnTo>
                  <a:lnTo>
                    <a:pt x="1804504" y="167830"/>
                  </a:lnTo>
                  <a:lnTo>
                    <a:pt x="1815172" y="178600"/>
                  </a:lnTo>
                  <a:lnTo>
                    <a:pt x="1818220" y="183172"/>
                  </a:lnTo>
                  <a:lnTo>
                    <a:pt x="1819744" y="189268"/>
                  </a:lnTo>
                  <a:lnTo>
                    <a:pt x="1821268" y="193840"/>
                  </a:lnTo>
                  <a:lnTo>
                    <a:pt x="1821268" y="201460"/>
                  </a:lnTo>
                  <a:lnTo>
                    <a:pt x="1820418" y="210286"/>
                  </a:lnTo>
                  <a:lnTo>
                    <a:pt x="1789176" y="240893"/>
                  </a:lnTo>
                  <a:lnTo>
                    <a:pt x="1766316" y="244132"/>
                  </a:lnTo>
                  <a:lnTo>
                    <a:pt x="1756257" y="243560"/>
                  </a:lnTo>
                  <a:lnTo>
                    <a:pt x="1717827" y="230098"/>
                  </a:lnTo>
                  <a:lnTo>
                    <a:pt x="1694688" y="210604"/>
                  </a:lnTo>
                  <a:lnTo>
                    <a:pt x="1673250" y="233464"/>
                  </a:lnTo>
                  <a:lnTo>
                    <a:pt x="1714500" y="262509"/>
                  </a:lnTo>
                  <a:lnTo>
                    <a:pt x="1752854" y="272580"/>
                  </a:lnTo>
                  <a:lnTo>
                    <a:pt x="1766316" y="273177"/>
                  </a:lnTo>
                  <a:lnTo>
                    <a:pt x="1776310" y="272872"/>
                  </a:lnTo>
                  <a:lnTo>
                    <a:pt x="1818030" y="260032"/>
                  </a:lnTo>
                  <a:lnTo>
                    <a:pt x="1845868" y="233959"/>
                  </a:lnTo>
                  <a:lnTo>
                    <a:pt x="1854492" y="206146"/>
                  </a:lnTo>
                  <a:lnTo>
                    <a:pt x="1854796" y="198412"/>
                  </a:lnTo>
                  <a:close/>
                </a:path>
                <a:path w="2062479" h="788035">
                  <a:moveTo>
                    <a:pt x="2062340" y="239395"/>
                  </a:moveTo>
                  <a:lnTo>
                    <a:pt x="1940229" y="239395"/>
                  </a:lnTo>
                  <a:lnTo>
                    <a:pt x="1940229" y="145415"/>
                  </a:lnTo>
                  <a:lnTo>
                    <a:pt x="2039391" y="145415"/>
                  </a:lnTo>
                  <a:lnTo>
                    <a:pt x="2039391" y="116205"/>
                  </a:lnTo>
                  <a:lnTo>
                    <a:pt x="1940229" y="116205"/>
                  </a:lnTo>
                  <a:lnTo>
                    <a:pt x="1940229" y="33655"/>
                  </a:lnTo>
                  <a:lnTo>
                    <a:pt x="2057768" y="33655"/>
                  </a:lnTo>
                  <a:lnTo>
                    <a:pt x="2057768" y="5715"/>
                  </a:lnTo>
                  <a:lnTo>
                    <a:pt x="1906701" y="5715"/>
                  </a:lnTo>
                  <a:lnTo>
                    <a:pt x="1906701" y="33655"/>
                  </a:lnTo>
                  <a:lnTo>
                    <a:pt x="1906701" y="116205"/>
                  </a:lnTo>
                  <a:lnTo>
                    <a:pt x="1906701" y="145415"/>
                  </a:lnTo>
                  <a:lnTo>
                    <a:pt x="1906701" y="239395"/>
                  </a:lnTo>
                  <a:lnTo>
                    <a:pt x="1906701" y="268605"/>
                  </a:lnTo>
                  <a:lnTo>
                    <a:pt x="2062340" y="268605"/>
                  </a:lnTo>
                  <a:lnTo>
                    <a:pt x="2062340" y="2393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328195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8288" y="56483"/>
                </a:lnTo>
                <a:lnTo>
                  <a:pt x="15240" y="54959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7339"/>
                </a:lnTo>
                <a:lnTo>
                  <a:pt x="4572" y="44291"/>
                </a:lnTo>
                <a:lnTo>
                  <a:pt x="3048" y="39719"/>
                </a:lnTo>
                <a:lnTo>
                  <a:pt x="0" y="33623"/>
                </a:lnTo>
                <a:lnTo>
                  <a:pt x="0" y="28955"/>
                </a:lnTo>
                <a:lnTo>
                  <a:pt x="0" y="25907"/>
                </a:lnTo>
                <a:lnTo>
                  <a:pt x="1524" y="21335"/>
                </a:lnTo>
                <a:lnTo>
                  <a:pt x="6096" y="12191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4571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3284" y="6095"/>
                </a:lnTo>
                <a:lnTo>
                  <a:pt x="1139475" y="12191"/>
                </a:lnTo>
                <a:lnTo>
                  <a:pt x="1144047" y="21335"/>
                </a:lnTo>
                <a:lnTo>
                  <a:pt x="1144047" y="36671"/>
                </a:lnTo>
                <a:lnTo>
                  <a:pt x="1142523" y="39719"/>
                </a:lnTo>
                <a:lnTo>
                  <a:pt x="1140999" y="44291"/>
                </a:lnTo>
                <a:lnTo>
                  <a:pt x="1139475" y="47339"/>
                </a:lnTo>
                <a:lnTo>
                  <a:pt x="1136427" y="48863"/>
                </a:lnTo>
                <a:lnTo>
                  <a:pt x="1130236" y="54959"/>
                </a:lnTo>
                <a:lnTo>
                  <a:pt x="1127188" y="56483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086444" y="1528482"/>
            <a:ext cx="666750" cy="419734"/>
          </a:xfrm>
          <a:custGeom>
            <a:avLst/>
            <a:gdLst/>
            <a:ahLst/>
            <a:cxnLst/>
            <a:rect l="l" t="t" r="r" b="b"/>
            <a:pathLst>
              <a:path w="666750" h="419735">
                <a:moveTo>
                  <a:pt x="317284" y="342"/>
                </a:moveTo>
                <a:lnTo>
                  <a:pt x="0" y="342"/>
                </a:lnTo>
                <a:lnTo>
                  <a:pt x="0" y="62572"/>
                </a:lnTo>
                <a:lnTo>
                  <a:pt x="120497" y="62572"/>
                </a:lnTo>
                <a:lnTo>
                  <a:pt x="120497" y="419442"/>
                </a:lnTo>
                <a:lnTo>
                  <a:pt x="195262" y="419442"/>
                </a:lnTo>
                <a:lnTo>
                  <a:pt x="195262" y="62572"/>
                </a:lnTo>
                <a:lnTo>
                  <a:pt x="317284" y="62572"/>
                </a:lnTo>
                <a:lnTo>
                  <a:pt x="317284" y="342"/>
                </a:lnTo>
                <a:close/>
              </a:path>
              <a:path w="666750" h="419735">
                <a:moveTo>
                  <a:pt x="666559" y="419671"/>
                </a:moveTo>
                <a:lnTo>
                  <a:pt x="629615" y="306705"/>
                </a:lnTo>
                <a:lnTo>
                  <a:pt x="610171" y="247269"/>
                </a:lnTo>
                <a:lnTo>
                  <a:pt x="548271" y="58000"/>
                </a:lnTo>
                <a:lnTo>
                  <a:pt x="538441" y="27952"/>
                </a:lnTo>
                <a:lnTo>
                  <a:pt x="538441" y="247269"/>
                </a:lnTo>
                <a:lnTo>
                  <a:pt x="431673" y="247269"/>
                </a:lnTo>
                <a:lnTo>
                  <a:pt x="446913" y="196875"/>
                </a:lnTo>
                <a:lnTo>
                  <a:pt x="465201" y="128206"/>
                </a:lnTo>
                <a:lnTo>
                  <a:pt x="469773" y="110807"/>
                </a:lnTo>
                <a:lnTo>
                  <a:pt x="478917" y="75399"/>
                </a:lnTo>
                <a:lnTo>
                  <a:pt x="483489" y="58000"/>
                </a:lnTo>
                <a:lnTo>
                  <a:pt x="486537" y="58000"/>
                </a:lnTo>
                <a:lnTo>
                  <a:pt x="491109" y="75196"/>
                </a:lnTo>
                <a:lnTo>
                  <a:pt x="495681" y="92532"/>
                </a:lnTo>
                <a:lnTo>
                  <a:pt x="500253" y="110159"/>
                </a:lnTo>
                <a:lnTo>
                  <a:pt x="504825" y="128206"/>
                </a:lnTo>
                <a:lnTo>
                  <a:pt x="518579" y="179717"/>
                </a:lnTo>
                <a:lnTo>
                  <a:pt x="523201" y="196875"/>
                </a:lnTo>
                <a:lnTo>
                  <a:pt x="538441" y="247269"/>
                </a:lnTo>
                <a:lnTo>
                  <a:pt x="538441" y="27952"/>
                </a:lnTo>
                <a:lnTo>
                  <a:pt x="529297" y="0"/>
                </a:lnTo>
                <a:lnTo>
                  <a:pt x="442341" y="0"/>
                </a:lnTo>
                <a:lnTo>
                  <a:pt x="306514" y="419671"/>
                </a:lnTo>
                <a:lnTo>
                  <a:pt x="381279" y="419671"/>
                </a:lnTo>
                <a:lnTo>
                  <a:pt x="414807" y="306705"/>
                </a:lnTo>
                <a:lnTo>
                  <a:pt x="555205" y="306705"/>
                </a:lnTo>
                <a:lnTo>
                  <a:pt x="587209" y="419671"/>
                </a:lnTo>
                <a:lnTo>
                  <a:pt x="66655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804826" y="1528476"/>
            <a:ext cx="311785" cy="419734"/>
          </a:xfrm>
          <a:custGeom>
            <a:avLst/>
            <a:gdLst/>
            <a:ahLst/>
            <a:cxnLst/>
            <a:rect l="l" t="t" r="r" b="b"/>
            <a:pathLst>
              <a:path w="311785" h="419735">
                <a:moveTo>
                  <a:pt x="73247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0398" y="0"/>
                </a:lnTo>
                <a:lnTo>
                  <a:pt x="156995" y="523"/>
                </a:lnTo>
                <a:lnTo>
                  <a:pt x="201358" y="6096"/>
                </a:lnTo>
                <a:lnTo>
                  <a:pt x="239586" y="20923"/>
                </a:lnTo>
                <a:lnTo>
                  <a:pt x="275939" y="54530"/>
                </a:lnTo>
                <a:lnTo>
                  <a:pt x="278772" y="59531"/>
                </a:lnTo>
                <a:lnTo>
                  <a:pt x="73247" y="59531"/>
                </a:lnTo>
                <a:lnTo>
                  <a:pt x="73247" y="196881"/>
                </a:lnTo>
                <a:lnTo>
                  <a:pt x="274578" y="196881"/>
                </a:lnTo>
                <a:lnTo>
                  <a:pt x="271557" y="201453"/>
                </a:lnTo>
                <a:lnTo>
                  <a:pt x="259269" y="215409"/>
                </a:lnTo>
                <a:lnTo>
                  <a:pt x="245256" y="227373"/>
                </a:lnTo>
                <a:lnTo>
                  <a:pt x="229512" y="237069"/>
                </a:lnTo>
                <a:lnTo>
                  <a:pt x="212026" y="244221"/>
                </a:lnTo>
                <a:lnTo>
                  <a:pt x="218055" y="254889"/>
                </a:lnTo>
                <a:lnTo>
                  <a:pt x="73247" y="254889"/>
                </a:lnTo>
                <a:lnTo>
                  <a:pt x="73247" y="419671"/>
                </a:lnTo>
                <a:close/>
              </a:path>
              <a:path w="311785" h="419735">
                <a:moveTo>
                  <a:pt x="274578" y="196881"/>
                </a:moveTo>
                <a:lnTo>
                  <a:pt x="132778" y="196881"/>
                </a:lnTo>
                <a:lnTo>
                  <a:pt x="153090" y="195738"/>
                </a:lnTo>
                <a:lnTo>
                  <a:pt x="170688" y="192309"/>
                </a:lnTo>
                <a:lnTo>
                  <a:pt x="208311" y="168275"/>
                </a:lnTo>
                <a:lnTo>
                  <a:pt x="221170" y="125158"/>
                </a:lnTo>
                <a:lnTo>
                  <a:pt x="219741" y="108260"/>
                </a:lnTo>
                <a:lnTo>
                  <a:pt x="198310" y="73247"/>
                </a:lnTo>
                <a:lnTo>
                  <a:pt x="153090" y="60388"/>
                </a:lnTo>
                <a:lnTo>
                  <a:pt x="132778" y="59531"/>
                </a:lnTo>
                <a:lnTo>
                  <a:pt x="278772" y="59531"/>
                </a:lnTo>
                <a:lnTo>
                  <a:pt x="293584" y="107712"/>
                </a:lnTo>
                <a:lnTo>
                  <a:pt x="294417" y="125158"/>
                </a:lnTo>
                <a:lnTo>
                  <a:pt x="292989" y="148009"/>
                </a:lnTo>
                <a:lnTo>
                  <a:pt x="288702" y="168449"/>
                </a:lnTo>
                <a:lnTo>
                  <a:pt x="281559" y="186317"/>
                </a:lnTo>
                <a:lnTo>
                  <a:pt x="274578" y="196881"/>
                </a:lnTo>
                <a:close/>
              </a:path>
              <a:path w="311785" h="419735">
                <a:moveTo>
                  <a:pt x="311181" y="419671"/>
                </a:moveTo>
                <a:lnTo>
                  <a:pt x="227266" y="419671"/>
                </a:lnTo>
                <a:lnTo>
                  <a:pt x="137350" y="254889"/>
                </a:lnTo>
                <a:lnTo>
                  <a:pt x="218055" y="254889"/>
                </a:lnTo>
                <a:lnTo>
                  <a:pt x="311181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166395" y="1520856"/>
            <a:ext cx="331470" cy="434975"/>
          </a:xfrm>
          <a:custGeom>
            <a:avLst/>
            <a:gdLst/>
            <a:ahLst/>
            <a:cxnLst/>
            <a:rect l="l" t="t" r="r" b="b"/>
            <a:pathLst>
              <a:path w="331470" h="434975">
                <a:moveTo>
                  <a:pt x="195262" y="434911"/>
                </a:moveTo>
                <a:lnTo>
                  <a:pt x="155174" y="431482"/>
                </a:lnTo>
                <a:lnTo>
                  <a:pt x="117443" y="421195"/>
                </a:lnTo>
                <a:lnTo>
                  <a:pt x="83867" y="402705"/>
                </a:lnTo>
                <a:lnTo>
                  <a:pt x="42862" y="363877"/>
                </a:lnTo>
                <a:lnTo>
                  <a:pt x="22288" y="330167"/>
                </a:lnTo>
                <a:lnTo>
                  <a:pt x="7715" y="290106"/>
                </a:lnTo>
                <a:lnTo>
                  <a:pt x="857" y="243728"/>
                </a:lnTo>
                <a:lnTo>
                  <a:pt x="0" y="218217"/>
                </a:lnTo>
                <a:lnTo>
                  <a:pt x="881" y="193628"/>
                </a:lnTo>
                <a:lnTo>
                  <a:pt x="8358" y="147842"/>
                </a:lnTo>
                <a:lnTo>
                  <a:pt x="23836" y="106910"/>
                </a:lnTo>
                <a:lnTo>
                  <a:pt x="45029" y="72581"/>
                </a:lnTo>
                <a:lnTo>
                  <a:pt x="71333" y="44895"/>
                </a:lnTo>
                <a:lnTo>
                  <a:pt x="102783" y="23208"/>
                </a:lnTo>
                <a:lnTo>
                  <a:pt x="139090" y="8358"/>
                </a:lnTo>
                <a:lnTo>
                  <a:pt x="178610" y="881"/>
                </a:lnTo>
                <a:lnTo>
                  <a:pt x="199834" y="0"/>
                </a:lnTo>
                <a:lnTo>
                  <a:pt x="210097" y="285"/>
                </a:lnTo>
                <a:lnTo>
                  <a:pt x="248554" y="7119"/>
                </a:lnTo>
                <a:lnTo>
                  <a:pt x="288047" y="24574"/>
                </a:lnTo>
                <a:lnTo>
                  <a:pt x="319182" y="47980"/>
                </a:lnTo>
                <a:lnTo>
                  <a:pt x="324897" y="53435"/>
                </a:lnTo>
                <a:lnTo>
                  <a:pt x="283654" y="99155"/>
                </a:lnTo>
                <a:lnTo>
                  <a:pt x="275391" y="91701"/>
                </a:lnTo>
                <a:lnTo>
                  <a:pt x="266699" y="85248"/>
                </a:lnTo>
                <a:lnTo>
                  <a:pt x="227075" y="67913"/>
                </a:lnTo>
                <a:lnTo>
                  <a:pt x="199834" y="65627"/>
                </a:lnTo>
                <a:lnTo>
                  <a:pt x="186349" y="66198"/>
                </a:lnTo>
                <a:lnTo>
                  <a:pt x="138326" y="80819"/>
                </a:lnTo>
                <a:lnTo>
                  <a:pt x="102131" y="115902"/>
                </a:lnTo>
                <a:lnTo>
                  <a:pt x="83915" y="152590"/>
                </a:lnTo>
                <a:lnTo>
                  <a:pt x="76749" y="199819"/>
                </a:lnTo>
                <a:lnTo>
                  <a:pt x="76200" y="216693"/>
                </a:lnTo>
                <a:lnTo>
                  <a:pt x="78215" y="250444"/>
                </a:lnTo>
                <a:lnTo>
                  <a:pt x="94282" y="307053"/>
                </a:lnTo>
                <a:lnTo>
                  <a:pt x="126302" y="347424"/>
                </a:lnTo>
                <a:lnTo>
                  <a:pt x="174347" y="366950"/>
                </a:lnTo>
                <a:lnTo>
                  <a:pt x="204406" y="369284"/>
                </a:lnTo>
                <a:lnTo>
                  <a:pt x="213288" y="368998"/>
                </a:lnTo>
                <a:lnTo>
                  <a:pt x="252602" y="358997"/>
                </a:lnTo>
                <a:lnTo>
                  <a:pt x="263842" y="260985"/>
                </a:lnTo>
                <a:lnTo>
                  <a:pt x="184499" y="260985"/>
                </a:lnTo>
                <a:lnTo>
                  <a:pt x="184499" y="199929"/>
                </a:lnTo>
                <a:lnTo>
                  <a:pt x="330993" y="199929"/>
                </a:lnTo>
                <a:lnTo>
                  <a:pt x="330993" y="384524"/>
                </a:lnTo>
                <a:lnTo>
                  <a:pt x="290234" y="412264"/>
                </a:lnTo>
                <a:lnTo>
                  <a:pt x="236410" y="431292"/>
                </a:lnTo>
                <a:lnTo>
                  <a:pt x="216408" y="434030"/>
                </a:lnTo>
                <a:lnTo>
                  <a:pt x="195262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588918" y="1529054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4" h="419100">
                <a:moveTo>
                  <a:pt x="259372" y="356870"/>
                </a:moveTo>
                <a:lnTo>
                  <a:pt x="74777" y="356870"/>
                </a:lnTo>
                <a:lnTo>
                  <a:pt x="74777" y="232410"/>
                </a:lnTo>
                <a:lnTo>
                  <a:pt x="225844" y="232410"/>
                </a:lnTo>
                <a:lnTo>
                  <a:pt x="225844" y="168910"/>
                </a:lnTo>
                <a:lnTo>
                  <a:pt x="74777" y="168910"/>
                </a:lnTo>
                <a:lnTo>
                  <a:pt x="74777" y="62230"/>
                </a:lnTo>
                <a:lnTo>
                  <a:pt x="253276" y="62230"/>
                </a:lnTo>
                <a:lnTo>
                  <a:pt x="253276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372" y="419100"/>
                </a:lnTo>
                <a:lnTo>
                  <a:pt x="259372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897058" y="1528825"/>
            <a:ext cx="316230" cy="419100"/>
          </a:xfrm>
          <a:custGeom>
            <a:avLst/>
            <a:gdLst/>
            <a:ahLst/>
            <a:cxnLst/>
            <a:rect l="l" t="t" r="r" b="b"/>
            <a:pathLst>
              <a:path w="316229" h="419100">
                <a:moveTo>
                  <a:pt x="315747" y="0"/>
                </a:moveTo>
                <a:lnTo>
                  <a:pt x="0" y="0"/>
                </a:lnTo>
                <a:lnTo>
                  <a:pt x="0" y="62230"/>
                </a:lnTo>
                <a:lnTo>
                  <a:pt x="120484" y="62230"/>
                </a:lnTo>
                <a:lnTo>
                  <a:pt x="120484" y="419100"/>
                </a:lnTo>
                <a:lnTo>
                  <a:pt x="195262" y="419100"/>
                </a:lnTo>
                <a:lnTo>
                  <a:pt x="195262" y="62230"/>
                </a:lnTo>
                <a:lnTo>
                  <a:pt x="315747" y="62230"/>
                </a:lnTo>
                <a:lnTo>
                  <a:pt x="3157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360735" y="1528476"/>
            <a:ext cx="360045" cy="419734"/>
          </a:xfrm>
          <a:custGeom>
            <a:avLst/>
            <a:gdLst/>
            <a:ahLst/>
            <a:cxnLst/>
            <a:rect l="l" t="t" r="r" b="b"/>
            <a:pathLst>
              <a:path w="360045" h="419735">
                <a:moveTo>
                  <a:pt x="76295" y="419671"/>
                </a:moveTo>
                <a:lnTo>
                  <a:pt x="0" y="419671"/>
                </a:lnTo>
                <a:lnTo>
                  <a:pt x="135731" y="0"/>
                </a:lnTo>
                <a:lnTo>
                  <a:pt x="224218" y="0"/>
                </a:lnTo>
                <a:lnTo>
                  <a:pt x="242979" y="58007"/>
                </a:lnTo>
                <a:lnTo>
                  <a:pt x="176974" y="58007"/>
                </a:lnTo>
                <a:lnTo>
                  <a:pt x="172387" y="75405"/>
                </a:lnTo>
                <a:lnTo>
                  <a:pt x="163178" y="110808"/>
                </a:lnTo>
                <a:lnTo>
                  <a:pt x="158591" y="128206"/>
                </a:lnTo>
                <a:lnTo>
                  <a:pt x="140303" y="196881"/>
                </a:lnTo>
                <a:lnTo>
                  <a:pt x="125063" y="247269"/>
                </a:lnTo>
                <a:lnTo>
                  <a:pt x="304190" y="247269"/>
                </a:lnTo>
                <a:lnTo>
                  <a:pt x="323413" y="306705"/>
                </a:lnTo>
                <a:lnTo>
                  <a:pt x="108299" y="306705"/>
                </a:lnTo>
                <a:lnTo>
                  <a:pt x="76295" y="419671"/>
                </a:lnTo>
                <a:close/>
              </a:path>
              <a:path w="360045" h="419735">
                <a:moveTo>
                  <a:pt x="304190" y="247269"/>
                </a:moveTo>
                <a:lnTo>
                  <a:pt x="231838" y="247269"/>
                </a:lnTo>
                <a:lnTo>
                  <a:pt x="218122" y="196881"/>
                </a:lnTo>
                <a:lnTo>
                  <a:pt x="212669" y="179721"/>
                </a:lnTo>
                <a:lnTo>
                  <a:pt x="207645" y="162544"/>
                </a:lnTo>
                <a:lnTo>
                  <a:pt x="202906" y="145366"/>
                </a:lnTo>
                <a:lnTo>
                  <a:pt x="198310" y="128206"/>
                </a:lnTo>
                <a:lnTo>
                  <a:pt x="193738" y="110165"/>
                </a:lnTo>
                <a:lnTo>
                  <a:pt x="189166" y="92535"/>
                </a:lnTo>
                <a:lnTo>
                  <a:pt x="184594" y="75190"/>
                </a:lnTo>
                <a:lnTo>
                  <a:pt x="180022" y="58007"/>
                </a:lnTo>
                <a:lnTo>
                  <a:pt x="242979" y="58007"/>
                </a:lnTo>
                <a:lnTo>
                  <a:pt x="304190" y="247269"/>
                </a:lnTo>
                <a:close/>
              </a:path>
              <a:path w="360045" h="419735">
                <a:moveTo>
                  <a:pt x="359949" y="419671"/>
                </a:moveTo>
                <a:lnTo>
                  <a:pt x="282225" y="419671"/>
                </a:lnTo>
                <a:lnTo>
                  <a:pt x="248602" y="306705"/>
                </a:lnTo>
                <a:lnTo>
                  <a:pt x="323413" y="306705"/>
                </a:lnTo>
                <a:lnTo>
                  <a:pt x="35994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4772596" y="1528476"/>
            <a:ext cx="311785" cy="419734"/>
          </a:xfrm>
          <a:custGeom>
            <a:avLst/>
            <a:gdLst/>
            <a:ahLst/>
            <a:cxnLst/>
            <a:rect l="l" t="t" r="r" b="b"/>
            <a:pathLst>
              <a:path w="311785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7558" y="523"/>
                </a:lnTo>
                <a:lnTo>
                  <a:pt x="201358" y="6096"/>
                </a:lnTo>
                <a:lnTo>
                  <a:pt x="239506" y="20923"/>
                </a:lnTo>
                <a:lnTo>
                  <a:pt x="276486" y="54530"/>
                </a:lnTo>
                <a:lnTo>
                  <a:pt x="279716" y="59531"/>
                </a:lnTo>
                <a:lnTo>
                  <a:pt x="74771" y="59531"/>
                </a:lnTo>
                <a:lnTo>
                  <a:pt x="74771" y="196881"/>
                </a:lnTo>
                <a:lnTo>
                  <a:pt x="274500" y="196881"/>
                </a:lnTo>
                <a:lnTo>
                  <a:pt x="271462" y="201453"/>
                </a:lnTo>
                <a:lnTo>
                  <a:pt x="259818" y="215409"/>
                </a:lnTo>
                <a:lnTo>
                  <a:pt x="245745" y="227373"/>
                </a:lnTo>
                <a:lnTo>
                  <a:pt x="229671" y="237069"/>
                </a:lnTo>
                <a:lnTo>
                  <a:pt x="212026" y="244221"/>
                </a:lnTo>
                <a:lnTo>
                  <a:pt x="218055" y="254889"/>
                </a:lnTo>
                <a:lnTo>
                  <a:pt x="74771" y="254889"/>
                </a:lnTo>
                <a:lnTo>
                  <a:pt x="74771" y="419671"/>
                </a:lnTo>
                <a:close/>
              </a:path>
              <a:path w="311785" h="419735">
                <a:moveTo>
                  <a:pt x="274500" y="196881"/>
                </a:moveTo>
                <a:lnTo>
                  <a:pt x="134207" y="196881"/>
                </a:lnTo>
                <a:lnTo>
                  <a:pt x="153891" y="195738"/>
                </a:lnTo>
                <a:lnTo>
                  <a:pt x="171592" y="192309"/>
                </a:lnTo>
                <a:lnTo>
                  <a:pt x="209835" y="168275"/>
                </a:lnTo>
                <a:lnTo>
                  <a:pt x="222694" y="125158"/>
                </a:lnTo>
                <a:lnTo>
                  <a:pt x="221265" y="108260"/>
                </a:lnTo>
                <a:lnTo>
                  <a:pt x="199834" y="73247"/>
                </a:lnTo>
                <a:lnTo>
                  <a:pt x="153891" y="60388"/>
                </a:lnTo>
                <a:lnTo>
                  <a:pt x="134207" y="59531"/>
                </a:lnTo>
                <a:lnTo>
                  <a:pt x="279716" y="59531"/>
                </a:lnTo>
                <a:lnTo>
                  <a:pt x="293820" y="107712"/>
                </a:lnTo>
                <a:lnTo>
                  <a:pt x="294417" y="125158"/>
                </a:lnTo>
                <a:lnTo>
                  <a:pt x="292987" y="148009"/>
                </a:lnTo>
                <a:lnTo>
                  <a:pt x="288690" y="168449"/>
                </a:lnTo>
                <a:lnTo>
                  <a:pt x="281518" y="186317"/>
                </a:lnTo>
                <a:lnTo>
                  <a:pt x="274500" y="196881"/>
                </a:lnTo>
                <a:close/>
              </a:path>
              <a:path w="311785" h="419735">
                <a:moveTo>
                  <a:pt x="311181" y="419671"/>
                </a:moveTo>
                <a:lnTo>
                  <a:pt x="228790" y="419671"/>
                </a:lnTo>
                <a:lnTo>
                  <a:pt x="137255" y="254889"/>
                </a:lnTo>
                <a:lnTo>
                  <a:pt x="218055" y="254889"/>
                </a:lnTo>
                <a:lnTo>
                  <a:pt x="311181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134070" y="1520856"/>
            <a:ext cx="320675" cy="434975"/>
          </a:xfrm>
          <a:custGeom>
            <a:avLst/>
            <a:gdLst/>
            <a:ahLst/>
            <a:cxnLst/>
            <a:rect l="l" t="t" r="r" b="b"/>
            <a:pathLst>
              <a:path w="320675" h="434975">
                <a:moveTo>
                  <a:pt x="190690" y="434911"/>
                </a:moveTo>
                <a:lnTo>
                  <a:pt x="151435" y="431482"/>
                </a:lnTo>
                <a:lnTo>
                  <a:pt x="114395" y="421195"/>
                </a:lnTo>
                <a:lnTo>
                  <a:pt x="68103" y="391365"/>
                </a:lnTo>
                <a:lnTo>
                  <a:pt x="32242" y="347745"/>
                </a:lnTo>
                <a:lnTo>
                  <a:pt x="15240" y="311277"/>
                </a:lnTo>
                <a:lnTo>
                  <a:pt x="3619" y="267640"/>
                </a:lnTo>
                <a:lnTo>
                  <a:pt x="0" y="218217"/>
                </a:lnTo>
                <a:lnTo>
                  <a:pt x="881" y="193628"/>
                </a:lnTo>
                <a:lnTo>
                  <a:pt x="8358" y="147842"/>
                </a:lnTo>
                <a:lnTo>
                  <a:pt x="22970" y="106910"/>
                </a:lnTo>
                <a:lnTo>
                  <a:pt x="43609" y="72581"/>
                </a:lnTo>
                <a:lnTo>
                  <a:pt x="69865" y="44895"/>
                </a:lnTo>
                <a:lnTo>
                  <a:pt x="117443" y="15240"/>
                </a:lnTo>
                <a:lnTo>
                  <a:pt x="154483" y="3619"/>
                </a:lnTo>
                <a:lnTo>
                  <a:pt x="193738" y="0"/>
                </a:lnTo>
                <a:lnTo>
                  <a:pt x="212385" y="1119"/>
                </a:lnTo>
                <a:lnTo>
                  <a:pt x="262413" y="16764"/>
                </a:lnTo>
                <a:lnTo>
                  <a:pt x="301847" y="43419"/>
                </a:lnTo>
                <a:lnTo>
                  <a:pt x="312705" y="53435"/>
                </a:lnTo>
                <a:lnTo>
                  <a:pt x="271557" y="99155"/>
                </a:lnTo>
                <a:lnTo>
                  <a:pt x="263293" y="91701"/>
                </a:lnTo>
                <a:lnTo>
                  <a:pt x="254591" y="85248"/>
                </a:lnTo>
                <a:lnTo>
                  <a:pt x="216789" y="67913"/>
                </a:lnTo>
                <a:lnTo>
                  <a:pt x="193738" y="65627"/>
                </a:lnTo>
                <a:lnTo>
                  <a:pt x="181213" y="66198"/>
                </a:lnTo>
                <a:lnTo>
                  <a:pt x="136200" y="80819"/>
                </a:lnTo>
                <a:lnTo>
                  <a:pt x="101488" y="115902"/>
                </a:lnTo>
                <a:lnTo>
                  <a:pt x="83915" y="152590"/>
                </a:lnTo>
                <a:lnTo>
                  <a:pt x="76842" y="199819"/>
                </a:lnTo>
                <a:lnTo>
                  <a:pt x="76295" y="216693"/>
                </a:lnTo>
                <a:lnTo>
                  <a:pt x="78271" y="250444"/>
                </a:lnTo>
                <a:lnTo>
                  <a:pt x="93654" y="307053"/>
                </a:lnTo>
                <a:lnTo>
                  <a:pt x="123958" y="347424"/>
                </a:lnTo>
                <a:lnTo>
                  <a:pt x="165791" y="366950"/>
                </a:lnTo>
                <a:lnTo>
                  <a:pt x="190690" y="369284"/>
                </a:lnTo>
                <a:lnTo>
                  <a:pt x="204763" y="368688"/>
                </a:lnTo>
                <a:lnTo>
                  <a:pt x="251062" y="353210"/>
                </a:lnTo>
                <a:lnTo>
                  <a:pt x="279177" y="328136"/>
                </a:lnTo>
                <a:lnTo>
                  <a:pt x="320325" y="373856"/>
                </a:lnTo>
                <a:lnTo>
                  <a:pt x="278106" y="410798"/>
                </a:lnTo>
                <a:lnTo>
                  <a:pt x="228230" y="430720"/>
                </a:lnTo>
                <a:lnTo>
                  <a:pt x="209813" y="433816"/>
                </a:lnTo>
                <a:lnTo>
                  <a:pt x="190690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24595" y="1529048"/>
            <a:ext cx="74930" cy="168910"/>
          </a:xfrm>
          <a:custGeom>
            <a:avLst/>
            <a:gdLst/>
            <a:ahLst/>
            <a:cxnLst/>
            <a:rect l="l" t="t" r="r" b="b"/>
            <a:pathLst>
              <a:path w="74929" h="168910">
                <a:moveTo>
                  <a:pt x="0" y="0"/>
                </a:moveTo>
                <a:lnTo>
                  <a:pt x="74771" y="0"/>
                </a:lnTo>
                <a:lnTo>
                  <a:pt x="74771" y="168910"/>
                </a:lnTo>
                <a:lnTo>
                  <a:pt x="0" y="168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524589" y="1529054"/>
            <a:ext cx="319405" cy="419100"/>
          </a:xfrm>
          <a:custGeom>
            <a:avLst/>
            <a:gdLst/>
            <a:ahLst/>
            <a:cxnLst/>
            <a:rect l="l" t="t" r="r" b="b"/>
            <a:pathLst>
              <a:path w="319404" h="419100">
                <a:moveTo>
                  <a:pt x="318808" y="0"/>
                </a:moveTo>
                <a:lnTo>
                  <a:pt x="244132" y="0"/>
                </a:lnTo>
                <a:lnTo>
                  <a:pt x="244132" y="168910"/>
                </a:lnTo>
                <a:lnTo>
                  <a:pt x="0" y="168910"/>
                </a:lnTo>
                <a:lnTo>
                  <a:pt x="0" y="232410"/>
                </a:lnTo>
                <a:lnTo>
                  <a:pt x="0" y="419100"/>
                </a:lnTo>
                <a:lnTo>
                  <a:pt x="74777" y="419100"/>
                </a:lnTo>
                <a:lnTo>
                  <a:pt x="74777" y="232410"/>
                </a:lnTo>
                <a:lnTo>
                  <a:pt x="244132" y="232410"/>
                </a:lnTo>
                <a:lnTo>
                  <a:pt x="244132" y="419100"/>
                </a:lnTo>
                <a:lnTo>
                  <a:pt x="318808" y="419100"/>
                </a:lnTo>
                <a:lnTo>
                  <a:pt x="318808" y="232410"/>
                </a:lnTo>
                <a:lnTo>
                  <a:pt x="318808" y="168910"/>
                </a:lnTo>
                <a:lnTo>
                  <a:pt x="3188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948171" y="1528572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6" y="419099"/>
                </a:moveTo>
                <a:lnTo>
                  <a:pt x="0" y="419099"/>
                </a:lnTo>
                <a:lnTo>
                  <a:pt x="0" y="0"/>
                </a:lnTo>
                <a:lnTo>
                  <a:pt x="74676" y="0"/>
                </a:lnTo>
                <a:lnTo>
                  <a:pt x="74676" y="419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091999" y="1528825"/>
            <a:ext cx="317500" cy="419100"/>
          </a:xfrm>
          <a:custGeom>
            <a:avLst/>
            <a:gdLst/>
            <a:ahLst/>
            <a:cxnLst/>
            <a:rect l="l" t="t" r="r" b="b"/>
            <a:pathLst>
              <a:path w="317500" h="419100">
                <a:moveTo>
                  <a:pt x="317271" y="0"/>
                </a:moveTo>
                <a:lnTo>
                  <a:pt x="0" y="0"/>
                </a:lnTo>
                <a:lnTo>
                  <a:pt x="0" y="62230"/>
                </a:lnTo>
                <a:lnTo>
                  <a:pt x="122008" y="62230"/>
                </a:lnTo>
                <a:lnTo>
                  <a:pt x="122008" y="419100"/>
                </a:lnTo>
                <a:lnTo>
                  <a:pt x="196786" y="419100"/>
                </a:lnTo>
                <a:lnTo>
                  <a:pt x="196786" y="62230"/>
                </a:lnTo>
                <a:lnTo>
                  <a:pt x="317271" y="62230"/>
                </a:lnTo>
                <a:lnTo>
                  <a:pt x="3172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479476" y="1529054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35" y="356870"/>
                </a:moveTo>
                <a:lnTo>
                  <a:pt x="73240" y="356870"/>
                </a:lnTo>
                <a:lnTo>
                  <a:pt x="73240" y="232410"/>
                </a:lnTo>
                <a:lnTo>
                  <a:pt x="224218" y="232410"/>
                </a:lnTo>
                <a:lnTo>
                  <a:pt x="224218" y="168910"/>
                </a:lnTo>
                <a:lnTo>
                  <a:pt x="73240" y="168910"/>
                </a:lnTo>
                <a:lnTo>
                  <a:pt x="73240" y="62230"/>
                </a:lnTo>
                <a:lnTo>
                  <a:pt x="251739" y="62230"/>
                </a:lnTo>
                <a:lnTo>
                  <a:pt x="251739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35" y="419100"/>
                </a:lnTo>
                <a:lnTo>
                  <a:pt x="257835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801320" y="1520862"/>
            <a:ext cx="661035" cy="434975"/>
          </a:xfrm>
          <a:custGeom>
            <a:avLst/>
            <a:gdLst/>
            <a:ahLst/>
            <a:cxnLst/>
            <a:rect l="l" t="t" r="r" b="b"/>
            <a:pathLst>
              <a:path w="661034" h="434975">
                <a:moveTo>
                  <a:pt x="320319" y="373849"/>
                </a:moveTo>
                <a:lnTo>
                  <a:pt x="279082" y="328129"/>
                </a:lnTo>
                <a:lnTo>
                  <a:pt x="269913" y="337832"/>
                </a:lnTo>
                <a:lnTo>
                  <a:pt x="260604" y="346227"/>
                </a:lnTo>
                <a:lnTo>
                  <a:pt x="218313" y="366801"/>
                </a:lnTo>
                <a:lnTo>
                  <a:pt x="192214" y="369277"/>
                </a:lnTo>
                <a:lnTo>
                  <a:pt x="167055" y="366953"/>
                </a:lnTo>
                <a:lnTo>
                  <a:pt x="124828" y="347421"/>
                </a:lnTo>
                <a:lnTo>
                  <a:pt x="94297" y="307047"/>
                </a:lnTo>
                <a:lnTo>
                  <a:pt x="78295" y="250444"/>
                </a:lnTo>
                <a:lnTo>
                  <a:pt x="76288" y="216687"/>
                </a:lnTo>
                <a:lnTo>
                  <a:pt x="76860" y="199821"/>
                </a:lnTo>
                <a:lnTo>
                  <a:pt x="85432" y="152590"/>
                </a:lnTo>
                <a:lnTo>
                  <a:pt x="102374" y="115900"/>
                </a:lnTo>
                <a:lnTo>
                  <a:pt x="136398" y="80822"/>
                </a:lnTo>
                <a:lnTo>
                  <a:pt x="181406" y="66192"/>
                </a:lnTo>
                <a:lnTo>
                  <a:pt x="193738" y="65620"/>
                </a:lnTo>
                <a:lnTo>
                  <a:pt x="205765" y="66192"/>
                </a:lnTo>
                <a:lnTo>
                  <a:pt x="245529" y="79654"/>
                </a:lnTo>
                <a:lnTo>
                  <a:pt x="271462" y="99148"/>
                </a:lnTo>
                <a:lnTo>
                  <a:pt x="312699" y="53428"/>
                </a:lnTo>
                <a:lnTo>
                  <a:pt x="276656" y="25069"/>
                </a:lnTo>
                <a:lnTo>
                  <a:pt x="230314" y="4381"/>
                </a:lnTo>
                <a:lnTo>
                  <a:pt x="193738" y="0"/>
                </a:lnTo>
                <a:lnTo>
                  <a:pt x="173634" y="876"/>
                </a:lnTo>
                <a:lnTo>
                  <a:pt x="135775" y="8356"/>
                </a:lnTo>
                <a:lnTo>
                  <a:pt x="85242" y="33197"/>
                </a:lnTo>
                <a:lnTo>
                  <a:pt x="44386" y="72580"/>
                </a:lnTo>
                <a:lnTo>
                  <a:pt x="23812" y="106908"/>
                </a:lnTo>
                <a:lnTo>
                  <a:pt x="8356" y="147840"/>
                </a:lnTo>
                <a:lnTo>
                  <a:pt x="876" y="193624"/>
                </a:lnTo>
                <a:lnTo>
                  <a:pt x="0" y="218211"/>
                </a:lnTo>
                <a:lnTo>
                  <a:pt x="876" y="243725"/>
                </a:lnTo>
                <a:lnTo>
                  <a:pt x="8356" y="290106"/>
                </a:lnTo>
                <a:lnTo>
                  <a:pt x="22936" y="330161"/>
                </a:lnTo>
                <a:lnTo>
                  <a:pt x="42887" y="363880"/>
                </a:lnTo>
                <a:lnTo>
                  <a:pt x="83146" y="402704"/>
                </a:lnTo>
                <a:lnTo>
                  <a:pt x="133375" y="427189"/>
                </a:lnTo>
                <a:lnTo>
                  <a:pt x="190690" y="434911"/>
                </a:lnTo>
                <a:lnTo>
                  <a:pt x="209816" y="433819"/>
                </a:lnTo>
                <a:lnTo>
                  <a:pt x="262318" y="419671"/>
                </a:lnTo>
                <a:lnTo>
                  <a:pt x="307416" y="387870"/>
                </a:lnTo>
                <a:lnTo>
                  <a:pt x="320319" y="373849"/>
                </a:lnTo>
                <a:close/>
              </a:path>
              <a:path w="661034" h="434975">
                <a:moveTo>
                  <a:pt x="660463" y="7962"/>
                </a:moveTo>
                <a:lnTo>
                  <a:pt x="344703" y="7962"/>
                </a:lnTo>
                <a:lnTo>
                  <a:pt x="344703" y="70192"/>
                </a:lnTo>
                <a:lnTo>
                  <a:pt x="465201" y="70192"/>
                </a:lnTo>
                <a:lnTo>
                  <a:pt x="465201" y="427062"/>
                </a:lnTo>
                <a:lnTo>
                  <a:pt x="539965" y="427062"/>
                </a:lnTo>
                <a:lnTo>
                  <a:pt x="539965" y="70192"/>
                </a:lnTo>
                <a:lnTo>
                  <a:pt x="660463" y="70192"/>
                </a:lnTo>
                <a:lnTo>
                  <a:pt x="660463" y="79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530465" y="1528476"/>
            <a:ext cx="317500" cy="427355"/>
          </a:xfrm>
          <a:custGeom>
            <a:avLst/>
            <a:gdLst/>
            <a:ahLst/>
            <a:cxnLst/>
            <a:rect l="l" t="t" r="r" b="b"/>
            <a:pathLst>
              <a:path w="317500" h="427355">
                <a:moveTo>
                  <a:pt x="158591" y="427291"/>
                </a:moveTo>
                <a:lnTo>
                  <a:pt x="108227" y="421505"/>
                </a:lnTo>
                <a:lnTo>
                  <a:pt x="65543" y="402705"/>
                </a:lnTo>
                <a:lnTo>
                  <a:pt x="32956" y="370713"/>
                </a:lnTo>
                <a:lnTo>
                  <a:pt x="10668" y="323564"/>
                </a:lnTo>
                <a:lnTo>
                  <a:pt x="2476" y="283273"/>
                </a:lnTo>
                <a:lnTo>
                  <a:pt x="0" y="234981"/>
                </a:lnTo>
                <a:lnTo>
                  <a:pt x="0" y="0"/>
                </a:lnTo>
                <a:lnTo>
                  <a:pt x="73152" y="0"/>
                </a:lnTo>
                <a:lnTo>
                  <a:pt x="73152" y="241077"/>
                </a:lnTo>
                <a:lnTo>
                  <a:pt x="73675" y="257468"/>
                </a:lnTo>
                <a:lnTo>
                  <a:pt x="79248" y="299084"/>
                </a:lnTo>
                <a:lnTo>
                  <a:pt x="97631" y="335756"/>
                </a:lnTo>
                <a:lnTo>
                  <a:pt x="131802" y="358449"/>
                </a:lnTo>
                <a:lnTo>
                  <a:pt x="158591" y="361664"/>
                </a:lnTo>
                <a:lnTo>
                  <a:pt x="167712" y="361354"/>
                </a:lnTo>
                <a:lnTo>
                  <a:pt x="208597" y="347948"/>
                </a:lnTo>
                <a:lnTo>
                  <a:pt x="235743" y="309958"/>
                </a:lnTo>
                <a:lnTo>
                  <a:pt x="244221" y="272403"/>
                </a:lnTo>
                <a:lnTo>
                  <a:pt x="245554" y="241077"/>
                </a:lnTo>
                <a:lnTo>
                  <a:pt x="245554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468" y="260208"/>
                </a:lnTo>
                <a:lnTo>
                  <a:pt x="310848" y="304338"/>
                </a:lnTo>
                <a:lnTo>
                  <a:pt x="300308" y="340995"/>
                </a:lnTo>
                <a:lnTo>
                  <a:pt x="274510" y="383000"/>
                </a:lnTo>
                <a:lnTo>
                  <a:pt x="238506" y="410311"/>
                </a:lnTo>
                <a:lnTo>
                  <a:pt x="193119" y="424815"/>
                </a:lnTo>
                <a:lnTo>
                  <a:pt x="176346" y="426696"/>
                </a:lnTo>
                <a:lnTo>
                  <a:pt x="158591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951469" y="1528476"/>
            <a:ext cx="311785" cy="419734"/>
          </a:xfrm>
          <a:custGeom>
            <a:avLst/>
            <a:gdLst/>
            <a:ahLst/>
            <a:cxnLst/>
            <a:rect l="l" t="t" r="r" b="b"/>
            <a:pathLst>
              <a:path w="311784" h="419735">
                <a:moveTo>
                  <a:pt x="74676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7568" y="523"/>
                </a:lnTo>
                <a:lnTo>
                  <a:pt x="202882" y="6096"/>
                </a:lnTo>
                <a:lnTo>
                  <a:pt x="240815" y="20923"/>
                </a:lnTo>
                <a:lnTo>
                  <a:pt x="277368" y="54530"/>
                </a:lnTo>
                <a:lnTo>
                  <a:pt x="280200" y="59531"/>
                </a:lnTo>
                <a:lnTo>
                  <a:pt x="74676" y="59531"/>
                </a:lnTo>
                <a:lnTo>
                  <a:pt x="74676" y="196881"/>
                </a:lnTo>
                <a:lnTo>
                  <a:pt x="276007" y="196881"/>
                </a:lnTo>
                <a:lnTo>
                  <a:pt x="272986" y="201453"/>
                </a:lnTo>
                <a:lnTo>
                  <a:pt x="260675" y="215409"/>
                </a:lnTo>
                <a:lnTo>
                  <a:pt x="246507" y="227373"/>
                </a:lnTo>
                <a:lnTo>
                  <a:pt x="230338" y="237069"/>
                </a:lnTo>
                <a:lnTo>
                  <a:pt x="212026" y="244221"/>
                </a:lnTo>
                <a:lnTo>
                  <a:pt x="218055" y="254889"/>
                </a:lnTo>
                <a:lnTo>
                  <a:pt x="74676" y="254889"/>
                </a:lnTo>
                <a:lnTo>
                  <a:pt x="74676" y="419671"/>
                </a:lnTo>
                <a:close/>
              </a:path>
              <a:path w="311784" h="419735">
                <a:moveTo>
                  <a:pt x="276007" y="196881"/>
                </a:moveTo>
                <a:lnTo>
                  <a:pt x="134207" y="196881"/>
                </a:lnTo>
                <a:lnTo>
                  <a:pt x="153877" y="195738"/>
                </a:lnTo>
                <a:lnTo>
                  <a:pt x="171557" y="192309"/>
                </a:lnTo>
                <a:lnTo>
                  <a:pt x="209835" y="168275"/>
                </a:lnTo>
                <a:lnTo>
                  <a:pt x="222694" y="125158"/>
                </a:lnTo>
                <a:lnTo>
                  <a:pt x="221265" y="108260"/>
                </a:lnTo>
                <a:lnTo>
                  <a:pt x="199834" y="73247"/>
                </a:lnTo>
                <a:lnTo>
                  <a:pt x="154520" y="60388"/>
                </a:lnTo>
                <a:lnTo>
                  <a:pt x="134207" y="59531"/>
                </a:lnTo>
                <a:lnTo>
                  <a:pt x="280200" y="59531"/>
                </a:lnTo>
                <a:lnTo>
                  <a:pt x="295013" y="107712"/>
                </a:lnTo>
                <a:lnTo>
                  <a:pt x="295846" y="125158"/>
                </a:lnTo>
                <a:lnTo>
                  <a:pt x="294417" y="148009"/>
                </a:lnTo>
                <a:lnTo>
                  <a:pt x="290131" y="168449"/>
                </a:lnTo>
                <a:lnTo>
                  <a:pt x="282987" y="186317"/>
                </a:lnTo>
                <a:lnTo>
                  <a:pt x="276007" y="196881"/>
                </a:lnTo>
                <a:close/>
              </a:path>
              <a:path w="311784" h="419735">
                <a:moveTo>
                  <a:pt x="311181" y="419671"/>
                </a:moveTo>
                <a:lnTo>
                  <a:pt x="228790" y="419671"/>
                </a:lnTo>
                <a:lnTo>
                  <a:pt x="138779" y="254889"/>
                </a:lnTo>
                <a:lnTo>
                  <a:pt x="218055" y="254889"/>
                </a:lnTo>
                <a:lnTo>
                  <a:pt x="311181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334273" y="1529054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5" h="419100">
                <a:moveTo>
                  <a:pt x="259359" y="356870"/>
                </a:moveTo>
                <a:lnTo>
                  <a:pt x="74764" y="356870"/>
                </a:lnTo>
                <a:lnTo>
                  <a:pt x="74764" y="232410"/>
                </a:lnTo>
                <a:lnTo>
                  <a:pt x="225831" y="232410"/>
                </a:lnTo>
                <a:lnTo>
                  <a:pt x="225831" y="168910"/>
                </a:lnTo>
                <a:lnTo>
                  <a:pt x="74764" y="168910"/>
                </a:lnTo>
                <a:lnTo>
                  <a:pt x="74764" y="62230"/>
                </a:lnTo>
                <a:lnTo>
                  <a:pt x="253263" y="62230"/>
                </a:lnTo>
                <a:lnTo>
                  <a:pt x="253263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359" y="419100"/>
                </a:lnTo>
                <a:lnTo>
                  <a:pt x="259359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889" y="2767584"/>
            <a:ext cx="2554985" cy="733996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4070889" y="3979259"/>
            <a:ext cx="2555240" cy="734060"/>
          </a:xfrm>
          <a:custGeom>
            <a:avLst/>
            <a:gdLst/>
            <a:ahLst/>
            <a:cxnLst/>
            <a:rect l="l" t="t" r="r" b="b"/>
            <a:pathLst>
              <a:path w="2555240" h="734060">
                <a:moveTo>
                  <a:pt x="2504693" y="733996"/>
                </a:moveTo>
                <a:lnTo>
                  <a:pt x="48863" y="733996"/>
                </a:lnTo>
                <a:lnTo>
                  <a:pt x="45815" y="732472"/>
                </a:lnTo>
                <a:lnTo>
                  <a:pt x="42767" y="732472"/>
                </a:lnTo>
                <a:lnTo>
                  <a:pt x="38195" y="730948"/>
                </a:lnTo>
                <a:lnTo>
                  <a:pt x="32099" y="727900"/>
                </a:lnTo>
                <a:lnTo>
                  <a:pt x="27432" y="726376"/>
                </a:lnTo>
                <a:lnTo>
                  <a:pt x="24384" y="724852"/>
                </a:lnTo>
                <a:lnTo>
                  <a:pt x="21336" y="721804"/>
                </a:lnTo>
                <a:lnTo>
                  <a:pt x="18288" y="720280"/>
                </a:lnTo>
                <a:lnTo>
                  <a:pt x="16764" y="717232"/>
                </a:lnTo>
                <a:lnTo>
                  <a:pt x="10668" y="711136"/>
                </a:lnTo>
                <a:lnTo>
                  <a:pt x="4572" y="698944"/>
                </a:lnTo>
                <a:lnTo>
                  <a:pt x="3048" y="694372"/>
                </a:lnTo>
                <a:lnTo>
                  <a:pt x="0" y="688276"/>
                </a:lnTo>
                <a:lnTo>
                  <a:pt x="0" y="675989"/>
                </a:lnTo>
                <a:lnTo>
                  <a:pt x="0" y="45815"/>
                </a:lnTo>
                <a:lnTo>
                  <a:pt x="1524" y="41243"/>
                </a:lnTo>
                <a:lnTo>
                  <a:pt x="6096" y="32003"/>
                </a:lnTo>
                <a:lnTo>
                  <a:pt x="7620" y="27432"/>
                </a:lnTo>
                <a:lnTo>
                  <a:pt x="10668" y="21335"/>
                </a:lnTo>
                <a:lnTo>
                  <a:pt x="13716" y="18287"/>
                </a:lnTo>
                <a:lnTo>
                  <a:pt x="16764" y="16764"/>
                </a:lnTo>
                <a:lnTo>
                  <a:pt x="18288" y="13716"/>
                </a:lnTo>
                <a:lnTo>
                  <a:pt x="21336" y="10668"/>
                </a:lnTo>
                <a:lnTo>
                  <a:pt x="27432" y="7620"/>
                </a:lnTo>
                <a:lnTo>
                  <a:pt x="32099" y="6095"/>
                </a:lnTo>
                <a:lnTo>
                  <a:pt x="38195" y="3047"/>
                </a:lnTo>
                <a:lnTo>
                  <a:pt x="42767" y="1524"/>
                </a:lnTo>
                <a:lnTo>
                  <a:pt x="45815" y="0"/>
                </a:lnTo>
                <a:lnTo>
                  <a:pt x="2509266" y="0"/>
                </a:lnTo>
                <a:lnTo>
                  <a:pt x="2515361" y="3047"/>
                </a:lnTo>
                <a:lnTo>
                  <a:pt x="2519933" y="4572"/>
                </a:lnTo>
                <a:lnTo>
                  <a:pt x="2532125" y="10668"/>
                </a:lnTo>
                <a:lnTo>
                  <a:pt x="2538222" y="16764"/>
                </a:lnTo>
                <a:lnTo>
                  <a:pt x="2541269" y="18287"/>
                </a:lnTo>
                <a:lnTo>
                  <a:pt x="2544317" y="24383"/>
                </a:lnTo>
                <a:lnTo>
                  <a:pt x="2547366" y="27432"/>
                </a:lnTo>
                <a:lnTo>
                  <a:pt x="2548890" y="32003"/>
                </a:lnTo>
                <a:lnTo>
                  <a:pt x="2553461" y="41243"/>
                </a:lnTo>
                <a:lnTo>
                  <a:pt x="2553461" y="45815"/>
                </a:lnTo>
                <a:lnTo>
                  <a:pt x="2554985" y="48863"/>
                </a:lnTo>
                <a:lnTo>
                  <a:pt x="2554985" y="683609"/>
                </a:lnTo>
                <a:lnTo>
                  <a:pt x="2553461" y="688276"/>
                </a:lnTo>
                <a:lnTo>
                  <a:pt x="2553461" y="691324"/>
                </a:lnTo>
                <a:lnTo>
                  <a:pt x="2551938" y="694372"/>
                </a:lnTo>
                <a:lnTo>
                  <a:pt x="2550414" y="698944"/>
                </a:lnTo>
                <a:lnTo>
                  <a:pt x="2547366" y="705040"/>
                </a:lnTo>
                <a:lnTo>
                  <a:pt x="2544317" y="708088"/>
                </a:lnTo>
                <a:lnTo>
                  <a:pt x="2541269" y="714184"/>
                </a:lnTo>
                <a:lnTo>
                  <a:pt x="2535174" y="720280"/>
                </a:lnTo>
                <a:lnTo>
                  <a:pt x="2532125" y="721804"/>
                </a:lnTo>
                <a:lnTo>
                  <a:pt x="2529077" y="724852"/>
                </a:lnTo>
                <a:lnTo>
                  <a:pt x="2519933" y="729424"/>
                </a:lnTo>
                <a:lnTo>
                  <a:pt x="2515361" y="730948"/>
                </a:lnTo>
                <a:lnTo>
                  <a:pt x="2512314" y="732472"/>
                </a:lnTo>
                <a:lnTo>
                  <a:pt x="2509266" y="732472"/>
                </a:lnTo>
                <a:lnTo>
                  <a:pt x="2504693" y="733996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4070889" y="5189410"/>
            <a:ext cx="2555240" cy="744855"/>
          </a:xfrm>
          <a:custGeom>
            <a:avLst/>
            <a:gdLst/>
            <a:ahLst/>
            <a:cxnLst/>
            <a:rect l="l" t="t" r="r" b="b"/>
            <a:pathLst>
              <a:path w="2555240" h="744854">
                <a:moveTo>
                  <a:pt x="2501646" y="744664"/>
                </a:moveTo>
                <a:lnTo>
                  <a:pt x="53435" y="744664"/>
                </a:lnTo>
                <a:lnTo>
                  <a:pt x="48863" y="743140"/>
                </a:lnTo>
                <a:lnTo>
                  <a:pt x="42767" y="743140"/>
                </a:lnTo>
                <a:lnTo>
                  <a:pt x="38195" y="741616"/>
                </a:lnTo>
                <a:lnTo>
                  <a:pt x="32099" y="738568"/>
                </a:lnTo>
                <a:lnTo>
                  <a:pt x="27432" y="737044"/>
                </a:lnTo>
                <a:lnTo>
                  <a:pt x="24384" y="733996"/>
                </a:lnTo>
                <a:lnTo>
                  <a:pt x="21336" y="732472"/>
                </a:lnTo>
                <a:lnTo>
                  <a:pt x="10668" y="721804"/>
                </a:lnTo>
                <a:lnTo>
                  <a:pt x="4572" y="709612"/>
                </a:lnTo>
                <a:lnTo>
                  <a:pt x="3048" y="704945"/>
                </a:lnTo>
                <a:lnTo>
                  <a:pt x="0" y="698849"/>
                </a:lnTo>
                <a:lnTo>
                  <a:pt x="0" y="686657"/>
                </a:lnTo>
                <a:lnTo>
                  <a:pt x="0" y="45719"/>
                </a:lnTo>
                <a:lnTo>
                  <a:pt x="3048" y="39623"/>
                </a:lnTo>
                <a:lnTo>
                  <a:pt x="4572" y="35051"/>
                </a:lnTo>
                <a:lnTo>
                  <a:pt x="10668" y="22859"/>
                </a:lnTo>
                <a:lnTo>
                  <a:pt x="21336" y="12191"/>
                </a:lnTo>
                <a:lnTo>
                  <a:pt x="24384" y="10667"/>
                </a:lnTo>
                <a:lnTo>
                  <a:pt x="27432" y="7619"/>
                </a:lnTo>
                <a:lnTo>
                  <a:pt x="32099" y="6095"/>
                </a:lnTo>
                <a:lnTo>
                  <a:pt x="38195" y="3047"/>
                </a:lnTo>
                <a:lnTo>
                  <a:pt x="42767" y="3047"/>
                </a:lnTo>
                <a:lnTo>
                  <a:pt x="45815" y="1523"/>
                </a:lnTo>
                <a:lnTo>
                  <a:pt x="48863" y="1523"/>
                </a:lnTo>
                <a:lnTo>
                  <a:pt x="53435" y="0"/>
                </a:lnTo>
                <a:lnTo>
                  <a:pt x="2501646" y="0"/>
                </a:lnTo>
                <a:lnTo>
                  <a:pt x="2504693" y="1523"/>
                </a:lnTo>
                <a:lnTo>
                  <a:pt x="2509266" y="1523"/>
                </a:lnTo>
                <a:lnTo>
                  <a:pt x="2512314" y="3047"/>
                </a:lnTo>
                <a:lnTo>
                  <a:pt x="2515361" y="3047"/>
                </a:lnTo>
                <a:lnTo>
                  <a:pt x="2519933" y="4571"/>
                </a:lnTo>
                <a:lnTo>
                  <a:pt x="2526030" y="7619"/>
                </a:lnTo>
                <a:lnTo>
                  <a:pt x="2529077" y="10667"/>
                </a:lnTo>
                <a:lnTo>
                  <a:pt x="2532125" y="12191"/>
                </a:lnTo>
                <a:lnTo>
                  <a:pt x="2535174" y="15239"/>
                </a:lnTo>
                <a:lnTo>
                  <a:pt x="2538222" y="16763"/>
                </a:lnTo>
                <a:lnTo>
                  <a:pt x="2541269" y="19811"/>
                </a:lnTo>
                <a:lnTo>
                  <a:pt x="2544317" y="25907"/>
                </a:lnTo>
                <a:lnTo>
                  <a:pt x="2547366" y="28955"/>
                </a:lnTo>
                <a:lnTo>
                  <a:pt x="2550414" y="35051"/>
                </a:lnTo>
                <a:lnTo>
                  <a:pt x="2551938" y="39623"/>
                </a:lnTo>
                <a:lnTo>
                  <a:pt x="2553461" y="42671"/>
                </a:lnTo>
                <a:lnTo>
                  <a:pt x="2553461" y="45719"/>
                </a:lnTo>
                <a:lnTo>
                  <a:pt x="2554985" y="50291"/>
                </a:lnTo>
                <a:lnTo>
                  <a:pt x="2554985" y="694277"/>
                </a:lnTo>
                <a:lnTo>
                  <a:pt x="2553461" y="698849"/>
                </a:lnTo>
                <a:lnTo>
                  <a:pt x="2553461" y="701897"/>
                </a:lnTo>
                <a:lnTo>
                  <a:pt x="2551938" y="704945"/>
                </a:lnTo>
                <a:lnTo>
                  <a:pt x="2550414" y="709612"/>
                </a:lnTo>
                <a:lnTo>
                  <a:pt x="2547366" y="715708"/>
                </a:lnTo>
                <a:lnTo>
                  <a:pt x="2544317" y="718756"/>
                </a:lnTo>
                <a:lnTo>
                  <a:pt x="2541269" y="724852"/>
                </a:lnTo>
                <a:lnTo>
                  <a:pt x="2538222" y="727900"/>
                </a:lnTo>
                <a:lnTo>
                  <a:pt x="2535174" y="729424"/>
                </a:lnTo>
                <a:lnTo>
                  <a:pt x="2532125" y="732472"/>
                </a:lnTo>
                <a:lnTo>
                  <a:pt x="2529077" y="733996"/>
                </a:lnTo>
                <a:lnTo>
                  <a:pt x="2526030" y="737044"/>
                </a:lnTo>
                <a:lnTo>
                  <a:pt x="2519933" y="740092"/>
                </a:lnTo>
                <a:lnTo>
                  <a:pt x="2515361" y="741616"/>
                </a:lnTo>
                <a:lnTo>
                  <a:pt x="2512314" y="743140"/>
                </a:lnTo>
                <a:lnTo>
                  <a:pt x="2504693" y="743140"/>
                </a:lnTo>
                <a:lnTo>
                  <a:pt x="2501646" y="74466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 descr=""/>
          <p:cNvGrpSpPr/>
          <p:nvPr/>
        </p:nvGrpSpPr>
        <p:grpSpPr>
          <a:xfrm>
            <a:off x="4226528" y="4218813"/>
            <a:ext cx="511175" cy="241300"/>
            <a:chOff x="4226528" y="4218813"/>
            <a:chExt cx="511175" cy="241300"/>
          </a:xfrm>
        </p:grpSpPr>
        <p:pic>
          <p:nvPicPr>
            <p:cNvPr id="24" name="object 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6528" y="4218813"/>
              <a:ext cx="338613" cy="23660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7146" y="4279868"/>
              <a:ext cx="140303" cy="180117"/>
            </a:xfrm>
            <a:prstGeom prst="rect">
              <a:avLst/>
            </a:prstGeom>
          </p:spPr>
        </p:pic>
      </p:grpSp>
      <p:pic>
        <p:nvPicPr>
          <p:cNvPr id="26" name="object 2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95456" y="4276820"/>
            <a:ext cx="257746" cy="18316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5172265" y="4219194"/>
            <a:ext cx="305435" cy="241300"/>
            <a:chOff x="5172265" y="4219194"/>
            <a:chExt cx="305435" cy="241300"/>
          </a:xfrm>
        </p:grpSpPr>
        <p:sp>
          <p:nvSpPr>
            <p:cNvPr id="28" name="object 28" descr=""/>
            <p:cNvSpPr/>
            <p:nvPr/>
          </p:nvSpPr>
          <p:spPr>
            <a:xfrm>
              <a:off x="5172265" y="4219206"/>
              <a:ext cx="135890" cy="236220"/>
            </a:xfrm>
            <a:custGeom>
              <a:avLst/>
              <a:gdLst/>
              <a:ahLst/>
              <a:cxnLst/>
              <a:rect l="l" t="t" r="r" b="b"/>
              <a:pathLst>
                <a:path w="135889" h="236220">
                  <a:moveTo>
                    <a:pt x="135724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105410"/>
                  </a:lnTo>
                  <a:lnTo>
                    <a:pt x="0" y="130810"/>
                  </a:lnTo>
                  <a:lnTo>
                    <a:pt x="0" y="236220"/>
                  </a:lnTo>
                  <a:lnTo>
                    <a:pt x="28956" y="236220"/>
                  </a:lnTo>
                  <a:lnTo>
                    <a:pt x="28956" y="130810"/>
                  </a:lnTo>
                  <a:lnTo>
                    <a:pt x="118960" y="130810"/>
                  </a:lnTo>
                  <a:lnTo>
                    <a:pt x="118960" y="105410"/>
                  </a:lnTo>
                  <a:lnTo>
                    <a:pt x="28956" y="105410"/>
                  </a:lnTo>
                  <a:lnTo>
                    <a:pt x="28956" y="25400"/>
                  </a:lnTo>
                  <a:lnTo>
                    <a:pt x="135724" y="25400"/>
                  </a:lnTo>
                  <a:lnTo>
                    <a:pt x="1357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8476" y="4279868"/>
              <a:ext cx="138779" cy="180117"/>
            </a:xfrm>
            <a:prstGeom prst="rect">
              <a:avLst/>
            </a:prstGeom>
          </p:spPr>
        </p:pic>
      </p:grpSp>
      <p:grpSp>
        <p:nvGrpSpPr>
          <p:cNvPr id="30" name="object 30" descr=""/>
          <p:cNvGrpSpPr/>
          <p:nvPr/>
        </p:nvGrpSpPr>
        <p:grpSpPr>
          <a:xfrm>
            <a:off x="5536786" y="4206621"/>
            <a:ext cx="721995" cy="253365"/>
            <a:chOff x="5536786" y="4206621"/>
            <a:chExt cx="721995" cy="253365"/>
          </a:xfrm>
        </p:grpSpPr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6786" y="4276820"/>
              <a:ext cx="140303" cy="17859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9857" y="4231005"/>
              <a:ext cx="265366" cy="22898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014179" y="4206621"/>
              <a:ext cx="41275" cy="248920"/>
            </a:xfrm>
            <a:custGeom>
              <a:avLst/>
              <a:gdLst/>
              <a:ahLst/>
              <a:cxnLst/>
              <a:rect l="l" t="t" r="r" b="b"/>
              <a:pathLst>
                <a:path w="41275" h="248920">
                  <a:moveTo>
                    <a:pt x="26003" y="38195"/>
                  </a:moveTo>
                  <a:lnTo>
                    <a:pt x="15335" y="38195"/>
                  </a:lnTo>
                  <a:lnTo>
                    <a:pt x="10763" y="36671"/>
                  </a:lnTo>
                  <a:lnTo>
                    <a:pt x="6191" y="32099"/>
                  </a:lnTo>
                  <a:lnTo>
                    <a:pt x="1524" y="29051"/>
                  </a:lnTo>
                  <a:lnTo>
                    <a:pt x="0" y="24384"/>
                  </a:lnTo>
                  <a:lnTo>
                    <a:pt x="0" y="12192"/>
                  </a:lnTo>
                  <a:lnTo>
                    <a:pt x="1524" y="7620"/>
                  </a:lnTo>
                  <a:lnTo>
                    <a:pt x="6191" y="4572"/>
                  </a:lnTo>
                  <a:lnTo>
                    <a:pt x="10763" y="1524"/>
                  </a:lnTo>
                  <a:lnTo>
                    <a:pt x="15335" y="0"/>
                  </a:lnTo>
                  <a:lnTo>
                    <a:pt x="26003" y="0"/>
                  </a:lnTo>
                  <a:lnTo>
                    <a:pt x="32099" y="1524"/>
                  </a:lnTo>
                  <a:lnTo>
                    <a:pt x="35147" y="4572"/>
                  </a:lnTo>
                  <a:lnTo>
                    <a:pt x="39719" y="7620"/>
                  </a:lnTo>
                  <a:lnTo>
                    <a:pt x="41243" y="12192"/>
                  </a:lnTo>
                  <a:lnTo>
                    <a:pt x="41243" y="24384"/>
                  </a:lnTo>
                  <a:lnTo>
                    <a:pt x="39719" y="29051"/>
                  </a:lnTo>
                  <a:lnTo>
                    <a:pt x="35147" y="32099"/>
                  </a:lnTo>
                  <a:lnTo>
                    <a:pt x="32099" y="36671"/>
                  </a:lnTo>
                  <a:lnTo>
                    <a:pt x="26003" y="38195"/>
                  </a:lnTo>
                  <a:close/>
                </a:path>
                <a:path w="41275" h="248920">
                  <a:moveTo>
                    <a:pt x="35147" y="248793"/>
                  </a:moveTo>
                  <a:lnTo>
                    <a:pt x="6191" y="248793"/>
                  </a:lnTo>
                  <a:lnTo>
                    <a:pt x="6191" y="73247"/>
                  </a:lnTo>
                  <a:lnTo>
                    <a:pt x="35147" y="73247"/>
                  </a:lnTo>
                  <a:lnTo>
                    <a:pt x="35147" y="248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95047" y="4276820"/>
              <a:ext cx="163258" cy="183165"/>
            </a:xfrm>
            <a:prstGeom prst="rect">
              <a:avLst/>
            </a:prstGeom>
          </p:spPr>
        </p:pic>
      </p:grpSp>
      <p:pic>
        <p:nvPicPr>
          <p:cNvPr id="35" name="object 35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4026" y="4276820"/>
            <a:ext cx="138779" cy="178593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4600194" y="5430488"/>
            <a:ext cx="553720" cy="241300"/>
            <a:chOff x="4600194" y="5430488"/>
            <a:chExt cx="553720" cy="241300"/>
          </a:xfrm>
        </p:grpSpPr>
        <p:pic>
          <p:nvPicPr>
            <p:cNvPr id="37" name="object 3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0194" y="5430488"/>
              <a:ext cx="164782" cy="236505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95456" y="5486971"/>
              <a:ext cx="163258" cy="18459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90719" y="5486971"/>
              <a:ext cx="163163" cy="184594"/>
            </a:xfrm>
            <a:prstGeom prst="rect">
              <a:avLst/>
            </a:prstGeom>
          </p:spPr>
        </p:pic>
      </p:grpSp>
      <p:pic>
        <p:nvPicPr>
          <p:cNvPr id="40" name="object 4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99697" y="5486971"/>
            <a:ext cx="240982" cy="180022"/>
          </a:xfrm>
          <a:prstGeom prst="rect">
            <a:avLst/>
          </a:prstGeom>
        </p:spPr>
      </p:pic>
      <p:sp>
        <p:nvSpPr>
          <p:cNvPr id="41" name="object 41" descr=""/>
          <p:cNvSpPr/>
          <p:nvPr/>
        </p:nvSpPr>
        <p:spPr>
          <a:xfrm>
            <a:off x="5492591" y="5416772"/>
            <a:ext cx="41275" cy="250825"/>
          </a:xfrm>
          <a:custGeom>
            <a:avLst/>
            <a:gdLst/>
            <a:ahLst/>
            <a:cxnLst/>
            <a:rect l="l" t="t" r="r" b="b"/>
            <a:pathLst>
              <a:path w="41275" h="250825">
                <a:moveTo>
                  <a:pt x="25908" y="38100"/>
                </a:moveTo>
                <a:lnTo>
                  <a:pt x="13716" y="38100"/>
                </a:lnTo>
                <a:lnTo>
                  <a:pt x="9144" y="36576"/>
                </a:lnTo>
                <a:lnTo>
                  <a:pt x="1524" y="28956"/>
                </a:lnTo>
                <a:lnTo>
                  <a:pt x="0" y="24384"/>
                </a:lnTo>
                <a:lnTo>
                  <a:pt x="0" y="13716"/>
                </a:lnTo>
                <a:lnTo>
                  <a:pt x="1524" y="9144"/>
                </a:lnTo>
                <a:lnTo>
                  <a:pt x="6096" y="6096"/>
                </a:lnTo>
                <a:lnTo>
                  <a:pt x="9144" y="1524"/>
                </a:lnTo>
                <a:lnTo>
                  <a:pt x="13716" y="0"/>
                </a:lnTo>
                <a:lnTo>
                  <a:pt x="25908" y="0"/>
                </a:lnTo>
                <a:lnTo>
                  <a:pt x="30480" y="1524"/>
                </a:lnTo>
                <a:lnTo>
                  <a:pt x="38100" y="9144"/>
                </a:lnTo>
                <a:lnTo>
                  <a:pt x="41148" y="13716"/>
                </a:lnTo>
                <a:lnTo>
                  <a:pt x="41148" y="24384"/>
                </a:lnTo>
                <a:lnTo>
                  <a:pt x="35052" y="33528"/>
                </a:lnTo>
                <a:lnTo>
                  <a:pt x="30480" y="36576"/>
                </a:lnTo>
                <a:lnTo>
                  <a:pt x="25908" y="38100"/>
                </a:lnTo>
                <a:close/>
              </a:path>
              <a:path w="41275" h="250825">
                <a:moveTo>
                  <a:pt x="35052" y="250221"/>
                </a:moveTo>
                <a:lnTo>
                  <a:pt x="4572" y="250221"/>
                </a:lnTo>
                <a:lnTo>
                  <a:pt x="4572" y="74771"/>
                </a:lnTo>
                <a:lnTo>
                  <a:pt x="35052" y="74771"/>
                </a:lnTo>
                <a:lnTo>
                  <a:pt x="35052" y="2502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5631370" y="5430488"/>
            <a:ext cx="387985" cy="236854"/>
            <a:chOff x="5631370" y="5430488"/>
            <a:chExt cx="387985" cy="236854"/>
          </a:xfrm>
        </p:grpSpPr>
        <p:pic>
          <p:nvPicPr>
            <p:cNvPr id="43" name="object 4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31370" y="5430488"/>
              <a:ext cx="193738" cy="236505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58637" y="5430488"/>
              <a:ext cx="160210" cy="236505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6065520" y="5430012"/>
            <a:ext cx="30480" cy="238125"/>
          </a:xfrm>
          <a:custGeom>
            <a:avLst/>
            <a:gdLst/>
            <a:ahLst/>
            <a:cxnLst/>
            <a:rect l="l" t="t" r="r" b="b"/>
            <a:pathLst>
              <a:path w="30479" h="238125">
                <a:moveTo>
                  <a:pt x="30480" y="237743"/>
                </a:moveTo>
                <a:lnTo>
                  <a:pt x="0" y="237743"/>
                </a:lnTo>
                <a:lnTo>
                  <a:pt x="0" y="0"/>
                </a:lnTo>
                <a:lnTo>
                  <a:pt x="30480" y="0"/>
                </a:lnTo>
                <a:lnTo>
                  <a:pt x="30480" y="2377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47" name="object 4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615088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1524" y="36575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3048" y="18287"/>
                </a:lnTo>
                <a:lnTo>
                  <a:pt x="4572" y="13715"/>
                </a:lnTo>
                <a:lnTo>
                  <a:pt x="6096" y="10667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3047"/>
                </a:lnTo>
                <a:lnTo>
                  <a:pt x="18288" y="3047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0236" y="3047"/>
                </a:lnTo>
                <a:lnTo>
                  <a:pt x="1136427" y="9143"/>
                </a:lnTo>
                <a:lnTo>
                  <a:pt x="1139475" y="10667"/>
                </a:lnTo>
                <a:lnTo>
                  <a:pt x="1140999" y="13715"/>
                </a:lnTo>
                <a:lnTo>
                  <a:pt x="1142523" y="18287"/>
                </a:lnTo>
                <a:lnTo>
                  <a:pt x="1144047" y="21335"/>
                </a:lnTo>
                <a:lnTo>
                  <a:pt x="1144047" y="36575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93379" y="1805050"/>
            <a:ext cx="317500" cy="419100"/>
          </a:xfrm>
          <a:custGeom>
            <a:avLst/>
            <a:gdLst/>
            <a:ahLst/>
            <a:cxnLst/>
            <a:rect l="l" t="t" r="r" b="b"/>
            <a:pathLst>
              <a:path w="317500" h="419100">
                <a:moveTo>
                  <a:pt x="317284" y="0"/>
                </a:moveTo>
                <a:lnTo>
                  <a:pt x="0" y="0"/>
                </a:lnTo>
                <a:lnTo>
                  <a:pt x="0" y="62230"/>
                </a:lnTo>
                <a:lnTo>
                  <a:pt x="122021" y="62230"/>
                </a:lnTo>
                <a:lnTo>
                  <a:pt x="122021" y="419100"/>
                </a:lnTo>
                <a:lnTo>
                  <a:pt x="195262" y="419100"/>
                </a:lnTo>
                <a:lnTo>
                  <a:pt x="195262" y="62230"/>
                </a:lnTo>
                <a:lnTo>
                  <a:pt x="317284" y="62230"/>
                </a:lnTo>
                <a:lnTo>
                  <a:pt x="317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379243" y="1805279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4" h="419100">
                <a:moveTo>
                  <a:pt x="259270" y="356870"/>
                </a:moveTo>
                <a:lnTo>
                  <a:pt x="74676" y="356870"/>
                </a:lnTo>
                <a:lnTo>
                  <a:pt x="74676" y="232410"/>
                </a:lnTo>
                <a:lnTo>
                  <a:pt x="225742" y="232410"/>
                </a:lnTo>
                <a:lnTo>
                  <a:pt x="225742" y="170180"/>
                </a:lnTo>
                <a:lnTo>
                  <a:pt x="74676" y="170180"/>
                </a:lnTo>
                <a:lnTo>
                  <a:pt x="74676" y="62230"/>
                </a:lnTo>
                <a:lnTo>
                  <a:pt x="253174" y="62230"/>
                </a:lnTo>
                <a:lnTo>
                  <a:pt x="253174" y="0"/>
                </a:lnTo>
                <a:lnTo>
                  <a:pt x="0" y="0"/>
                </a:lnTo>
                <a:lnTo>
                  <a:pt x="0" y="62230"/>
                </a:lnTo>
                <a:lnTo>
                  <a:pt x="0" y="17018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9270" y="419100"/>
                </a:lnTo>
                <a:lnTo>
                  <a:pt x="259270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702623" y="1797081"/>
            <a:ext cx="320675" cy="434975"/>
          </a:xfrm>
          <a:custGeom>
            <a:avLst/>
            <a:gdLst/>
            <a:ahLst/>
            <a:cxnLst/>
            <a:rect l="l" t="t" r="r" b="b"/>
            <a:pathLst>
              <a:path w="320675" h="434975">
                <a:moveTo>
                  <a:pt x="190690" y="434911"/>
                </a:moveTo>
                <a:lnTo>
                  <a:pt x="151626" y="431482"/>
                </a:lnTo>
                <a:lnTo>
                  <a:pt x="98464" y="413227"/>
                </a:lnTo>
                <a:lnTo>
                  <a:pt x="54959" y="378428"/>
                </a:lnTo>
                <a:lnTo>
                  <a:pt x="23026" y="330810"/>
                </a:lnTo>
                <a:lnTo>
                  <a:pt x="8398" y="290092"/>
                </a:lnTo>
                <a:lnTo>
                  <a:pt x="882" y="243688"/>
                </a:lnTo>
                <a:lnTo>
                  <a:pt x="0" y="218217"/>
                </a:lnTo>
                <a:lnTo>
                  <a:pt x="882" y="193588"/>
                </a:lnTo>
                <a:lnTo>
                  <a:pt x="8398" y="147829"/>
                </a:lnTo>
                <a:lnTo>
                  <a:pt x="23264" y="106910"/>
                </a:lnTo>
                <a:lnTo>
                  <a:pt x="44267" y="72581"/>
                </a:lnTo>
                <a:lnTo>
                  <a:pt x="84677" y="33158"/>
                </a:lnTo>
                <a:lnTo>
                  <a:pt x="135833" y="9001"/>
                </a:lnTo>
                <a:lnTo>
                  <a:pt x="173686" y="1095"/>
                </a:lnTo>
                <a:lnTo>
                  <a:pt x="193738" y="0"/>
                </a:lnTo>
                <a:lnTo>
                  <a:pt x="212612" y="1119"/>
                </a:lnTo>
                <a:lnTo>
                  <a:pt x="262413" y="16764"/>
                </a:lnTo>
                <a:lnTo>
                  <a:pt x="301847" y="43378"/>
                </a:lnTo>
                <a:lnTo>
                  <a:pt x="312705" y="53435"/>
                </a:lnTo>
                <a:lnTo>
                  <a:pt x="271557" y="99155"/>
                </a:lnTo>
                <a:lnTo>
                  <a:pt x="263294" y="91701"/>
                </a:lnTo>
                <a:lnTo>
                  <a:pt x="254603" y="85248"/>
                </a:lnTo>
                <a:lnTo>
                  <a:pt x="216800" y="67913"/>
                </a:lnTo>
                <a:lnTo>
                  <a:pt x="193738" y="65627"/>
                </a:lnTo>
                <a:lnTo>
                  <a:pt x="181213" y="66222"/>
                </a:lnTo>
                <a:lnTo>
                  <a:pt x="136491" y="81676"/>
                </a:lnTo>
                <a:lnTo>
                  <a:pt x="102155" y="115886"/>
                </a:lnTo>
                <a:lnTo>
                  <a:pt x="85439" y="154114"/>
                </a:lnTo>
                <a:lnTo>
                  <a:pt x="76866" y="199843"/>
                </a:lnTo>
                <a:lnTo>
                  <a:pt x="76295" y="216693"/>
                </a:lnTo>
                <a:lnTo>
                  <a:pt x="78271" y="250403"/>
                </a:lnTo>
                <a:lnTo>
                  <a:pt x="93654" y="306999"/>
                </a:lnTo>
                <a:lnTo>
                  <a:pt x="124022" y="347622"/>
                </a:lnTo>
                <a:lnTo>
                  <a:pt x="166447" y="368235"/>
                </a:lnTo>
                <a:lnTo>
                  <a:pt x="192214" y="370808"/>
                </a:lnTo>
                <a:lnTo>
                  <a:pt x="205635" y="369974"/>
                </a:lnTo>
                <a:lnTo>
                  <a:pt x="251102" y="353209"/>
                </a:lnTo>
                <a:lnTo>
                  <a:pt x="279177" y="328041"/>
                </a:lnTo>
                <a:lnTo>
                  <a:pt x="320325" y="373856"/>
                </a:lnTo>
                <a:lnTo>
                  <a:pt x="278106" y="410758"/>
                </a:lnTo>
                <a:lnTo>
                  <a:pt x="228266" y="431292"/>
                </a:lnTo>
                <a:lnTo>
                  <a:pt x="209826" y="434030"/>
                </a:lnTo>
                <a:lnTo>
                  <a:pt x="190690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093148" y="1805273"/>
            <a:ext cx="74930" cy="168910"/>
          </a:xfrm>
          <a:custGeom>
            <a:avLst/>
            <a:gdLst/>
            <a:ahLst/>
            <a:cxnLst/>
            <a:rect l="l" t="t" r="r" b="b"/>
            <a:pathLst>
              <a:path w="74930" h="168910">
                <a:moveTo>
                  <a:pt x="0" y="0"/>
                </a:moveTo>
                <a:lnTo>
                  <a:pt x="74771" y="0"/>
                </a:lnTo>
                <a:lnTo>
                  <a:pt x="74771" y="168910"/>
                </a:lnTo>
                <a:lnTo>
                  <a:pt x="0" y="168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093136" y="1805279"/>
            <a:ext cx="319405" cy="419100"/>
          </a:xfrm>
          <a:custGeom>
            <a:avLst/>
            <a:gdLst/>
            <a:ahLst/>
            <a:cxnLst/>
            <a:rect l="l" t="t" r="r" b="b"/>
            <a:pathLst>
              <a:path w="319404" h="419100">
                <a:moveTo>
                  <a:pt x="318808" y="0"/>
                </a:moveTo>
                <a:lnTo>
                  <a:pt x="244132" y="0"/>
                </a:lnTo>
                <a:lnTo>
                  <a:pt x="244132" y="168910"/>
                </a:lnTo>
                <a:lnTo>
                  <a:pt x="0" y="168910"/>
                </a:lnTo>
                <a:lnTo>
                  <a:pt x="0" y="232410"/>
                </a:lnTo>
                <a:lnTo>
                  <a:pt x="0" y="419100"/>
                </a:lnTo>
                <a:lnTo>
                  <a:pt x="74777" y="419100"/>
                </a:lnTo>
                <a:lnTo>
                  <a:pt x="74777" y="232410"/>
                </a:lnTo>
                <a:lnTo>
                  <a:pt x="244132" y="232410"/>
                </a:lnTo>
                <a:lnTo>
                  <a:pt x="244132" y="419100"/>
                </a:lnTo>
                <a:lnTo>
                  <a:pt x="318808" y="419100"/>
                </a:lnTo>
                <a:lnTo>
                  <a:pt x="318808" y="232410"/>
                </a:lnTo>
                <a:lnTo>
                  <a:pt x="318808" y="168910"/>
                </a:lnTo>
                <a:lnTo>
                  <a:pt x="3188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517201" y="1804701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6775" y="183070"/>
                </a:lnTo>
                <a:lnTo>
                  <a:pt x="64008" y="94583"/>
                </a:lnTo>
                <a:lnTo>
                  <a:pt x="62484" y="94583"/>
                </a:lnTo>
                <a:lnTo>
                  <a:pt x="64960" y="129111"/>
                </a:lnTo>
                <a:lnTo>
                  <a:pt x="66555" y="146741"/>
                </a:lnTo>
                <a:lnTo>
                  <a:pt x="68580" y="164782"/>
                </a:lnTo>
                <a:lnTo>
                  <a:pt x="70675" y="200644"/>
                </a:lnTo>
                <a:lnTo>
                  <a:pt x="71366" y="218440"/>
                </a:lnTo>
                <a:lnTo>
                  <a:pt x="71628" y="236505"/>
                </a:lnTo>
                <a:lnTo>
                  <a:pt x="71628" y="419671"/>
                </a:lnTo>
                <a:lnTo>
                  <a:pt x="0" y="419671"/>
                </a:lnTo>
                <a:lnTo>
                  <a:pt x="0" y="0"/>
                </a:lnTo>
                <a:lnTo>
                  <a:pt x="76200" y="0"/>
                </a:lnTo>
                <a:lnTo>
                  <a:pt x="207359" y="236505"/>
                </a:lnTo>
                <a:lnTo>
                  <a:pt x="250126" y="324993"/>
                </a:lnTo>
                <a:lnTo>
                  <a:pt x="253174" y="324993"/>
                </a:lnTo>
                <a:lnTo>
                  <a:pt x="251793" y="308679"/>
                </a:lnTo>
                <a:lnTo>
                  <a:pt x="248459" y="273732"/>
                </a:lnTo>
                <a:lnTo>
                  <a:pt x="247078" y="254793"/>
                </a:lnTo>
                <a:lnTo>
                  <a:pt x="245078" y="236528"/>
                </a:lnTo>
                <a:lnTo>
                  <a:pt x="243649" y="218396"/>
                </a:lnTo>
                <a:lnTo>
                  <a:pt x="242792" y="200532"/>
                </a:lnTo>
                <a:lnTo>
                  <a:pt x="242506" y="183070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938015" y="1804416"/>
            <a:ext cx="74930" cy="421005"/>
          </a:xfrm>
          <a:custGeom>
            <a:avLst/>
            <a:gdLst/>
            <a:ahLst/>
            <a:cxnLst/>
            <a:rect l="l" t="t" r="r" b="b"/>
            <a:pathLst>
              <a:path w="74929" h="421005">
                <a:moveTo>
                  <a:pt x="74675" y="420624"/>
                </a:moveTo>
                <a:lnTo>
                  <a:pt x="0" y="420624"/>
                </a:lnTo>
                <a:lnTo>
                  <a:pt x="0" y="0"/>
                </a:lnTo>
                <a:lnTo>
                  <a:pt x="74675" y="0"/>
                </a:lnTo>
                <a:lnTo>
                  <a:pt x="74675" y="420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096791" y="1797087"/>
            <a:ext cx="695960" cy="434975"/>
          </a:xfrm>
          <a:custGeom>
            <a:avLst/>
            <a:gdLst/>
            <a:ahLst/>
            <a:cxnLst/>
            <a:rect l="l" t="t" r="r" b="b"/>
            <a:pathLst>
              <a:path w="695960" h="434975">
                <a:moveTo>
                  <a:pt x="320319" y="373849"/>
                </a:moveTo>
                <a:lnTo>
                  <a:pt x="279171" y="328041"/>
                </a:lnTo>
                <a:lnTo>
                  <a:pt x="269773" y="337781"/>
                </a:lnTo>
                <a:lnTo>
                  <a:pt x="259930" y="346227"/>
                </a:lnTo>
                <a:lnTo>
                  <a:pt x="217411" y="367563"/>
                </a:lnTo>
                <a:lnTo>
                  <a:pt x="190690" y="370801"/>
                </a:lnTo>
                <a:lnTo>
                  <a:pt x="165798" y="368236"/>
                </a:lnTo>
                <a:lnTo>
                  <a:pt x="124002" y="347624"/>
                </a:lnTo>
                <a:lnTo>
                  <a:pt x="93014" y="306997"/>
                </a:lnTo>
                <a:lnTo>
                  <a:pt x="78054" y="250405"/>
                </a:lnTo>
                <a:lnTo>
                  <a:pt x="76288" y="216687"/>
                </a:lnTo>
                <a:lnTo>
                  <a:pt x="76847" y="199847"/>
                </a:lnTo>
                <a:lnTo>
                  <a:pt x="83908" y="154114"/>
                </a:lnTo>
                <a:lnTo>
                  <a:pt x="100850" y="115887"/>
                </a:lnTo>
                <a:lnTo>
                  <a:pt x="135610" y="81673"/>
                </a:lnTo>
                <a:lnTo>
                  <a:pt x="180568" y="66217"/>
                </a:lnTo>
                <a:lnTo>
                  <a:pt x="193738" y="65620"/>
                </a:lnTo>
                <a:lnTo>
                  <a:pt x="205778" y="66192"/>
                </a:lnTo>
                <a:lnTo>
                  <a:pt x="245389" y="79654"/>
                </a:lnTo>
                <a:lnTo>
                  <a:pt x="270027" y="99148"/>
                </a:lnTo>
                <a:lnTo>
                  <a:pt x="312699" y="53428"/>
                </a:lnTo>
                <a:lnTo>
                  <a:pt x="276694" y="25057"/>
                </a:lnTo>
                <a:lnTo>
                  <a:pt x="229260" y="4381"/>
                </a:lnTo>
                <a:lnTo>
                  <a:pt x="193738" y="0"/>
                </a:lnTo>
                <a:lnTo>
                  <a:pt x="173469" y="1092"/>
                </a:lnTo>
                <a:lnTo>
                  <a:pt x="135229" y="9004"/>
                </a:lnTo>
                <a:lnTo>
                  <a:pt x="84683" y="33159"/>
                </a:lnTo>
                <a:lnTo>
                  <a:pt x="43624" y="72580"/>
                </a:lnTo>
                <a:lnTo>
                  <a:pt x="23050" y="106908"/>
                </a:lnTo>
                <a:lnTo>
                  <a:pt x="8432" y="147828"/>
                </a:lnTo>
                <a:lnTo>
                  <a:pt x="901" y="193586"/>
                </a:lnTo>
                <a:lnTo>
                  <a:pt x="0" y="218211"/>
                </a:lnTo>
                <a:lnTo>
                  <a:pt x="876" y="243687"/>
                </a:lnTo>
                <a:lnTo>
                  <a:pt x="7797" y="290093"/>
                </a:lnTo>
                <a:lnTo>
                  <a:pt x="22377" y="330809"/>
                </a:lnTo>
                <a:lnTo>
                  <a:pt x="42951" y="364096"/>
                </a:lnTo>
                <a:lnTo>
                  <a:pt x="82397" y="403237"/>
                </a:lnTo>
                <a:lnTo>
                  <a:pt x="132156" y="427189"/>
                </a:lnTo>
                <a:lnTo>
                  <a:pt x="169786" y="434047"/>
                </a:lnTo>
                <a:lnTo>
                  <a:pt x="189166" y="434911"/>
                </a:lnTo>
                <a:lnTo>
                  <a:pt x="209181" y="434035"/>
                </a:lnTo>
                <a:lnTo>
                  <a:pt x="262407" y="419671"/>
                </a:lnTo>
                <a:lnTo>
                  <a:pt x="307200" y="387858"/>
                </a:lnTo>
                <a:lnTo>
                  <a:pt x="320319" y="373849"/>
                </a:lnTo>
                <a:close/>
              </a:path>
              <a:path w="695960" h="434975">
                <a:moveTo>
                  <a:pt x="695617" y="427291"/>
                </a:moveTo>
                <a:lnTo>
                  <a:pt x="659079" y="314325"/>
                </a:lnTo>
                <a:lnTo>
                  <a:pt x="639826" y="254787"/>
                </a:lnTo>
                <a:lnTo>
                  <a:pt x="578637" y="65620"/>
                </a:lnTo>
                <a:lnTo>
                  <a:pt x="567499" y="31191"/>
                </a:lnTo>
                <a:lnTo>
                  <a:pt x="567499" y="254787"/>
                </a:lnTo>
                <a:lnTo>
                  <a:pt x="460730" y="254787"/>
                </a:lnTo>
                <a:lnTo>
                  <a:pt x="475970" y="204495"/>
                </a:lnTo>
                <a:lnTo>
                  <a:pt x="480745" y="187299"/>
                </a:lnTo>
                <a:lnTo>
                  <a:pt x="485686" y="170129"/>
                </a:lnTo>
                <a:lnTo>
                  <a:pt x="490321" y="152971"/>
                </a:lnTo>
                <a:lnTo>
                  <a:pt x="494258" y="135826"/>
                </a:lnTo>
                <a:lnTo>
                  <a:pt x="498830" y="118605"/>
                </a:lnTo>
                <a:lnTo>
                  <a:pt x="503402" y="101257"/>
                </a:lnTo>
                <a:lnTo>
                  <a:pt x="507974" y="83654"/>
                </a:lnTo>
                <a:lnTo>
                  <a:pt x="512546" y="65620"/>
                </a:lnTo>
                <a:lnTo>
                  <a:pt x="515594" y="65620"/>
                </a:lnTo>
                <a:lnTo>
                  <a:pt x="520166" y="83007"/>
                </a:lnTo>
                <a:lnTo>
                  <a:pt x="529310" y="118389"/>
                </a:lnTo>
                <a:lnTo>
                  <a:pt x="533882" y="135826"/>
                </a:lnTo>
                <a:lnTo>
                  <a:pt x="538530" y="152971"/>
                </a:lnTo>
                <a:lnTo>
                  <a:pt x="543293" y="170129"/>
                </a:lnTo>
                <a:lnTo>
                  <a:pt x="548335" y="187299"/>
                </a:lnTo>
                <a:lnTo>
                  <a:pt x="553783" y="204495"/>
                </a:lnTo>
                <a:lnTo>
                  <a:pt x="567499" y="254787"/>
                </a:lnTo>
                <a:lnTo>
                  <a:pt x="567499" y="31191"/>
                </a:lnTo>
                <a:lnTo>
                  <a:pt x="559879" y="7620"/>
                </a:lnTo>
                <a:lnTo>
                  <a:pt x="471398" y="7620"/>
                </a:lnTo>
                <a:lnTo>
                  <a:pt x="335661" y="427291"/>
                </a:lnTo>
                <a:lnTo>
                  <a:pt x="411861" y="427291"/>
                </a:lnTo>
                <a:lnTo>
                  <a:pt x="443966" y="314325"/>
                </a:lnTo>
                <a:lnTo>
                  <a:pt x="584263" y="314325"/>
                </a:lnTo>
                <a:lnTo>
                  <a:pt x="617791" y="427291"/>
                </a:lnTo>
                <a:lnTo>
                  <a:pt x="695617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844212" y="1804669"/>
            <a:ext cx="248920" cy="419100"/>
          </a:xfrm>
          <a:custGeom>
            <a:avLst/>
            <a:gdLst/>
            <a:ahLst/>
            <a:cxnLst/>
            <a:rect l="l" t="t" r="r" b="b"/>
            <a:pathLst>
              <a:path w="248920" h="419100">
                <a:moveTo>
                  <a:pt x="248704" y="356870"/>
                </a:moveTo>
                <a:lnTo>
                  <a:pt x="74777" y="356870"/>
                </a:lnTo>
                <a:lnTo>
                  <a:pt x="74777" y="0"/>
                </a:lnTo>
                <a:lnTo>
                  <a:pt x="0" y="0"/>
                </a:lnTo>
                <a:lnTo>
                  <a:pt x="0" y="356870"/>
                </a:lnTo>
                <a:lnTo>
                  <a:pt x="0" y="419100"/>
                </a:lnTo>
                <a:lnTo>
                  <a:pt x="248704" y="419100"/>
                </a:lnTo>
                <a:lnTo>
                  <a:pt x="248704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297322" y="1804669"/>
            <a:ext cx="248920" cy="419100"/>
          </a:xfrm>
          <a:custGeom>
            <a:avLst/>
            <a:gdLst/>
            <a:ahLst/>
            <a:cxnLst/>
            <a:rect l="l" t="t" r="r" b="b"/>
            <a:pathLst>
              <a:path w="248920" h="419100">
                <a:moveTo>
                  <a:pt x="248602" y="356870"/>
                </a:moveTo>
                <a:lnTo>
                  <a:pt x="73152" y="356870"/>
                </a:lnTo>
                <a:lnTo>
                  <a:pt x="73152" y="0"/>
                </a:lnTo>
                <a:lnTo>
                  <a:pt x="0" y="0"/>
                </a:lnTo>
                <a:lnTo>
                  <a:pt x="0" y="356870"/>
                </a:lnTo>
                <a:lnTo>
                  <a:pt x="0" y="419100"/>
                </a:lnTo>
                <a:lnTo>
                  <a:pt x="248602" y="419100"/>
                </a:lnTo>
                <a:lnTo>
                  <a:pt x="248602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617654" y="1804707"/>
            <a:ext cx="650240" cy="419734"/>
          </a:xfrm>
          <a:custGeom>
            <a:avLst/>
            <a:gdLst/>
            <a:ahLst/>
            <a:cxnLst/>
            <a:rect l="l" t="t" r="r" b="b"/>
            <a:pathLst>
              <a:path w="650239" h="419735">
                <a:moveTo>
                  <a:pt x="259270" y="357441"/>
                </a:moveTo>
                <a:lnTo>
                  <a:pt x="74676" y="357441"/>
                </a:lnTo>
                <a:lnTo>
                  <a:pt x="74676" y="232981"/>
                </a:lnTo>
                <a:lnTo>
                  <a:pt x="225742" y="232981"/>
                </a:lnTo>
                <a:lnTo>
                  <a:pt x="225742" y="170751"/>
                </a:lnTo>
                <a:lnTo>
                  <a:pt x="74676" y="170751"/>
                </a:lnTo>
                <a:lnTo>
                  <a:pt x="74676" y="62801"/>
                </a:lnTo>
                <a:lnTo>
                  <a:pt x="253174" y="62801"/>
                </a:lnTo>
                <a:lnTo>
                  <a:pt x="253174" y="571"/>
                </a:lnTo>
                <a:lnTo>
                  <a:pt x="0" y="571"/>
                </a:lnTo>
                <a:lnTo>
                  <a:pt x="0" y="62801"/>
                </a:lnTo>
                <a:lnTo>
                  <a:pt x="0" y="170751"/>
                </a:lnTo>
                <a:lnTo>
                  <a:pt x="0" y="232981"/>
                </a:lnTo>
                <a:lnTo>
                  <a:pt x="0" y="357441"/>
                </a:lnTo>
                <a:lnTo>
                  <a:pt x="0" y="419671"/>
                </a:lnTo>
                <a:lnTo>
                  <a:pt x="259270" y="419671"/>
                </a:lnTo>
                <a:lnTo>
                  <a:pt x="259270" y="357441"/>
                </a:lnTo>
                <a:close/>
              </a:path>
              <a:path w="650239" h="419735">
                <a:moveTo>
                  <a:pt x="649795" y="419671"/>
                </a:moveTo>
                <a:lnTo>
                  <a:pt x="613257" y="306705"/>
                </a:lnTo>
                <a:lnTo>
                  <a:pt x="594004" y="247167"/>
                </a:lnTo>
                <a:lnTo>
                  <a:pt x="532815" y="58000"/>
                </a:lnTo>
                <a:lnTo>
                  <a:pt x="523201" y="28282"/>
                </a:lnTo>
                <a:lnTo>
                  <a:pt x="523201" y="247167"/>
                </a:lnTo>
                <a:lnTo>
                  <a:pt x="416433" y="247167"/>
                </a:lnTo>
                <a:lnTo>
                  <a:pt x="430149" y="196875"/>
                </a:lnTo>
                <a:lnTo>
                  <a:pt x="435597" y="179679"/>
                </a:lnTo>
                <a:lnTo>
                  <a:pt x="440626" y="162509"/>
                </a:lnTo>
                <a:lnTo>
                  <a:pt x="454533" y="110985"/>
                </a:lnTo>
                <a:lnTo>
                  <a:pt x="468249" y="58000"/>
                </a:lnTo>
                <a:lnTo>
                  <a:pt x="469773" y="58000"/>
                </a:lnTo>
                <a:lnTo>
                  <a:pt x="474345" y="75387"/>
                </a:lnTo>
                <a:lnTo>
                  <a:pt x="483489" y="110769"/>
                </a:lnTo>
                <a:lnTo>
                  <a:pt x="488061" y="128206"/>
                </a:lnTo>
                <a:lnTo>
                  <a:pt x="492861" y="145351"/>
                </a:lnTo>
                <a:lnTo>
                  <a:pt x="503097" y="179679"/>
                </a:lnTo>
                <a:lnTo>
                  <a:pt x="507961" y="196875"/>
                </a:lnTo>
                <a:lnTo>
                  <a:pt x="523201" y="247167"/>
                </a:lnTo>
                <a:lnTo>
                  <a:pt x="523201" y="28282"/>
                </a:lnTo>
                <a:lnTo>
                  <a:pt x="514057" y="0"/>
                </a:lnTo>
                <a:lnTo>
                  <a:pt x="427101" y="0"/>
                </a:lnTo>
                <a:lnTo>
                  <a:pt x="289750" y="419671"/>
                </a:lnTo>
                <a:lnTo>
                  <a:pt x="366039" y="419671"/>
                </a:lnTo>
                <a:lnTo>
                  <a:pt x="398043" y="306705"/>
                </a:lnTo>
                <a:lnTo>
                  <a:pt x="539965" y="306705"/>
                </a:lnTo>
                <a:lnTo>
                  <a:pt x="571969" y="419671"/>
                </a:lnTo>
                <a:lnTo>
                  <a:pt x="64979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319265" y="1804797"/>
            <a:ext cx="316230" cy="419734"/>
          </a:xfrm>
          <a:custGeom>
            <a:avLst/>
            <a:gdLst/>
            <a:ahLst/>
            <a:cxnLst/>
            <a:rect l="l" t="t" r="r" b="b"/>
            <a:pathLst>
              <a:path w="316229" h="419735">
                <a:moveTo>
                  <a:pt x="115919" y="419576"/>
                </a:moveTo>
                <a:lnTo>
                  <a:pt x="0" y="419576"/>
                </a:lnTo>
                <a:lnTo>
                  <a:pt x="0" y="0"/>
                </a:lnTo>
                <a:lnTo>
                  <a:pt x="112871" y="0"/>
                </a:lnTo>
                <a:lnTo>
                  <a:pt x="158123" y="3381"/>
                </a:lnTo>
                <a:lnTo>
                  <a:pt x="197929" y="13334"/>
                </a:lnTo>
                <a:lnTo>
                  <a:pt x="232591" y="29575"/>
                </a:lnTo>
                <a:lnTo>
                  <a:pt x="262413" y="51815"/>
                </a:lnTo>
                <a:lnTo>
                  <a:pt x="269855" y="61055"/>
                </a:lnTo>
                <a:lnTo>
                  <a:pt x="74771" y="61055"/>
                </a:lnTo>
                <a:lnTo>
                  <a:pt x="74771" y="358616"/>
                </a:lnTo>
                <a:lnTo>
                  <a:pt x="269115" y="358616"/>
                </a:lnTo>
                <a:lnTo>
                  <a:pt x="262413" y="366236"/>
                </a:lnTo>
                <a:lnTo>
                  <a:pt x="217542" y="398168"/>
                </a:lnTo>
                <a:lnTo>
                  <a:pt x="180949" y="411861"/>
                </a:lnTo>
                <a:lnTo>
                  <a:pt x="139143" y="418719"/>
                </a:lnTo>
                <a:lnTo>
                  <a:pt x="115919" y="419576"/>
                </a:lnTo>
                <a:close/>
              </a:path>
              <a:path w="316229" h="419735">
                <a:moveTo>
                  <a:pt x="269115" y="358616"/>
                </a:moveTo>
                <a:lnTo>
                  <a:pt x="106775" y="358616"/>
                </a:lnTo>
                <a:lnTo>
                  <a:pt x="137096" y="356315"/>
                </a:lnTo>
                <a:lnTo>
                  <a:pt x="163818" y="349424"/>
                </a:lnTo>
                <a:lnTo>
                  <a:pt x="205930" y="321945"/>
                </a:lnTo>
                <a:lnTo>
                  <a:pt x="231314" y="275034"/>
                </a:lnTo>
                <a:lnTo>
                  <a:pt x="239553" y="207549"/>
                </a:lnTo>
                <a:lnTo>
                  <a:pt x="237514" y="172094"/>
                </a:lnTo>
                <a:lnTo>
                  <a:pt x="220828" y="116078"/>
                </a:lnTo>
                <a:lnTo>
                  <a:pt x="186807" y="80343"/>
                </a:lnTo>
                <a:lnTo>
                  <a:pt x="137096" y="63103"/>
                </a:lnTo>
                <a:lnTo>
                  <a:pt x="106775" y="61055"/>
                </a:lnTo>
                <a:lnTo>
                  <a:pt x="269855" y="61055"/>
                </a:lnTo>
                <a:lnTo>
                  <a:pt x="286178" y="81319"/>
                </a:lnTo>
                <a:lnTo>
                  <a:pt x="302799" y="117109"/>
                </a:lnTo>
                <a:lnTo>
                  <a:pt x="312562" y="159186"/>
                </a:lnTo>
                <a:lnTo>
                  <a:pt x="315753" y="207549"/>
                </a:lnTo>
                <a:lnTo>
                  <a:pt x="314896" y="232982"/>
                </a:lnTo>
                <a:lnTo>
                  <a:pt x="308038" y="278741"/>
                </a:lnTo>
                <a:lnTo>
                  <a:pt x="294560" y="318578"/>
                </a:lnTo>
                <a:lnTo>
                  <a:pt x="275034" y="351886"/>
                </a:lnTo>
                <a:lnTo>
                  <a:pt x="269115" y="35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720446" y="1805279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48" y="356870"/>
                </a:moveTo>
                <a:lnTo>
                  <a:pt x="74777" y="356870"/>
                </a:lnTo>
                <a:lnTo>
                  <a:pt x="74777" y="232410"/>
                </a:lnTo>
                <a:lnTo>
                  <a:pt x="224218" y="232410"/>
                </a:lnTo>
                <a:lnTo>
                  <a:pt x="224218" y="170180"/>
                </a:lnTo>
                <a:lnTo>
                  <a:pt x="74777" y="170180"/>
                </a:lnTo>
                <a:lnTo>
                  <a:pt x="74777" y="62230"/>
                </a:lnTo>
                <a:lnTo>
                  <a:pt x="251650" y="62230"/>
                </a:lnTo>
                <a:lnTo>
                  <a:pt x="251650" y="0"/>
                </a:lnTo>
                <a:lnTo>
                  <a:pt x="0" y="0"/>
                </a:lnTo>
                <a:lnTo>
                  <a:pt x="0" y="62230"/>
                </a:lnTo>
                <a:lnTo>
                  <a:pt x="0" y="17018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48" y="419100"/>
                </a:lnTo>
                <a:lnTo>
                  <a:pt x="257848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063638" y="1797087"/>
            <a:ext cx="648335" cy="434975"/>
          </a:xfrm>
          <a:custGeom>
            <a:avLst/>
            <a:gdLst/>
            <a:ahLst/>
            <a:cxnLst/>
            <a:rect l="l" t="t" r="r" b="b"/>
            <a:pathLst>
              <a:path w="648334" h="434975">
                <a:moveTo>
                  <a:pt x="312712" y="427291"/>
                </a:moveTo>
                <a:lnTo>
                  <a:pt x="220433" y="263931"/>
                </a:lnTo>
                <a:lnTo>
                  <a:pt x="213550" y="251739"/>
                </a:lnTo>
                <a:lnTo>
                  <a:pt x="231038" y="244678"/>
                </a:lnTo>
                <a:lnTo>
                  <a:pt x="246786" y="235165"/>
                </a:lnTo>
                <a:lnTo>
                  <a:pt x="260794" y="223672"/>
                </a:lnTo>
                <a:lnTo>
                  <a:pt x="273088" y="210591"/>
                </a:lnTo>
                <a:lnTo>
                  <a:pt x="276872" y="204495"/>
                </a:lnTo>
                <a:lnTo>
                  <a:pt x="283083" y="194538"/>
                </a:lnTo>
                <a:lnTo>
                  <a:pt x="290233" y="176225"/>
                </a:lnTo>
                <a:lnTo>
                  <a:pt x="294513" y="155638"/>
                </a:lnTo>
                <a:lnTo>
                  <a:pt x="295948" y="132778"/>
                </a:lnTo>
                <a:lnTo>
                  <a:pt x="295109" y="115290"/>
                </a:lnTo>
                <a:lnTo>
                  <a:pt x="292709" y="99542"/>
                </a:lnTo>
                <a:lnTo>
                  <a:pt x="288874" y="85534"/>
                </a:lnTo>
                <a:lnTo>
                  <a:pt x="283756" y="73240"/>
                </a:lnTo>
                <a:lnTo>
                  <a:pt x="280238" y="67144"/>
                </a:lnTo>
                <a:lnTo>
                  <a:pt x="277469" y="62344"/>
                </a:lnTo>
                <a:lnTo>
                  <a:pt x="240893" y="28524"/>
                </a:lnTo>
                <a:lnTo>
                  <a:pt x="222694" y="20612"/>
                </a:lnTo>
                <a:lnTo>
                  <a:pt x="222694" y="132778"/>
                </a:lnTo>
                <a:lnTo>
                  <a:pt x="221272" y="149682"/>
                </a:lnTo>
                <a:lnTo>
                  <a:pt x="199834" y="186118"/>
                </a:lnTo>
                <a:lnTo>
                  <a:pt x="154609" y="203352"/>
                </a:lnTo>
                <a:lnTo>
                  <a:pt x="134302" y="204495"/>
                </a:lnTo>
                <a:lnTo>
                  <a:pt x="74777" y="204495"/>
                </a:lnTo>
                <a:lnTo>
                  <a:pt x="74777" y="67144"/>
                </a:lnTo>
                <a:lnTo>
                  <a:pt x="134302" y="67144"/>
                </a:lnTo>
                <a:lnTo>
                  <a:pt x="187236" y="75514"/>
                </a:lnTo>
                <a:lnTo>
                  <a:pt x="216979" y="101828"/>
                </a:lnTo>
                <a:lnTo>
                  <a:pt x="222694" y="132778"/>
                </a:lnTo>
                <a:lnTo>
                  <a:pt x="222694" y="20612"/>
                </a:lnTo>
                <a:lnTo>
                  <a:pt x="174117" y="9715"/>
                </a:lnTo>
                <a:lnTo>
                  <a:pt x="141922" y="7620"/>
                </a:lnTo>
                <a:lnTo>
                  <a:pt x="0" y="7620"/>
                </a:lnTo>
                <a:lnTo>
                  <a:pt x="0" y="427291"/>
                </a:lnTo>
                <a:lnTo>
                  <a:pt x="74777" y="427291"/>
                </a:lnTo>
                <a:lnTo>
                  <a:pt x="74777" y="263931"/>
                </a:lnTo>
                <a:lnTo>
                  <a:pt x="138874" y="263931"/>
                </a:lnTo>
                <a:lnTo>
                  <a:pt x="228790" y="427291"/>
                </a:lnTo>
                <a:lnTo>
                  <a:pt x="312712" y="427291"/>
                </a:lnTo>
                <a:close/>
              </a:path>
              <a:path w="648334" h="434975">
                <a:moveTo>
                  <a:pt x="648271" y="309753"/>
                </a:moveTo>
                <a:lnTo>
                  <a:pt x="642175" y="270129"/>
                </a:lnTo>
                <a:lnTo>
                  <a:pt x="617905" y="232740"/>
                </a:lnTo>
                <a:lnTo>
                  <a:pt x="581025" y="206019"/>
                </a:lnTo>
                <a:lnTo>
                  <a:pt x="506450" y="173926"/>
                </a:lnTo>
                <a:lnTo>
                  <a:pt x="499846" y="170764"/>
                </a:lnTo>
                <a:lnTo>
                  <a:pt x="493687" y="168021"/>
                </a:lnTo>
                <a:lnTo>
                  <a:pt x="482066" y="163258"/>
                </a:lnTo>
                <a:lnTo>
                  <a:pt x="466826" y="155638"/>
                </a:lnTo>
                <a:lnTo>
                  <a:pt x="460730" y="151066"/>
                </a:lnTo>
                <a:lnTo>
                  <a:pt x="453110" y="146494"/>
                </a:lnTo>
                <a:lnTo>
                  <a:pt x="448538" y="140398"/>
                </a:lnTo>
                <a:lnTo>
                  <a:pt x="445490" y="135826"/>
                </a:lnTo>
                <a:lnTo>
                  <a:pt x="442341" y="129730"/>
                </a:lnTo>
                <a:lnTo>
                  <a:pt x="439293" y="122110"/>
                </a:lnTo>
                <a:lnTo>
                  <a:pt x="439293" y="114388"/>
                </a:lnTo>
                <a:lnTo>
                  <a:pt x="457682" y="77812"/>
                </a:lnTo>
                <a:lnTo>
                  <a:pt x="506450" y="65620"/>
                </a:lnTo>
                <a:lnTo>
                  <a:pt x="518998" y="66192"/>
                </a:lnTo>
                <a:lnTo>
                  <a:pt x="565594" y="79895"/>
                </a:lnTo>
                <a:lnTo>
                  <a:pt x="596455" y="100672"/>
                </a:lnTo>
                <a:lnTo>
                  <a:pt x="634555" y="53428"/>
                </a:lnTo>
                <a:lnTo>
                  <a:pt x="592975" y="22910"/>
                </a:lnTo>
                <a:lnTo>
                  <a:pt x="542112" y="3619"/>
                </a:lnTo>
                <a:lnTo>
                  <a:pt x="506450" y="0"/>
                </a:lnTo>
                <a:lnTo>
                  <a:pt x="490969" y="571"/>
                </a:lnTo>
                <a:lnTo>
                  <a:pt x="448538" y="9144"/>
                </a:lnTo>
                <a:lnTo>
                  <a:pt x="413931" y="27355"/>
                </a:lnTo>
                <a:lnTo>
                  <a:pt x="381304" y="61709"/>
                </a:lnTo>
                <a:lnTo>
                  <a:pt x="365213" y="106654"/>
                </a:lnTo>
                <a:lnTo>
                  <a:pt x="364617" y="118960"/>
                </a:lnTo>
                <a:lnTo>
                  <a:pt x="365163" y="130136"/>
                </a:lnTo>
                <a:lnTo>
                  <a:pt x="375970" y="167538"/>
                </a:lnTo>
                <a:lnTo>
                  <a:pt x="404622" y="203352"/>
                </a:lnTo>
                <a:lnTo>
                  <a:pt x="442023" y="226720"/>
                </a:lnTo>
                <a:lnTo>
                  <a:pt x="520547" y="260896"/>
                </a:lnTo>
                <a:lnTo>
                  <a:pt x="526592" y="263829"/>
                </a:lnTo>
                <a:lnTo>
                  <a:pt x="532358" y="267081"/>
                </a:lnTo>
                <a:lnTo>
                  <a:pt x="541502" y="270129"/>
                </a:lnTo>
                <a:lnTo>
                  <a:pt x="559879" y="283845"/>
                </a:lnTo>
                <a:lnTo>
                  <a:pt x="564451" y="288417"/>
                </a:lnTo>
                <a:lnTo>
                  <a:pt x="570547" y="300609"/>
                </a:lnTo>
                <a:lnTo>
                  <a:pt x="572071" y="308229"/>
                </a:lnTo>
                <a:lnTo>
                  <a:pt x="572071" y="315849"/>
                </a:lnTo>
                <a:lnTo>
                  <a:pt x="553783" y="355561"/>
                </a:lnTo>
                <a:lnTo>
                  <a:pt x="515975" y="369709"/>
                </a:lnTo>
                <a:lnTo>
                  <a:pt x="498830" y="370801"/>
                </a:lnTo>
                <a:lnTo>
                  <a:pt x="484200" y="369951"/>
                </a:lnTo>
                <a:lnTo>
                  <a:pt x="440817" y="357085"/>
                </a:lnTo>
                <a:lnTo>
                  <a:pt x="401599" y="332625"/>
                </a:lnTo>
                <a:lnTo>
                  <a:pt x="390525" y="321945"/>
                </a:lnTo>
                <a:lnTo>
                  <a:pt x="346329" y="373849"/>
                </a:lnTo>
                <a:lnTo>
                  <a:pt x="378523" y="400151"/>
                </a:lnTo>
                <a:lnTo>
                  <a:pt x="416433" y="419671"/>
                </a:lnTo>
                <a:lnTo>
                  <a:pt x="456298" y="431292"/>
                </a:lnTo>
                <a:lnTo>
                  <a:pt x="497306" y="434911"/>
                </a:lnTo>
                <a:lnTo>
                  <a:pt x="514807" y="434340"/>
                </a:lnTo>
                <a:lnTo>
                  <a:pt x="561403" y="425767"/>
                </a:lnTo>
                <a:lnTo>
                  <a:pt x="598055" y="405968"/>
                </a:lnTo>
                <a:lnTo>
                  <a:pt x="632218" y="369735"/>
                </a:lnTo>
                <a:lnTo>
                  <a:pt x="647674" y="322961"/>
                </a:lnTo>
                <a:lnTo>
                  <a:pt x="648271" y="309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7788211" y="1805273"/>
            <a:ext cx="74930" cy="168910"/>
          </a:xfrm>
          <a:custGeom>
            <a:avLst/>
            <a:gdLst/>
            <a:ahLst/>
            <a:cxnLst/>
            <a:rect l="l" t="t" r="r" b="b"/>
            <a:pathLst>
              <a:path w="74929" h="168910">
                <a:moveTo>
                  <a:pt x="0" y="0"/>
                </a:moveTo>
                <a:lnTo>
                  <a:pt x="74771" y="0"/>
                </a:lnTo>
                <a:lnTo>
                  <a:pt x="74771" y="168910"/>
                </a:lnTo>
                <a:lnTo>
                  <a:pt x="0" y="1689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7788199" y="1805279"/>
            <a:ext cx="317500" cy="419100"/>
          </a:xfrm>
          <a:custGeom>
            <a:avLst/>
            <a:gdLst/>
            <a:ahLst/>
            <a:cxnLst/>
            <a:rect l="l" t="t" r="r" b="b"/>
            <a:pathLst>
              <a:path w="317500" h="419100">
                <a:moveTo>
                  <a:pt x="317284" y="0"/>
                </a:moveTo>
                <a:lnTo>
                  <a:pt x="244030" y="0"/>
                </a:lnTo>
                <a:lnTo>
                  <a:pt x="244030" y="168910"/>
                </a:lnTo>
                <a:lnTo>
                  <a:pt x="0" y="168910"/>
                </a:lnTo>
                <a:lnTo>
                  <a:pt x="0" y="232410"/>
                </a:lnTo>
                <a:lnTo>
                  <a:pt x="0" y="419100"/>
                </a:lnTo>
                <a:lnTo>
                  <a:pt x="74777" y="419100"/>
                </a:lnTo>
                <a:lnTo>
                  <a:pt x="74777" y="232410"/>
                </a:lnTo>
                <a:lnTo>
                  <a:pt x="244030" y="232410"/>
                </a:lnTo>
                <a:lnTo>
                  <a:pt x="244030" y="419100"/>
                </a:lnTo>
                <a:lnTo>
                  <a:pt x="317284" y="419100"/>
                </a:lnTo>
                <a:lnTo>
                  <a:pt x="317284" y="232410"/>
                </a:lnTo>
                <a:lnTo>
                  <a:pt x="317284" y="168910"/>
                </a:lnTo>
                <a:lnTo>
                  <a:pt x="3172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212835" y="1804416"/>
            <a:ext cx="74930" cy="421005"/>
          </a:xfrm>
          <a:custGeom>
            <a:avLst/>
            <a:gdLst/>
            <a:ahLst/>
            <a:cxnLst/>
            <a:rect l="l" t="t" r="r" b="b"/>
            <a:pathLst>
              <a:path w="74929" h="421005">
                <a:moveTo>
                  <a:pt x="74676" y="420624"/>
                </a:moveTo>
                <a:lnTo>
                  <a:pt x="0" y="420624"/>
                </a:lnTo>
                <a:lnTo>
                  <a:pt x="0" y="0"/>
                </a:lnTo>
                <a:lnTo>
                  <a:pt x="74676" y="0"/>
                </a:lnTo>
                <a:lnTo>
                  <a:pt x="74676" y="4206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392286" y="1804701"/>
            <a:ext cx="300990" cy="419734"/>
          </a:xfrm>
          <a:custGeom>
            <a:avLst/>
            <a:gdLst/>
            <a:ahLst/>
            <a:cxnLst/>
            <a:rect l="l" t="t" r="r" b="b"/>
            <a:pathLst>
              <a:path w="300990" h="419735">
                <a:moveTo>
                  <a:pt x="74676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8701" y="547"/>
                </a:lnTo>
                <a:lnTo>
                  <a:pt x="205930" y="7620"/>
                </a:lnTo>
                <a:lnTo>
                  <a:pt x="244506" y="21550"/>
                </a:lnTo>
                <a:lnTo>
                  <a:pt x="274522" y="46529"/>
                </a:lnTo>
                <a:lnTo>
                  <a:pt x="283398" y="59531"/>
                </a:lnTo>
                <a:lnTo>
                  <a:pt x="74676" y="59531"/>
                </a:lnTo>
                <a:lnTo>
                  <a:pt x="74676" y="206025"/>
                </a:lnTo>
                <a:lnTo>
                  <a:pt x="279733" y="206025"/>
                </a:lnTo>
                <a:lnTo>
                  <a:pt x="274331" y="213836"/>
                </a:lnTo>
                <a:lnTo>
                  <a:pt x="243840" y="240912"/>
                </a:lnTo>
                <a:lnTo>
                  <a:pt x="204406" y="257937"/>
                </a:lnTo>
                <a:lnTo>
                  <a:pt x="158463" y="265009"/>
                </a:lnTo>
                <a:lnTo>
                  <a:pt x="141827" y="265557"/>
                </a:lnTo>
                <a:lnTo>
                  <a:pt x="74676" y="265557"/>
                </a:lnTo>
                <a:lnTo>
                  <a:pt x="74676" y="419671"/>
                </a:lnTo>
                <a:close/>
              </a:path>
              <a:path w="300990" h="419735">
                <a:moveTo>
                  <a:pt x="279733" y="206025"/>
                </a:moveTo>
                <a:lnTo>
                  <a:pt x="135731" y="206025"/>
                </a:lnTo>
                <a:lnTo>
                  <a:pt x="175791" y="201391"/>
                </a:lnTo>
                <a:lnTo>
                  <a:pt x="204394" y="187309"/>
                </a:lnTo>
                <a:lnTo>
                  <a:pt x="221550" y="163511"/>
                </a:lnTo>
                <a:lnTo>
                  <a:pt x="227266" y="129730"/>
                </a:lnTo>
                <a:lnTo>
                  <a:pt x="225837" y="111673"/>
                </a:lnTo>
                <a:lnTo>
                  <a:pt x="204406" y="74771"/>
                </a:lnTo>
                <a:lnTo>
                  <a:pt x="157177" y="60626"/>
                </a:lnTo>
                <a:lnTo>
                  <a:pt x="135731" y="59531"/>
                </a:lnTo>
                <a:lnTo>
                  <a:pt x="283398" y="59531"/>
                </a:lnTo>
                <a:lnTo>
                  <a:pt x="297846" y="96309"/>
                </a:lnTo>
                <a:lnTo>
                  <a:pt x="300513" y="129730"/>
                </a:lnTo>
                <a:lnTo>
                  <a:pt x="299894" y="146329"/>
                </a:lnTo>
                <a:lnTo>
                  <a:pt x="297846" y="161936"/>
                </a:lnTo>
                <a:lnTo>
                  <a:pt x="294084" y="176705"/>
                </a:lnTo>
                <a:lnTo>
                  <a:pt x="288321" y="190785"/>
                </a:lnTo>
                <a:lnTo>
                  <a:pt x="281956" y="202811"/>
                </a:lnTo>
                <a:lnTo>
                  <a:pt x="279733" y="2060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71143" y="3177540"/>
            <a:ext cx="58419" cy="268605"/>
          </a:xfrm>
          <a:custGeom>
            <a:avLst/>
            <a:gdLst/>
            <a:ahLst/>
            <a:cxnLst/>
            <a:rect l="l" t="t" r="r" b="b"/>
            <a:pathLst>
              <a:path w="58419" h="268604">
                <a:moveTo>
                  <a:pt x="57912" y="268224"/>
                </a:moveTo>
                <a:lnTo>
                  <a:pt x="0" y="268224"/>
                </a:lnTo>
                <a:lnTo>
                  <a:pt x="0" y="0"/>
                </a:lnTo>
                <a:lnTo>
                  <a:pt x="57912" y="0"/>
                </a:lnTo>
                <a:lnTo>
                  <a:pt x="57912" y="268224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1007935" y="3171793"/>
            <a:ext cx="529590" cy="269240"/>
            <a:chOff x="1007935" y="3171793"/>
            <a:chExt cx="529590" cy="269240"/>
          </a:xfrm>
        </p:grpSpPr>
        <p:sp>
          <p:nvSpPr>
            <p:cNvPr id="23" name="object 23" descr=""/>
            <p:cNvSpPr/>
            <p:nvPr/>
          </p:nvSpPr>
          <p:spPr>
            <a:xfrm>
              <a:off x="1007935" y="3171799"/>
              <a:ext cx="156210" cy="264160"/>
            </a:xfrm>
            <a:custGeom>
              <a:avLst/>
              <a:gdLst/>
              <a:ahLst/>
              <a:cxnLst/>
              <a:rect l="l" t="t" r="r" b="b"/>
              <a:pathLst>
                <a:path w="156209" h="264160">
                  <a:moveTo>
                    <a:pt x="155638" y="234950"/>
                  </a:moveTo>
                  <a:lnTo>
                    <a:pt x="33616" y="234950"/>
                  </a:lnTo>
                  <a:lnTo>
                    <a:pt x="33616" y="139700"/>
                  </a:lnTo>
                  <a:lnTo>
                    <a:pt x="132676" y="139700"/>
                  </a:lnTo>
                  <a:lnTo>
                    <a:pt x="132676" y="111760"/>
                  </a:lnTo>
                  <a:lnTo>
                    <a:pt x="33616" y="111760"/>
                  </a:lnTo>
                  <a:lnTo>
                    <a:pt x="33616" y="29210"/>
                  </a:lnTo>
                  <a:lnTo>
                    <a:pt x="151066" y="29210"/>
                  </a:lnTo>
                  <a:lnTo>
                    <a:pt x="151066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111760"/>
                  </a:lnTo>
                  <a:lnTo>
                    <a:pt x="0" y="139700"/>
                  </a:lnTo>
                  <a:lnTo>
                    <a:pt x="0" y="234950"/>
                  </a:lnTo>
                  <a:lnTo>
                    <a:pt x="0" y="264160"/>
                  </a:lnTo>
                  <a:lnTo>
                    <a:pt x="155638" y="264160"/>
                  </a:lnTo>
                  <a:lnTo>
                    <a:pt x="155638" y="2349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7957" y="3240690"/>
              <a:ext cx="176974" cy="19526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4744" y="3236118"/>
              <a:ext cx="152495" cy="204501"/>
            </a:xfrm>
            <a:prstGeom prst="rect">
              <a:avLst/>
            </a:prstGeom>
          </p:spPr>
        </p:pic>
      </p:grpSp>
      <p:sp>
        <p:nvSpPr>
          <p:cNvPr id="26" name="object 26" descr=""/>
          <p:cNvSpPr/>
          <p:nvPr/>
        </p:nvSpPr>
        <p:spPr>
          <a:xfrm>
            <a:off x="1599819" y="3150679"/>
            <a:ext cx="53975" cy="290195"/>
          </a:xfrm>
          <a:custGeom>
            <a:avLst/>
            <a:gdLst/>
            <a:ahLst/>
            <a:cxnLst/>
            <a:rect l="l" t="t" r="r" b="b"/>
            <a:pathLst>
              <a:path w="53975" h="290195">
                <a:moveTo>
                  <a:pt x="42672" y="289941"/>
                </a:moveTo>
                <a:lnTo>
                  <a:pt x="35052" y="289941"/>
                </a:lnTo>
                <a:lnTo>
                  <a:pt x="25836" y="289092"/>
                </a:lnTo>
                <a:lnTo>
                  <a:pt x="547" y="255579"/>
                </a:lnTo>
                <a:lnTo>
                  <a:pt x="0" y="245649"/>
                </a:lnTo>
                <a:lnTo>
                  <a:pt x="0" y="0"/>
                </a:lnTo>
                <a:lnTo>
                  <a:pt x="32004" y="0"/>
                </a:lnTo>
                <a:lnTo>
                  <a:pt x="32004" y="253269"/>
                </a:lnTo>
                <a:lnTo>
                  <a:pt x="35052" y="259365"/>
                </a:lnTo>
                <a:lnTo>
                  <a:pt x="36576" y="260889"/>
                </a:lnTo>
                <a:lnTo>
                  <a:pt x="39624" y="262413"/>
                </a:lnTo>
                <a:lnTo>
                  <a:pt x="47244" y="262413"/>
                </a:lnTo>
                <a:lnTo>
                  <a:pt x="48768" y="260889"/>
                </a:lnTo>
                <a:lnTo>
                  <a:pt x="53435" y="286893"/>
                </a:lnTo>
                <a:lnTo>
                  <a:pt x="51911" y="286893"/>
                </a:lnTo>
                <a:lnTo>
                  <a:pt x="48768" y="288417"/>
                </a:lnTo>
                <a:lnTo>
                  <a:pt x="45719" y="288417"/>
                </a:lnTo>
                <a:lnTo>
                  <a:pt x="42672" y="2899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974" y="3240690"/>
            <a:ext cx="154019" cy="199929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1909476" y="3150679"/>
            <a:ext cx="702310" cy="290195"/>
            <a:chOff x="1909476" y="3150679"/>
            <a:chExt cx="702310" cy="290195"/>
          </a:xfrm>
        </p:grpSpPr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9476" y="3236118"/>
              <a:ext cx="152495" cy="204501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2100167" y="3185731"/>
              <a:ext cx="120650" cy="255270"/>
            </a:xfrm>
            <a:custGeom>
              <a:avLst/>
              <a:gdLst/>
              <a:ahLst/>
              <a:cxnLst/>
              <a:rect l="l" t="t" r="r" b="b"/>
              <a:pathLst>
                <a:path w="120650" h="255270">
                  <a:moveTo>
                    <a:pt x="90011" y="254889"/>
                  </a:moveTo>
                  <a:lnTo>
                    <a:pt x="83915" y="254889"/>
                  </a:lnTo>
                  <a:lnTo>
                    <a:pt x="76383" y="254601"/>
                  </a:lnTo>
                  <a:lnTo>
                    <a:pt x="36576" y="230409"/>
                  </a:lnTo>
                  <a:lnTo>
                    <a:pt x="32004" y="216693"/>
                  </a:lnTo>
                  <a:lnTo>
                    <a:pt x="30241" y="210050"/>
                  </a:lnTo>
                  <a:lnTo>
                    <a:pt x="29337" y="203549"/>
                  </a:lnTo>
                  <a:lnTo>
                    <a:pt x="29003" y="196762"/>
                  </a:lnTo>
                  <a:lnTo>
                    <a:pt x="28956" y="82391"/>
                  </a:lnTo>
                  <a:lnTo>
                    <a:pt x="0" y="82391"/>
                  </a:lnTo>
                  <a:lnTo>
                    <a:pt x="0" y="56483"/>
                  </a:lnTo>
                  <a:lnTo>
                    <a:pt x="30480" y="54959"/>
                  </a:lnTo>
                  <a:lnTo>
                    <a:pt x="33528" y="0"/>
                  </a:lnTo>
                  <a:lnTo>
                    <a:pt x="62484" y="0"/>
                  </a:lnTo>
                  <a:lnTo>
                    <a:pt x="62484" y="54959"/>
                  </a:lnTo>
                  <a:lnTo>
                    <a:pt x="114395" y="54959"/>
                  </a:lnTo>
                  <a:lnTo>
                    <a:pt x="114395" y="82391"/>
                  </a:lnTo>
                  <a:lnTo>
                    <a:pt x="62484" y="82391"/>
                  </a:lnTo>
                  <a:lnTo>
                    <a:pt x="62484" y="189261"/>
                  </a:lnTo>
                  <a:lnTo>
                    <a:pt x="80772" y="227361"/>
                  </a:lnTo>
                  <a:lnTo>
                    <a:pt x="99155" y="227361"/>
                  </a:lnTo>
                  <a:lnTo>
                    <a:pt x="103727" y="225837"/>
                  </a:lnTo>
                  <a:lnTo>
                    <a:pt x="106775" y="224313"/>
                  </a:lnTo>
                  <a:lnTo>
                    <a:pt x="111347" y="224313"/>
                  </a:lnTo>
                  <a:lnTo>
                    <a:pt x="114395" y="222789"/>
                  </a:lnTo>
                  <a:lnTo>
                    <a:pt x="120491" y="247173"/>
                  </a:lnTo>
                  <a:lnTo>
                    <a:pt x="114395" y="248697"/>
                  </a:lnTo>
                  <a:lnTo>
                    <a:pt x="109823" y="250221"/>
                  </a:lnTo>
                  <a:lnTo>
                    <a:pt x="102203" y="251841"/>
                  </a:lnTo>
                  <a:lnTo>
                    <a:pt x="90011" y="2548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41994" y="3236118"/>
              <a:ext cx="164782" cy="20450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2440305" y="3150679"/>
              <a:ext cx="171450" cy="290195"/>
            </a:xfrm>
            <a:custGeom>
              <a:avLst/>
              <a:gdLst/>
              <a:ahLst/>
              <a:cxnLst/>
              <a:rect l="l" t="t" r="r" b="b"/>
              <a:pathLst>
                <a:path w="171450" h="290195">
                  <a:moveTo>
                    <a:pt x="170878" y="108299"/>
                  </a:moveTo>
                  <a:lnTo>
                    <a:pt x="138779" y="108299"/>
                  </a:lnTo>
                  <a:lnTo>
                    <a:pt x="137255" y="74771"/>
                  </a:lnTo>
                  <a:lnTo>
                    <a:pt x="137255" y="0"/>
                  </a:lnTo>
                  <a:lnTo>
                    <a:pt x="170878" y="0"/>
                  </a:lnTo>
                  <a:lnTo>
                    <a:pt x="170878" y="108299"/>
                  </a:lnTo>
                  <a:close/>
                </a:path>
                <a:path w="171450" h="290195">
                  <a:moveTo>
                    <a:pt x="80867" y="289941"/>
                  </a:moveTo>
                  <a:lnTo>
                    <a:pt x="33624" y="274430"/>
                  </a:lnTo>
                  <a:lnTo>
                    <a:pt x="5524" y="230778"/>
                  </a:lnTo>
                  <a:lnTo>
                    <a:pt x="0" y="187642"/>
                  </a:lnTo>
                  <a:lnTo>
                    <a:pt x="309" y="176260"/>
                  </a:lnTo>
                  <a:lnTo>
                    <a:pt x="10048" y="136057"/>
                  </a:lnTo>
                  <a:lnTo>
                    <a:pt x="38290" y="101250"/>
                  </a:lnTo>
                  <a:lnTo>
                    <a:pt x="75912" y="85772"/>
                  </a:lnTo>
                  <a:lnTo>
                    <a:pt x="83915" y="85439"/>
                  </a:lnTo>
                  <a:lnTo>
                    <a:pt x="91868" y="85748"/>
                  </a:lnTo>
                  <a:lnTo>
                    <a:pt x="99536" y="86772"/>
                  </a:lnTo>
                  <a:lnTo>
                    <a:pt x="106632" y="88653"/>
                  </a:lnTo>
                  <a:lnTo>
                    <a:pt x="112871" y="91535"/>
                  </a:lnTo>
                  <a:lnTo>
                    <a:pt x="119491" y="94368"/>
                  </a:lnTo>
                  <a:lnTo>
                    <a:pt x="125825" y="98202"/>
                  </a:lnTo>
                  <a:lnTo>
                    <a:pt x="132159" y="102893"/>
                  </a:lnTo>
                  <a:lnTo>
                    <a:pt x="138779" y="108299"/>
                  </a:lnTo>
                  <a:lnTo>
                    <a:pt x="170878" y="108299"/>
                  </a:lnTo>
                  <a:lnTo>
                    <a:pt x="170878" y="112871"/>
                  </a:lnTo>
                  <a:lnTo>
                    <a:pt x="82391" y="112871"/>
                  </a:lnTo>
                  <a:lnTo>
                    <a:pt x="74771" y="114395"/>
                  </a:lnTo>
                  <a:lnTo>
                    <a:pt x="43624" y="144351"/>
                  </a:lnTo>
                  <a:lnTo>
                    <a:pt x="33528" y="187642"/>
                  </a:lnTo>
                  <a:lnTo>
                    <a:pt x="34385" y="203945"/>
                  </a:lnTo>
                  <a:lnTo>
                    <a:pt x="47244" y="242601"/>
                  </a:lnTo>
                  <a:lnTo>
                    <a:pt x="86963" y="262413"/>
                  </a:lnTo>
                  <a:lnTo>
                    <a:pt x="138779" y="262413"/>
                  </a:lnTo>
                  <a:lnTo>
                    <a:pt x="132802" y="267200"/>
                  </a:lnTo>
                  <a:lnTo>
                    <a:pt x="96869" y="287643"/>
                  </a:lnTo>
                  <a:lnTo>
                    <a:pt x="88868" y="289368"/>
                  </a:lnTo>
                  <a:lnTo>
                    <a:pt x="80867" y="289941"/>
                  </a:lnTo>
                  <a:close/>
                </a:path>
                <a:path w="171450" h="290195">
                  <a:moveTo>
                    <a:pt x="170878" y="285273"/>
                  </a:moveTo>
                  <a:lnTo>
                    <a:pt x="143351" y="285273"/>
                  </a:lnTo>
                  <a:lnTo>
                    <a:pt x="140303" y="262413"/>
                  </a:lnTo>
                  <a:lnTo>
                    <a:pt x="86963" y="262413"/>
                  </a:lnTo>
                  <a:lnTo>
                    <a:pt x="125063" y="246602"/>
                  </a:lnTo>
                  <a:lnTo>
                    <a:pt x="137255" y="234981"/>
                  </a:lnTo>
                  <a:lnTo>
                    <a:pt x="137255" y="132683"/>
                  </a:lnTo>
                  <a:lnTo>
                    <a:pt x="97631" y="112871"/>
                  </a:lnTo>
                  <a:lnTo>
                    <a:pt x="170878" y="112871"/>
                  </a:lnTo>
                  <a:lnTo>
                    <a:pt x="170878" y="285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46914" y="3236118"/>
            <a:ext cx="152495" cy="204501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60465" y="3236023"/>
            <a:ext cx="155638" cy="199929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3164871" y="3150679"/>
            <a:ext cx="170815" cy="290195"/>
          </a:xfrm>
          <a:custGeom>
            <a:avLst/>
            <a:gdLst/>
            <a:ahLst/>
            <a:cxnLst/>
            <a:rect l="l" t="t" r="r" b="b"/>
            <a:pathLst>
              <a:path w="170814" h="290195">
                <a:moveTo>
                  <a:pt x="170783" y="108299"/>
                </a:moveTo>
                <a:lnTo>
                  <a:pt x="140303" y="108299"/>
                </a:lnTo>
                <a:lnTo>
                  <a:pt x="138779" y="74771"/>
                </a:lnTo>
                <a:lnTo>
                  <a:pt x="138779" y="0"/>
                </a:lnTo>
                <a:lnTo>
                  <a:pt x="170783" y="0"/>
                </a:lnTo>
                <a:lnTo>
                  <a:pt x="170783" y="108299"/>
                </a:lnTo>
                <a:close/>
              </a:path>
              <a:path w="170814" h="290195">
                <a:moveTo>
                  <a:pt x="80772" y="289941"/>
                </a:moveTo>
                <a:lnTo>
                  <a:pt x="34266" y="274430"/>
                </a:lnTo>
                <a:lnTo>
                  <a:pt x="5715" y="230778"/>
                </a:lnTo>
                <a:lnTo>
                  <a:pt x="0" y="187642"/>
                </a:lnTo>
                <a:lnTo>
                  <a:pt x="547" y="176260"/>
                </a:lnTo>
                <a:lnTo>
                  <a:pt x="11334" y="136057"/>
                </a:lnTo>
                <a:lnTo>
                  <a:pt x="38481" y="101250"/>
                </a:lnTo>
                <a:lnTo>
                  <a:pt x="53340" y="93059"/>
                </a:lnTo>
                <a:lnTo>
                  <a:pt x="60485" y="89296"/>
                </a:lnTo>
                <a:lnTo>
                  <a:pt x="68210" y="86963"/>
                </a:lnTo>
                <a:lnTo>
                  <a:pt x="76525" y="85772"/>
                </a:lnTo>
                <a:lnTo>
                  <a:pt x="85439" y="85439"/>
                </a:lnTo>
                <a:lnTo>
                  <a:pt x="93392" y="85748"/>
                </a:lnTo>
                <a:lnTo>
                  <a:pt x="133469" y="102893"/>
                </a:lnTo>
                <a:lnTo>
                  <a:pt x="140303" y="108299"/>
                </a:lnTo>
                <a:lnTo>
                  <a:pt x="170783" y="108299"/>
                </a:lnTo>
                <a:lnTo>
                  <a:pt x="170783" y="112871"/>
                </a:lnTo>
                <a:lnTo>
                  <a:pt x="83915" y="112871"/>
                </a:lnTo>
                <a:lnTo>
                  <a:pt x="76200" y="114395"/>
                </a:lnTo>
                <a:lnTo>
                  <a:pt x="44577" y="144351"/>
                </a:lnTo>
                <a:lnTo>
                  <a:pt x="35052" y="187642"/>
                </a:lnTo>
                <a:lnTo>
                  <a:pt x="35909" y="203945"/>
                </a:lnTo>
                <a:lnTo>
                  <a:pt x="48768" y="242601"/>
                </a:lnTo>
                <a:lnTo>
                  <a:pt x="88487" y="262413"/>
                </a:lnTo>
                <a:lnTo>
                  <a:pt x="140303" y="262413"/>
                </a:lnTo>
                <a:lnTo>
                  <a:pt x="134302" y="267200"/>
                </a:lnTo>
                <a:lnTo>
                  <a:pt x="127730" y="272129"/>
                </a:lnTo>
                <a:lnTo>
                  <a:pt x="120586" y="276772"/>
                </a:lnTo>
                <a:lnTo>
                  <a:pt x="112871" y="280701"/>
                </a:lnTo>
                <a:lnTo>
                  <a:pt x="105726" y="284757"/>
                </a:lnTo>
                <a:lnTo>
                  <a:pt x="98000" y="287643"/>
                </a:lnTo>
                <a:lnTo>
                  <a:pt x="89685" y="289368"/>
                </a:lnTo>
                <a:lnTo>
                  <a:pt x="80772" y="289941"/>
                </a:lnTo>
                <a:close/>
              </a:path>
              <a:path w="170814" h="290195">
                <a:moveTo>
                  <a:pt x="170783" y="285273"/>
                </a:moveTo>
                <a:lnTo>
                  <a:pt x="143351" y="285273"/>
                </a:lnTo>
                <a:lnTo>
                  <a:pt x="141827" y="262413"/>
                </a:lnTo>
                <a:lnTo>
                  <a:pt x="88487" y="262413"/>
                </a:lnTo>
                <a:lnTo>
                  <a:pt x="126015" y="246602"/>
                </a:lnTo>
                <a:lnTo>
                  <a:pt x="138779" y="234981"/>
                </a:lnTo>
                <a:lnTo>
                  <a:pt x="138779" y="132683"/>
                </a:lnTo>
                <a:lnTo>
                  <a:pt x="99155" y="112871"/>
                </a:lnTo>
                <a:lnTo>
                  <a:pt x="170783" y="112871"/>
                </a:lnTo>
                <a:lnTo>
                  <a:pt x="170783" y="28527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82149" y="3150679"/>
            <a:ext cx="1536001" cy="366236"/>
          </a:xfrm>
          <a:prstGeom prst="rect">
            <a:avLst/>
          </a:prstGeom>
        </p:spPr>
      </p:pic>
      <p:sp>
        <p:nvSpPr>
          <p:cNvPr id="37" name="object 37" descr=""/>
          <p:cNvSpPr/>
          <p:nvPr/>
        </p:nvSpPr>
        <p:spPr>
          <a:xfrm>
            <a:off x="5140160" y="3150691"/>
            <a:ext cx="314325" cy="290195"/>
          </a:xfrm>
          <a:custGeom>
            <a:avLst/>
            <a:gdLst/>
            <a:ahLst/>
            <a:cxnLst/>
            <a:rect l="l" t="t" r="r" b="b"/>
            <a:pathLst>
              <a:path w="314325" h="290195">
                <a:moveTo>
                  <a:pt x="120497" y="282219"/>
                </a:moveTo>
                <a:lnTo>
                  <a:pt x="114401" y="257835"/>
                </a:lnTo>
                <a:lnTo>
                  <a:pt x="111353" y="259359"/>
                </a:lnTo>
                <a:lnTo>
                  <a:pt x="108305" y="259359"/>
                </a:lnTo>
                <a:lnTo>
                  <a:pt x="99161" y="262407"/>
                </a:lnTo>
                <a:lnTo>
                  <a:pt x="93065" y="262407"/>
                </a:lnTo>
                <a:lnTo>
                  <a:pt x="62890" y="232905"/>
                </a:lnTo>
                <a:lnTo>
                  <a:pt x="62585" y="224307"/>
                </a:lnTo>
                <a:lnTo>
                  <a:pt x="62585" y="117436"/>
                </a:lnTo>
                <a:lnTo>
                  <a:pt x="114401" y="117436"/>
                </a:lnTo>
                <a:lnTo>
                  <a:pt x="114401" y="90004"/>
                </a:lnTo>
                <a:lnTo>
                  <a:pt x="62585" y="90004"/>
                </a:lnTo>
                <a:lnTo>
                  <a:pt x="62585" y="35039"/>
                </a:lnTo>
                <a:lnTo>
                  <a:pt x="35153" y="35039"/>
                </a:lnTo>
                <a:lnTo>
                  <a:pt x="30581" y="90004"/>
                </a:lnTo>
                <a:lnTo>
                  <a:pt x="0" y="91528"/>
                </a:lnTo>
                <a:lnTo>
                  <a:pt x="0" y="117436"/>
                </a:lnTo>
                <a:lnTo>
                  <a:pt x="29057" y="117436"/>
                </a:lnTo>
                <a:lnTo>
                  <a:pt x="29057" y="224307"/>
                </a:lnTo>
                <a:lnTo>
                  <a:pt x="29311" y="231813"/>
                </a:lnTo>
                <a:lnTo>
                  <a:pt x="45821" y="277647"/>
                </a:lnTo>
                <a:lnTo>
                  <a:pt x="51917" y="280695"/>
                </a:lnTo>
                <a:lnTo>
                  <a:pt x="58013" y="285267"/>
                </a:lnTo>
                <a:lnTo>
                  <a:pt x="64008" y="287324"/>
                </a:lnTo>
                <a:lnTo>
                  <a:pt x="70586" y="288785"/>
                </a:lnTo>
                <a:lnTo>
                  <a:pt x="77724" y="289648"/>
                </a:lnTo>
                <a:lnTo>
                  <a:pt x="85445" y="289928"/>
                </a:lnTo>
                <a:lnTo>
                  <a:pt x="91541" y="289928"/>
                </a:lnTo>
                <a:lnTo>
                  <a:pt x="115925" y="283743"/>
                </a:lnTo>
                <a:lnTo>
                  <a:pt x="120497" y="282219"/>
                </a:lnTo>
                <a:close/>
              </a:path>
              <a:path w="314325" h="290195">
                <a:moveTo>
                  <a:pt x="314223" y="161734"/>
                </a:moveTo>
                <a:lnTo>
                  <a:pt x="306514" y="114909"/>
                </a:lnTo>
                <a:lnTo>
                  <a:pt x="269646" y="86575"/>
                </a:lnTo>
                <a:lnTo>
                  <a:pt x="254787" y="85432"/>
                </a:lnTo>
                <a:lnTo>
                  <a:pt x="244805" y="86004"/>
                </a:lnTo>
                <a:lnTo>
                  <a:pt x="204597" y="104863"/>
                </a:lnTo>
                <a:lnTo>
                  <a:pt x="190690" y="117436"/>
                </a:lnTo>
                <a:lnTo>
                  <a:pt x="190690" y="0"/>
                </a:lnTo>
                <a:lnTo>
                  <a:pt x="158686" y="0"/>
                </a:lnTo>
                <a:lnTo>
                  <a:pt x="158686" y="285267"/>
                </a:lnTo>
                <a:lnTo>
                  <a:pt x="190690" y="285267"/>
                </a:lnTo>
                <a:lnTo>
                  <a:pt x="190690" y="143446"/>
                </a:lnTo>
                <a:lnTo>
                  <a:pt x="198399" y="136817"/>
                </a:lnTo>
                <a:lnTo>
                  <a:pt x="230517" y="115722"/>
                </a:lnTo>
                <a:lnTo>
                  <a:pt x="244119" y="114388"/>
                </a:lnTo>
                <a:lnTo>
                  <a:pt x="253580" y="115011"/>
                </a:lnTo>
                <a:lnTo>
                  <a:pt x="281647" y="153454"/>
                </a:lnTo>
                <a:lnTo>
                  <a:pt x="282219" y="166306"/>
                </a:lnTo>
                <a:lnTo>
                  <a:pt x="282219" y="285267"/>
                </a:lnTo>
                <a:lnTo>
                  <a:pt x="314223" y="285267"/>
                </a:lnTo>
                <a:lnTo>
                  <a:pt x="314223" y="161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01735" y="3236118"/>
            <a:ext cx="164687" cy="204501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94533" y="3146012"/>
            <a:ext cx="1499425" cy="37090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25213" y="3236118"/>
            <a:ext cx="179927" cy="204501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7655528" y="3158299"/>
            <a:ext cx="621030" cy="358775"/>
            <a:chOff x="7655528" y="3158299"/>
            <a:chExt cx="621030" cy="358775"/>
          </a:xfrm>
        </p:grpSpPr>
        <p:sp>
          <p:nvSpPr>
            <p:cNvPr id="42" name="object 42" descr=""/>
            <p:cNvSpPr/>
            <p:nvPr/>
          </p:nvSpPr>
          <p:spPr>
            <a:xfrm>
              <a:off x="7655522" y="3158299"/>
              <a:ext cx="396875" cy="358775"/>
            </a:xfrm>
            <a:custGeom>
              <a:avLst/>
              <a:gdLst/>
              <a:ahLst/>
              <a:cxnLst/>
              <a:rect l="l" t="t" r="r" b="b"/>
              <a:pathLst>
                <a:path w="396875" h="358775">
                  <a:moveTo>
                    <a:pt x="170776" y="176987"/>
                  </a:moveTo>
                  <a:lnTo>
                    <a:pt x="166204" y="135839"/>
                  </a:lnTo>
                  <a:lnTo>
                    <a:pt x="146088" y="98920"/>
                  </a:lnTo>
                  <a:lnTo>
                    <a:pt x="137248" y="90995"/>
                  </a:lnTo>
                  <a:lnTo>
                    <a:pt x="137248" y="176987"/>
                  </a:lnTo>
                  <a:lnTo>
                    <a:pt x="136969" y="185839"/>
                  </a:lnTo>
                  <a:lnTo>
                    <a:pt x="127152" y="222986"/>
                  </a:lnTo>
                  <a:lnTo>
                    <a:pt x="88480" y="254800"/>
                  </a:lnTo>
                  <a:lnTo>
                    <a:pt x="74764" y="254800"/>
                  </a:lnTo>
                  <a:lnTo>
                    <a:pt x="40144" y="238658"/>
                  </a:lnTo>
                  <a:lnTo>
                    <a:pt x="33528" y="233464"/>
                  </a:lnTo>
                  <a:lnTo>
                    <a:pt x="33528" y="131165"/>
                  </a:lnTo>
                  <a:lnTo>
                    <a:pt x="40386" y="125501"/>
                  </a:lnTo>
                  <a:lnTo>
                    <a:pt x="47244" y="120116"/>
                  </a:lnTo>
                  <a:lnTo>
                    <a:pt x="54102" y="115303"/>
                  </a:lnTo>
                  <a:lnTo>
                    <a:pt x="60960" y="111353"/>
                  </a:lnTo>
                  <a:lnTo>
                    <a:pt x="68668" y="106781"/>
                  </a:lnTo>
                  <a:lnTo>
                    <a:pt x="77812" y="105257"/>
                  </a:lnTo>
                  <a:lnTo>
                    <a:pt x="94576" y="105257"/>
                  </a:lnTo>
                  <a:lnTo>
                    <a:pt x="129628" y="131165"/>
                  </a:lnTo>
                  <a:lnTo>
                    <a:pt x="136994" y="169240"/>
                  </a:lnTo>
                  <a:lnTo>
                    <a:pt x="137248" y="176987"/>
                  </a:lnTo>
                  <a:lnTo>
                    <a:pt x="137248" y="90995"/>
                  </a:lnTo>
                  <a:lnTo>
                    <a:pt x="94576" y="77825"/>
                  </a:lnTo>
                  <a:lnTo>
                    <a:pt x="85699" y="78371"/>
                  </a:lnTo>
                  <a:lnTo>
                    <a:pt x="45910" y="94780"/>
                  </a:lnTo>
                  <a:lnTo>
                    <a:pt x="32004" y="105257"/>
                  </a:lnTo>
                  <a:lnTo>
                    <a:pt x="30480" y="105257"/>
                  </a:lnTo>
                  <a:lnTo>
                    <a:pt x="27432" y="82397"/>
                  </a:lnTo>
                  <a:lnTo>
                    <a:pt x="0" y="82397"/>
                  </a:lnTo>
                  <a:lnTo>
                    <a:pt x="0" y="358622"/>
                  </a:lnTo>
                  <a:lnTo>
                    <a:pt x="33528" y="358622"/>
                  </a:lnTo>
                  <a:lnTo>
                    <a:pt x="33528" y="293001"/>
                  </a:lnTo>
                  <a:lnTo>
                    <a:pt x="32004" y="259372"/>
                  </a:lnTo>
                  <a:lnTo>
                    <a:pt x="38862" y="264566"/>
                  </a:lnTo>
                  <a:lnTo>
                    <a:pt x="80098" y="281800"/>
                  </a:lnTo>
                  <a:lnTo>
                    <a:pt x="86956" y="282333"/>
                  </a:lnTo>
                  <a:lnTo>
                    <a:pt x="94957" y="281774"/>
                  </a:lnTo>
                  <a:lnTo>
                    <a:pt x="132486" y="266420"/>
                  </a:lnTo>
                  <a:lnTo>
                    <a:pt x="160299" y="230365"/>
                  </a:lnTo>
                  <a:lnTo>
                    <a:pt x="170230" y="189039"/>
                  </a:lnTo>
                  <a:lnTo>
                    <a:pt x="170776" y="176987"/>
                  </a:lnTo>
                  <a:close/>
                </a:path>
                <a:path w="396875" h="358775">
                  <a:moveTo>
                    <a:pt x="320332" y="274612"/>
                  </a:moveTo>
                  <a:lnTo>
                    <a:pt x="312712" y="250228"/>
                  </a:lnTo>
                  <a:lnTo>
                    <a:pt x="309664" y="251752"/>
                  </a:lnTo>
                  <a:lnTo>
                    <a:pt x="306616" y="251752"/>
                  </a:lnTo>
                  <a:lnTo>
                    <a:pt x="302044" y="253276"/>
                  </a:lnTo>
                  <a:lnTo>
                    <a:pt x="298996" y="254800"/>
                  </a:lnTo>
                  <a:lnTo>
                    <a:pt x="280708" y="254800"/>
                  </a:lnTo>
                  <a:lnTo>
                    <a:pt x="260794" y="216700"/>
                  </a:lnTo>
                  <a:lnTo>
                    <a:pt x="260794" y="109829"/>
                  </a:lnTo>
                  <a:lnTo>
                    <a:pt x="314236" y="109829"/>
                  </a:lnTo>
                  <a:lnTo>
                    <a:pt x="314236" y="82397"/>
                  </a:lnTo>
                  <a:lnTo>
                    <a:pt x="260794" y="82397"/>
                  </a:lnTo>
                  <a:lnTo>
                    <a:pt x="260794" y="27432"/>
                  </a:lnTo>
                  <a:lnTo>
                    <a:pt x="233362" y="27432"/>
                  </a:lnTo>
                  <a:lnTo>
                    <a:pt x="230314" y="82397"/>
                  </a:lnTo>
                  <a:lnTo>
                    <a:pt x="199834" y="83921"/>
                  </a:lnTo>
                  <a:lnTo>
                    <a:pt x="199834" y="109829"/>
                  </a:lnTo>
                  <a:lnTo>
                    <a:pt x="228790" y="109829"/>
                  </a:lnTo>
                  <a:lnTo>
                    <a:pt x="228790" y="216700"/>
                  </a:lnTo>
                  <a:lnTo>
                    <a:pt x="228981" y="230987"/>
                  </a:lnTo>
                  <a:lnTo>
                    <a:pt x="244030" y="270040"/>
                  </a:lnTo>
                  <a:lnTo>
                    <a:pt x="250126" y="273088"/>
                  </a:lnTo>
                  <a:lnTo>
                    <a:pt x="257746" y="277660"/>
                  </a:lnTo>
                  <a:lnTo>
                    <a:pt x="262864" y="279717"/>
                  </a:lnTo>
                  <a:lnTo>
                    <a:pt x="268998" y="281178"/>
                  </a:lnTo>
                  <a:lnTo>
                    <a:pt x="276009" y="282041"/>
                  </a:lnTo>
                  <a:lnTo>
                    <a:pt x="283756" y="282321"/>
                  </a:lnTo>
                  <a:lnTo>
                    <a:pt x="289852" y="282321"/>
                  </a:lnTo>
                  <a:lnTo>
                    <a:pt x="320332" y="274612"/>
                  </a:lnTo>
                  <a:close/>
                </a:path>
                <a:path w="396875" h="358775">
                  <a:moveTo>
                    <a:pt x="390525" y="82397"/>
                  </a:moveTo>
                  <a:lnTo>
                    <a:pt x="356895" y="82397"/>
                  </a:lnTo>
                  <a:lnTo>
                    <a:pt x="356895" y="277660"/>
                  </a:lnTo>
                  <a:lnTo>
                    <a:pt x="390525" y="277660"/>
                  </a:lnTo>
                  <a:lnTo>
                    <a:pt x="390525" y="82397"/>
                  </a:lnTo>
                  <a:close/>
                </a:path>
                <a:path w="396875" h="358775">
                  <a:moveTo>
                    <a:pt x="396621" y="15240"/>
                  </a:moveTo>
                  <a:lnTo>
                    <a:pt x="395097" y="9144"/>
                  </a:lnTo>
                  <a:lnTo>
                    <a:pt x="390525" y="6096"/>
                  </a:lnTo>
                  <a:lnTo>
                    <a:pt x="385953" y="1524"/>
                  </a:lnTo>
                  <a:lnTo>
                    <a:pt x="379755" y="0"/>
                  </a:lnTo>
                  <a:lnTo>
                    <a:pt x="367563" y="0"/>
                  </a:lnTo>
                  <a:lnTo>
                    <a:pt x="362991" y="1524"/>
                  </a:lnTo>
                  <a:lnTo>
                    <a:pt x="358419" y="6096"/>
                  </a:lnTo>
                  <a:lnTo>
                    <a:pt x="353847" y="9144"/>
                  </a:lnTo>
                  <a:lnTo>
                    <a:pt x="350799" y="15240"/>
                  </a:lnTo>
                  <a:lnTo>
                    <a:pt x="350799" y="27432"/>
                  </a:lnTo>
                  <a:lnTo>
                    <a:pt x="353847" y="32004"/>
                  </a:lnTo>
                  <a:lnTo>
                    <a:pt x="358419" y="36576"/>
                  </a:lnTo>
                  <a:lnTo>
                    <a:pt x="367563" y="42672"/>
                  </a:lnTo>
                  <a:lnTo>
                    <a:pt x="381279" y="42672"/>
                  </a:lnTo>
                  <a:lnTo>
                    <a:pt x="385953" y="39624"/>
                  </a:lnTo>
                  <a:lnTo>
                    <a:pt x="390525" y="36576"/>
                  </a:lnTo>
                  <a:lnTo>
                    <a:pt x="395097" y="32004"/>
                  </a:lnTo>
                  <a:lnTo>
                    <a:pt x="396621" y="27432"/>
                  </a:lnTo>
                  <a:lnTo>
                    <a:pt x="396621" y="15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96345" y="3236118"/>
              <a:ext cx="180022" cy="204501"/>
            </a:xfrm>
            <a:prstGeom prst="rect">
              <a:avLst/>
            </a:prstGeom>
          </p:spPr>
        </p:pic>
      </p:grpSp>
      <p:pic>
        <p:nvPicPr>
          <p:cNvPr id="44" name="object 4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328183" y="3236118"/>
            <a:ext cx="155638" cy="199834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771143" y="3874008"/>
            <a:ext cx="58419" cy="266700"/>
          </a:xfrm>
          <a:custGeom>
            <a:avLst/>
            <a:gdLst/>
            <a:ahLst/>
            <a:cxnLst/>
            <a:rect l="l" t="t" r="r" b="b"/>
            <a:pathLst>
              <a:path w="58419" h="266700">
                <a:moveTo>
                  <a:pt x="57912" y="266700"/>
                </a:moveTo>
                <a:lnTo>
                  <a:pt x="0" y="266700"/>
                </a:lnTo>
                <a:lnTo>
                  <a:pt x="0" y="0"/>
                </a:lnTo>
                <a:lnTo>
                  <a:pt x="57912" y="0"/>
                </a:lnTo>
                <a:lnTo>
                  <a:pt x="57912" y="266700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07935" y="3837336"/>
            <a:ext cx="1632203" cy="289941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2762154" y="3872483"/>
            <a:ext cx="431800" cy="255270"/>
            <a:chOff x="2762154" y="3872483"/>
            <a:chExt cx="431800" cy="255270"/>
          </a:xfrm>
        </p:grpSpPr>
        <p:sp>
          <p:nvSpPr>
            <p:cNvPr id="48" name="object 48" descr=""/>
            <p:cNvSpPr/>
            <p:nvPr/>
          </p:nvSpPr>
          <p:spPr>
            <a:xfrm>
              <a:off x="2762154" y="3872483"/>
              <a:ext cx="120650" cy="255270"/>
            </a:xfrm>
            <a:custGeom>
              <a:avLst/>
              <a:gdLst/>
              <a:ahLst/>
              <a:cxnLst/>
              <a:rect l="l" t="t" r="r" b="b"/>
              <a:pathLst>
                <a:path w="120650" h="255270">
                  <a:moveTo>
                    <a:pt x="91535" y="254793"/>
                  </a:moveTo>
                  <a:lnTo>
                    <a:pt x="85439" y="254793"/>
                  </a:lnTo>
                  <a:lnTo>
                    <a:pt x="77724" y="254484"/>
                  </a:lnTo>
                  <a:lnTo>
                    <a:pt x="41148" y="236505"/>
                  </a:lnTo>
                  <a:lnTo>
                    <a:pt x="29217" y="196002"/>
                  </a:lnTo>
                  <a:lnTo>
                    <a:pt x="28956" y="189166"/>
                  </a:lnTo>
                  <a:lnTo>
                    <a:pt x="28956" y="82391"/>
                  </a:lnTo>
                  <a:lnTo>
                    <a:pt x="0" y="82391"/>
                  </a:lnTo>
                  <a:lnTo>
                    <a:pt x="0" y="56388"/>
                  </a:lnTo>
                  <a:lnTo>
                    <a:pt x="30480" y="54864"/>
                  </a:lnTo>
                  <a:lnTo>
                    <a:pt x="35052" y="0"/>
                  </a:lnTo>
                  <a:lnTo>
                    <a:pt x="62579" y="0"/>
                  </a:lnTo>
                  <a:lnTo>
                    <a:pt x="62579" y="54864"/>
                  </a:lnTo>
                  <a:lnTo>
                    <a:pt x="114395" y="54864"/>
                  </a:lnTo>
                  <a:lnTo>
                    <a:pt x="114395" y="82391"/>
                  </a:lnTo>
                  <a:lnTo>
                    <a:pt x="62579" y="82391"/>
                  </a:lnTo>
                  <a:lnTo>
                    <a:pt x="62579" y="189166"/>
                  </a:lnTo>
                  <a:lnTo>
                    <a:pt x="78009" y="225075"/>
                  </a:lnTo>
                  <a:lnTo>
                    <a:pt x="93059" y="227361"/>
                  </a:lnTo>
                  <a:lnTo>
                    <a:pt x="99155" y="227361"/>
                  </a:lnTo>
                  <a:lnTo>
                    <a:pt x="108299" y="224313"/>
                  </a:lnTo>
                  <a:lnTo>
                    <a:pt x="111347" y="224313"/>
                  </a:lnTo>
                  <a:lnTo>
                    <a:pt x="114395" y="222789"/>
                  </a:lnTo>
                  <a:lnTo>
                    <a:pt x="120491" y="247173"/>
                  </a:lnTo>
                  <a:lnTo>
                    <a:pt x="115919" y="248697"/>
                  </a:lnTo>
                  <a:lnTo>
                    <a:pt x="91535" y="254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920746" y="3922775"/>
              <a:ext cx="273081" cy="204501"/>
            </a:xfrm>
            <a:prstGeom prst="rect">
              <a:avLst/>
            </a:prstGeom>
          </p:spPr>
        </p:pic>
      </p:grpSp>
      <p:sp>
        <p:nvSpPr>
          <p:cNvPr id="50" name="object 50" descr=""/>
          <p:cNvSpPr/>
          <p:nvPr/>
        </p:nvSpPr>
        <p:spPr>
          <a:xfrm>
            <a:off x="3241071" y="3837336"/>
            <a:ext cx="171450" cy="290195"/>
          </a:xfrm>
          <a:custGeom>
            <a:avLst/>
            <a:gdLst/>
            <a:ahLst/>
            <a:cxnLst/>
            <a:rect l="l" t="t" r="r" b="b"/>
            <a:pathLst>
              <a:path w="171450" h="290195">
                <a:moveTo>
                  <a:pt x="170878" y="106870"/>
                </a:moveTo>
                <a:lnTo>
                  <a:pt x="138779" y="106870"/>
                </a:lnTo>
                <a:lnTo>
                  <a:pt x="137255" y="74771"/>
                </a:lnTo>
                <a:lnTo>
                  <a:pt x="137255" y="0"/>
                </a:lnTo>
                <a:lnTo>
                  <a:pt x="170878" y="0"/>
                </a:lnTo>
                <a:lnTo>
                  <a:pt x="170878" y="106870"/>
                </a:lnTo>
                <a:close/>
              </a:path>
              <a:path w="171450" h="290195">
                <a:moveTo>
                  <a:pt x="80867" y="289940"/>
                </a:moveTo>
                <a:lnTo>
                  <a:pt x="34321" y="274510"/>
                </a:lnTo>
                <a:lnTo>
                  <a:pt x="5715" y="230802"/>
                </a:lnTo>
                <a:lnTo>
                  <a:pt x="0" y="187737"/>
                </a:lnTo>
                <a:lnTo>
                  <a:pt x="547" y="176300"/>
                </a:lnTo>
                <a:lnTo>
                  <a:pt x="11334" y="136112"/>
                </a:lnTo>
                <a:lnTo>
                  <a:pt x="38564" y="101072"/>
                </a:lnTo>
                <a:lnTo>
                  <a:pt x="76581" y="85748"/>
                </a:lnTo>
                <a:lnTo>
                  <a:pt x="85439" y="85439"/>
                </a:lnTo>
                <a:lnTo>
                  <a:pt x="93178" y="85748"/>
                </a:lnTo>
                <a:lnTo>
                  <a:pt x="132826" y="102291"/>
                </a:lnTo>
                <a:lnTo>
                  <a:pt x="138779" y="106870"/>
                </a:lnTo>
                <a:lnTo>
                  <a:pt x="170878" y="106870"/>
                </a:lnTo>
                <a:lnTo>
                  <a:pt x="170878" y="112966"/>
                </a:lnTo>
                <a:lnTo>
                  <a:pt x="82391" y="112966"/>
                </a:lnTo>
                <a:lnTo>
                  <a:pt x="74771" y="114490"/>
                </a:lnTo>
                <a:lnTo>
                  <a:pt x="43719" y="144398"/>
                </a:lnTo>
                <a:lnTo>
                  <a:pt x="33623" y="187737"/>
                </a:lnTo>
                <a:lnTo>
                  <a:pt x="34718" y="204025"/>
                </a:lnTo>
                <a:lnTo>
                  <a:pt x="48863" y="242601"/>
                </a:lnTo>
                <a:lnTo>
                  <a:pt x="88487" y="260984"/>
                </a:lnTo>
                <a:lnTo>
                  <a:pt x="140398" y="260984"/>
                </a:lnTo>
                <a:lnTo>
                  <a:pt x="134342" y="266652"/>
                </a:lnTo>
                <a:lnTo>
                  <a:pt x="127742" y="272033"/>
                </a:lnTo>
                <a:lnTo>
                  <a:pt x="120587" y="276844"/>
                </a:lnTo>
                <a:lnTo>
                  <a:pt x="112871" y="280796"/>
                </a:lnTo>
                <a:lnTo>
                  <a:pt x="105727" y="284797"/>
                </a:lnTo>
                <a:lnTo>
                  <a:pt x="98012" y="287654"/>
                </a:lnTo>
                <a:lnTo>
                  <a:pt x="89725" y="289369"/>
                </a:lnTo>
                <a:lnTo>
                  <a:pt x="80867" y="289940"/>
                </a:lnTo>
                <a:close/>
              </a:path>
              <a:path w="171450" h="290195">
                <a:moveTo>
                  <a:pt x="170878" y="283844"/>
                </a:moveTo>
                <a:lnTo>
                  <a:pt x="143446" y="283844"/>
                </a:lnTo>
                <a:lnTo>
                  <a:pt x="140398" y="260984"/>
                </a:lnTo>
                <a:lnTo>
                  <a:pt x="97631" y="260984"/>
                </a:lnTo>
                <a:lnTo>
                  <a:pt x="105251" y="259460"/>
                </a:lnTo>
                <a:lnTo>
                  <a:pt x="112871" y="254888"/>
                </a:lnTo>
                <a:lnTo>
                  <a:pt x="119467" y="251135"/>
                </a:lnTo>
                <a:lnTo>
                  <a:pt x="125634" y="246649"/>
                </a:lnTo>
                <a:lnTo>
                  <a:pt x="131516" y="241306"/>
                </a:lnTo>
                <a:lnTo>
                  <a:pt x="137255" y="234981"/>
                </a:lnTo>
                <a:lnTo>
                  <a:pt x="137255" y="132778"/>
                </a:lnTo>
                <a:lnTo>
                  <a:pt x="97631" y="112966"/>
                </a:lnTo>
                <a:lnTo>
                  <a:pt x="170878" y="112966"/>
                </a:lnTo>
                <a:lnTo>
                  <a:pt x="170878" y="2838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3462337" y="3831240"/>
            <a:ext cx="908050" cy="296545"/>
            <a:chOff x="3462337" y="3831240"/>
            <a:chExt cx="908050" cy="296545"/>
          </a:xfrm>
        </p:grpSpPr>
        <p:pic>
          <p:nvPicPr>
            <p:cNvPr id="52" name="object 5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62337" y="3922775"/>
              <a:ext cx="166211" cy="204501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3662172" y="4008119"/>
              <a:ext cx="93345" cy="26034"/>
            </a:xfrm>
            <a:custGeom>
              <a:avLst/>
              <a:gdLst/>
              <a:ahLst/>
              <a:cxnLst/>
              <a:rect l="l" t="t" r="r" b="b"/>
              <a:pathLst>
                <a:path w="93345" h="26035">
                  <a:moveTo>
                    <a:pt x="92963" y="25908"/>
                  </a:moveTo>
                  <a:lnTo>
                    <a:pt x="0" y="25908"/>
                  </a:lnTo>
                  <a:lnTo>
                    <a:pt x="0" y="0"/>
                  </a:lnTo>
                  <a:lnTo>
                    <a:pt x="92963" y="0"/>
                  </a:lnTo>
                  <a:lnTo>
                    <a:pt x="92963" y="25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88759" y="3922775"/>
              <a:ext cx="179927" cy="204501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3997737" y="3831240"/>
              <a:ext cx="230504" cy="290195"/>
            </a:xfrm>
            <a:custGeom>
              <a:avLst/>
              <a:gdLst/>
              <a:ahLst/>
              <a:cxnLst/>
              <a:rect l="l" t="t" r="r" b="b"/>
              <a:pathLst>
                <a:path w="230504" h="290195">
                  <a:moveTo>
                    <a:pt x="173831" y="289940"/>
                  </a:moveTo>
                  <a:lnTo>
                    <a:pt x="140303" y="289940"/>
                  </a:lnTo>
                  <a:lnTo>
                    <a:pt x="140303" y="123634"/>
                  </a:lnTo>
                  <a:lnTo>
                    <a:pt x="59436" y="123634"/>
                  </a:lnTo>
                  <a:lnTo>
                    <a:pt x="59436" y="289940"/>
                  </a:lnTo>
                  <a:lnTo>
                    <a:pt x="27432" y="289940"/>
                  </a:lnTo>
                  <a:lnTo>
                    <a:pt x="27432" y="123634"/>
                  </a:lnTo>
                  <a:lnTo>
                    <a:pt x="0" y="123634"/>
                  </a:lnTo>
                  <a:lnTo>
                    <a:pt x="0" y="97631"/>
                  </a:lnTo>
                  <a:lnTo>
                    <a:pt x="27432" y="96107"/>
                  </a:lnTo>
                  <a:lnTo>
                    <a:pt x="27432" y="70199"/>
                  </a:lnTo>
                  <a:lnTo>
                    <a:pt x="35790" y="31971"/>
                  </a:lnTo>
                  <a:lnTo>
                    <a:pt x="73532" y="5715"/>
                  </a:lnTo>
                  <a:lnTo>
                    <a:pt x="88391" y="4572"/>
                  </a:lnTo>
                  <a:lnTo>
                    <a:pt x="100584" y="4572"/>
                  </a:lnTo>
                  <a:lnTo>
                    <a:pt x="118967" y="9144"/>
                  </a:lnTo>
                  <a:lnTo>
                    <a:pt x="123539" y="12192"/>
                  </a:lnTo>
                  <a:lnTo>
                    <a:pt x="115919" y="36576"/>
                  </a:lnTo>
                  <a:lnTo>
                    <a:pt x="109927" y="34575"/>
                  </a:lnTo>
                  <a:lnTo>
                    <a:pt x="103489" y="33147"/>
                  </a:lnTo>
                  <a:lnTo>
                    <a:pt x="96765" y="32289"/>
                  </a:lnTo>
                  <a:lnTo>
                    <a:pt x="89916" y="32004"/>
                  </a:lnTo>
                  <a:lnTo>
                    <a:pt x="80772" y="32004"/>
                  </a:lnTo>
                  <a:lnTo>
                    <a:pt x="59436" y="71723"/>
                  </a:lnTo>
                  <a:lnTo>
                    <a:pt x="59436" y="96107"/>
                  </a:lnTo>
                  <a:lnTo>
                    <a:pt x="140303" y="96107"/>
                  </a:lnTo>
                  <a:lnTo>
                    <a:pt x="140303" y="65627"/>
                  </a:lnTo>
                  <a:lnTo>
                    <a:pt x="141160" y="51372"/>
                  </a:lnTo>
                  <a:lnTo>
                    <a:pt x="162639" y="10287"/>
                  </a:lnTo>
                  <a:lnTo>
                    <a:pt x="198215" y="0"/>
                  </a:lnTo>
                  <a:lnTo>
                    <a:pt x="204311" y="0"/>
                  </a:lnTo>
                  <a:lnTo>
                    <a:pt x="210502" y="1524"/>
                  </a:lnTo>
                  <a:lnTo>
                    <a:pt x="215074" y="3048"/>
                  </a:lnTo>
                  <a:lnTo>
                    <a:pt x="221170" y="3048"/>
                  </a:lnTo>
                  <a:lnTo>
                    <a:pt x="225742" y="4572"/>
                  </a:lnTo>
                  <a:lnTo>
                    <a:pt x="230314" y="7620"/>
                  </a:lnTo>
                  <a:lnTo>
                    <a:pt x="222694" y="32004"/>
                  </a:lnTo>
                  <a:lnTo>
                    <a:pt x="215074" y="28956"/>
                  </a:lnTo>
                  <a:lnTo>
                    <a:pt x="208883" y="27432"/>
                  </a:lnTo>
                  <a:lnTo>
                    <a:pt x="201263" y="27432"/>
                  </a:lnTo>
                  <a:lnTo>
                    <a:pt x="189261" y="29756"/>
                  </a:lnTo>
                  <a:lnTo>
                    <a:pt x="180689" y="36814"/>
                  </a:lnTo>
                  <a:lnTo>
                    <a:pt x="175545" y="48729"/>
                  </a:lnTo>
                  <a:lnTo>
                    <a:pt x="173831" y="65627"/>
                  </a:lnTo>
                  <a:lnTo>
                    <a:pt x="173831" y="96107"/>
                  </a:lnTo>
                  <a:lnTo>
                    <a:pt x="215074" y="96107"/>
                  </a:lnTo>
                  <a:lnTo>
                    <a:pt x="215074" y="123634"/>
                  </a:lnTo>
                  <a:lnTo>
                    <a:pt x="173831" y="123634"/>
                  </a:lnTo>
                  <a:lnTo>
                    <a:pt x="173831" y="289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26528" y="3922775"/>
              <a:ext cx="143351" cy="204501"/>
            </a:xfrm>
            <a:prstGeom prst="rect">
              <a:avLst/>
            </a:prstGeom>
          </p:spPr>
        </p:pic>
      </p:grpSp>
      <p:grpSp>
        <p:nvGrpSpPr>
          <p:cNvPr id="57" name="object 57" descr=""/>
          <p:cNvGrpSpPr/>
          <p:nvPr/>
        </p:nvGrpSpPr>
        <p:grpSpPr>
          <a:xfrm>
            <a:off x="4472082" y="3872483"/>
            <a:ext cx="321945" cy="255270"/>
            <a:chOff x="4472082" y="3872483"/>
            <a:chExt cx="321945" cy="255270"/>
          </a:xfrm>
        </p:grpSpPr>
        <p:sp>
          <p:nvSpPr>
            <p:cNvPr id="58" name="object 58" descr=""/>
            <p:cNvSpPr/>
            <p:nvPr/>
          </p:nvSpPr>
          <p:spPr>
            <a:xfrm>
              <a:off x="4472082" y="3872483"/>
              <a:ext cx="120650" cy="255270"/>
            </a:xfrm>
            <a:custGeom>
              <a:avLst/>
              <a:gdLst/>
              <a:ahLst/>
              <a:cxnLst/>
              <a:rect l="l" t="t" r="r" b="b"/>
              <a:pathLst>
                <a:path w="120650" h="255270">
                  <a:moveTo>
                    <a:pt x="91535" y="254793"/>
                  </a:moveTo>
                  <a:lnTo>
                    <a:pt x="85439" y="254793"/>
                  </a:lnTo>
                  <a:lnTo>
                    <a:pt x="77747" y="254484"/>
                  </a:lnTo>
                  <a:lnTo>
                    <a:pt x="70770" y="253460"/>
                  </a:lnTo>
                  <a:lnTo>
                    <a:pt x="64650" y="251579"/>
                  </a:lnTo>
                  <a:lnTo>
                    <a:pt x="59531" y="248697"/>
                  </a:lnTo>
                  <a:lnTo>
                    <a:pt x="51816" y="245649"/>
                  </a:lnTo>
                  <a:lnTo>
                    <a:pt x="30884" y="209137"/>
                  </a:lnTo>
                  <a:lnTo>
                    <a:pt x="28956" y="189166"/>
                  </a:lnTo>
                  <a:lnTo>
                    <a:pt x="28956" y="82391"/>
                  </a:lnTo>
                  <a:lnTo>
                    <a:pt x="0" y="82391"/>
                  </a:lnTo>
                  <a:lnTo>
                    <a:pt x="0" y="56388"/>
                  </a:lnTo>
                  <a:lnTo>
                    <a:pt x="30480" y="54864"/>
                  </a:lnTo>
                  <a:lnTo>
                    <a:pt x="35052" y="0"/>
                  </a:lnTo>
                  <a:lnTo>
                    <a:pt x="62579" y="0"/>
                  </a:lnTo>
                  <a:lnTo>
                    <a:pt x="62579" y="54864"/>
                  </a:lnTo>
                  <a:lnTo>
                    <a:pt x="115919" y="54864"/>
                  </a:lnTo>
                  <a:lnTo>
                    <a:pt x="115919" y="82391"/>
                  </a:lnTo>
                  <a:lnTo>
                    <a:pt x="62579" y="82391"/>
                  </a:lnTo>
                  <a:lnTo>
                    <a:pt x="62579" y="189166"/>
                  </a:lnTo>
                  <a:lnTo>
                    <a:pt x="78009" y="225075"/>
                  </a:lnTo>
                  <a:lnTo>
                    <a:pt x="93059" y="227361"/>
                  </a:lnTo>
                  <a:lnTo>
                    <a:pt x="100679" y="227361"/>
                  </a:lnTo>
                  <a:lnTo>
                    <a:pt x="103727" y="225837"/>
                  </a:lnTo>
                  <a:lnTo>
                    <a:pt x="108299" y="224313"/>
                  </a:lnTo>
                  <a:lnTo>
                    <a:pt x="111347" y="224313"/>
                  </a:lnTo>
                  <a:lnTo>
                    <a:pt x="114395" y="222789"/>
                  </a:lnTo>
                  <a:lnTo>
                    <a:pt x="120491" y="247173"/>
                  </a:lnTo>
                  <a:lnTo>
                    <a:pt x="115919" y="248697"/>
                  </a:lnTo>
                  <a:lnTo>
                    <a:pt x="91535" y="2547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13909" y="3922775"/>
              <a:ext cx="180022" cy="204501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915947" y="3837336"/>
            <a:ext cx="1616868" cy="289940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6638067" y="3854100"/>
            <a:ext cx="226060" cy="273685"/>
          </a:xfrm>
          <a:custGeom>
            <a:avLst/>
            <a:gdLst/>
            <a:ahLst/>
            <a:cxnLst/>
            <a:rect l="l" t="t" r="r" b="b"/>
            <a:pathLst>
              <a:path w="226059" h="273685">
                <a:moveTo>
                  <a:pt x="80867" y="273177"/>
                </a:moveTo>
                <a:lnTo>
                  <a:pt x="40743" y="264271"/>
                </a:lnTo>
                <a:lnTo>
                  <a:pt x="9574" y="235513"/>
                </a:lnTo>
                <a:lnTo>
                  <a:pt x="0" y="199929"/>
                </a:lnTo>
                <a:lnTo>
                  <a:pt x="19" y="190690"/>
                </a:lnTo>
                <a:lnTo>
                  <a:pt x="1524" y="183165"/>
                </a:lnTo>
                <a:lnTo>
                  <a:pt x="7620" y="167925"/>
                </a:lnTo>
                <a:lnTo>
                  <a:pt x="10668" y="161829"/>
                </a:lnTo>
                <a:lnTo>
                  <a:pt x="16764" y="155638"/>
                </a:lnTo>
                <a:lnTo>
                  <a:pt x="21431" y="149542"/>
                </a:lnTo>
                <a:lnTo>
                  <a:pt x="26003" y="143446"/>
                </a:lnTo>
                <a:lnTo>
                  <a:pt x="33623" y="138874"/>
                </a:lnTo>
                <a:lnTo>
                  <a:pt x="39719" y="132778"/>
                </a:lnTo>
                <a:lnTo>
                  <a:pt x="51911" y="123634"/>
                </a:lnTo>
                <a:lnTo>
                  <a:pt x="48506" y="115633"/>
                </a:lnTo>
                <a:lnTo>
                  <a:pt x="45243" y="107632"/>
                </a:lnTo>
                <a:lnTo>
                  <a:pt x="35433" y="69676"/>
                </a:lnTo>
                <a:lnTo>
                  <a:pt x="35147" y="53435"/>
                </a:lnTo>
                <a:lnTo>
                  <a:pt x="36671" y="45815"/>
                </a:lnTo>
                <a:lnTo>
                  <a:pt x="42767" y="30575"/>
                </a:lnTo>
                <a:lnTo>
                  <a:pt x="45815" y="24479"/>
                </a:lnTo>
                <a:lnTo>
                  <a:pt x="51911" y="18383"/>
                </a:lnTo>
                <a:lnTo>
                  <a:pt x="56483" y="12192"/>
                </a:lnTo>
                <a:lnTo>
                  <a:pt x="64103" y="7619"/>
                </a:lnTo>
                <a:lnTo>
                  <a:pt x="71723" y="4572"/>
                </a:lnTo>
                <a:lnTo>
                  <a:pt x="77819" y="1524"/>
                </a:lnTo>
                <a:lnTo>
                  <a:pt x="86963" y="0"/>
                </a:lnTo>
                <a:lnTo>
                  <a:pt x="96107" y="0"/>
                </a:lnTo>
                <a:lnTo>
                  <a:pt x="134302" y="15240"/>
                </a:lnTo>
                <a:lnTo>
                  <a:pt x="141177" y="24479"/>
                </a:lnTo>
                <a:lnTo>
                  <a:pt x="96107" y="24479"/>
                </a:lnTo>
                <a:lnTo>
                  <a:pt x="88653" y="25074"/>
                </a:lnTo>
                <a:lnTo>
                  <a:pt x="64162" y="61055"/>
                </a:lnTo>
                <a:lnTo>
                  <a:pt x="64103" y="76295"/>
                </a:lnTo>
                <a:lnTo>
                  <a:pt x="67151" y="83915"/>
                </a:lnTo>
                <a:lnTo>
                  <a:pt x="68580" y="89709"/>
                </a:lnTo>
                <a:lnTo>
                  <a:pt x="70580" y="95619"/>
                </a:lnTo>
                <a:lnTo>
                  <a:pt x="73152" y="101796"/>
                </a:lnTo>
                <a:lnTo>
                  <a:pt x="76295" y="108394"/>
                </a:lnTo>
                <a:lnTo>
                  <a:pt x="116876" y="108394"/>
                </a:lnTo>
                <a:lnTo>
                  <a:pt x="115253" y="109918"/>
                </a:lnTo>
                <a:lnTo>
                  <a:pt x="109823" y="114490"/>
                </a:lnTo>
                <a:lnTo>
                  <a:pt x="104346" y="118157"/>
                </a:lnTo>
                <a:lnTo>
                  <a:pt x="93964" y="126063"/>
                </a:lnTo>
                <a:lnTo>
                  <a:pt x="88487" y="129730"/>
                </a:lnTo>
                <a:lnTo>
                  <a:pt x="94749" y="139995"/>
                </a:lnTo>
                <a:lnTo>
                  <a:pt x="99409" y="146494"/>
                </a:lnTo>
                <a:lnTo>
                  <a:pt x="65627" y="146494"/>
                </a:lnTo>
                <a:lnTo>
                  <a:pt x="37242" y="176974"/>
                </a:lnTo>
                <a:lnTo>
                  <a:pt x="32099" y="204501"/>
                </a:lnTo>
                <a:lnTo>
                  <a:pt x="33623" y="212121"/>
                </a:lnTo>
                <a:lnTo>
                  <a:pt x="36671" y="218217"/>
                </a:lnTo>
                <a:lnTo>
                  <a:pt x="39719" y="222789"/>
                </a:lnTo>
                <a:lnTo>
                  <a:pt x="42767" y="228885"/>
                </a:lnTo>
                <a:lnTo>
                  <a:pt x="47339" y="233553"/>
                </a:lnTo>
                <a:lnTo>
                  <a:pt x="51911" y="236601"/>
                </a:lnTo>
                <a:lnTo>
                  <a:pt x="58007" y="241173"/>
                </a:lnTo>
                <a:lnTo>
                  <a:pt x="76295" y="245745"/>
                </a:lnTo>
                <a:lnTo>
                  <a:pt x="152201" y="245745"/>
                </a:lnTo>
                <a:lnTo>
                  <a:pt x="148255" y="249245"/>
                </a:lnTo>
                <a:lnTo>
                  <a:pt x="112585" y="268033"/>
                </a:lnTo>
                <a:lnTo>
                  <a:pt x="92011" y="272605"/>
                </a:lnTo>
                <a:lnTo>
                  <a:pt x="80867" y="273177"/>
                </a:lnTo>
                <a:close/>
              </a:path>
              <a:path w="226059" h="273685">
                <a:moveTo>
                  <a:pt x="116876" y="108394"/>
                </a:moveTo>
                <a:lnTo>
                  <a:pt x="76295" y="108394"/>
                </a:lnTo>
                <a:lnTo>
                  <a:pt x="82391" y="103822"/>
                </a:lnTo>
                <a:lnTo>
                  <a:pt x="86963" y="99250"/>
                </a:lnTo>
                <a:lnTo>
                  <a:pt x="93059" y="96202"/>
                </a:lnTo>
                <a:lnTo>
                  <a:pt x="99155" y="91630"/>
                </a:lnTo>
                <a:lnTo>
                  <a:pt x="103727" y="86963"/>
                </a:lnTo>
                <a:lnTo>
                  <a:pt x="106775" y="82391"/>
                </a:lnTo>
                <a:lnTo>
                  <a:pt x="111347" y="77819"/>
                </a:lnTo>
                <a:lnTo>
                  <a:pt x="117443" y="68675"/>
                </a:lnTo>
                <a:lnTo>
                  <a:pt x="118967" y="64103"/>
                </a:lnTo>
                <a:lnTo>
                  <a:pt x="120491" y="58007"/>
                </a:lnTo>
                <a:lnTo>
                  <a:pt x="120491" y="44291"/>
                </a:lnTo>
                <a:lnTo>
                  <a:pt x="118967" y="38195"/>
                </a:lnTo>
                <a:lnTo>
                  <a:pt x="114395" y="32099"/>
                </a:lnTo>
                <a:lnTo>
                  <a:pt x="111347" y="27527"/>
                </a:lnTo>
                <a:lnTo>
                  <a:pt x="105251" y="24479"/>
                </a:lnTo>
                <a:lnTo>
                  <a:pt x="141177" y="24479"/>
                </a:lnTo>
                <a:lnTo>
                  <a:pt x="144589" y="31325"/>
                </a:lnTo>
                <a:lnTo>
                  <a:pt x="147161" y="41051"/>
                </a:lnTo>
                <a:lnTo>
                  <a:pt x="148018" y="51911"/>
                </a:lnTo>
                <a:lnTo>
                  <a:pt x="148018" y="61055"/>
                </a:lnTo>
                <a:lnTo>
                  <a:pt x="146494" y="68675"/>
                </a:lnTo>
                <a:lnTo>
                  <a:pt x="141922" y="76295"/>
                </a:lnTo>
                <a:lnTo>
                  <a:pt x="138874" y="82391"/>
                </a:lnTo>
                <a:lnTo>
                  <a:pt x="134302" y="90106"/>
                </a:lnTo>
                <a:lnTo>
                  <a:pt x="128206" y="96202"/>
                </a:lnTo>
                <a:lnTo>
                  <a:pt x="124436" y="100774"/>
                </a:lnTo>
                <a:lnTo>
                  <a:pt x="120122" y="105346"/>
                </a:lnTo>
                <a:lnTo>
                  <a:pt x="116876" y="108394"/>
                </a:lnTo>
                <a:close/>
              </a:path>
              <a:path w="226059" h="273685">
                <a:moveTo>
                  <a:pt x="187597" y="202977"/>
                </a:moveTo>
                <a:lnTo>
                  <a:pt x="154114" y="202977"/>
                </a:lnTo>
                <a:lnTo>
                  <a:pt x="160448" y="194714"/>
                </a:lnTo>
                <a:lnTo>
                  <a:pt x="165925" y="186023"/>
                </a:lnTo>
                <a:lnTo>
                  <a:pt x="170867" y="176974"/>
                </a:lnTo>
                <a:lnTo>
                  <a:pt x="175450" y="167925"/>
                </a:lnTo>
                <a:lnTo>
                  <a:pt x="180641" y="158440"/>
                </a:lnTo>
                <a:lnTo>
                  <a:pt x="184975" y="148411"/>
                </a:lnTo>
                <a:lnTo>
                  <a:pt x="188737" y="137828"/>
                </a:lnTo>
                <a:lnTo>
                  <a:pt x="192214" y="126682"/>
                </a:lnTo>
                <a:lnTo>
                  <a:pt x="222694" y="126682"/>
                </a:lnTo>
                <a:lnTo>
                  <a:pt x="208335" y="163798"/>
                </a:lnTo>
                <a:lnTo>
                  <a:pt x="190383" y="198405"/>
                </a:lnTo>
                <a:lnTo>
                  <a:pt x="187597" y="202977"/>
                </a:lnTo>
                <a:close/>
              </a:path>
              <a:path w="226059" h="273685">
                <a:moveTo>
                  <a:pt x="152201" y="245745"/>
                </a:moveTo>
                <a:lnTo>
                  <a:pt x="83915" y="245745"/>
                </a:lnTo>
                <a:lnTo>
                  <a:pt x="90749" y="245459"/>
                </a:lnTo>
                <a:lnTo>
                  <a:pt x="97440" y="244602"/>
                </a:lnTo>
                <a:lnTo>
                  <a:pt x="134302" y="224313"/>
                </a:lnTo>
                <a:lnTo>
                  <a:pt x="125103" y="216027"/>
                </a:lnTo>
                <a:lnTo>
                  <a:pt x="115931" y="207168"/>
                </a:lnTo>
                <a:lnTo>
                  <a:pt x="88773" y="178078"/>
                </a:lnTo>
                <a:lnTo>
                  <a:pt x="65627" y="146494"/>
                </a:lnTo>
                <a:lnTo>
                  <a:pt x="99409" y="146494"/>
                </a:lnTo>
                <a:lnTo>
                  <a:pt x="102012" y="150125"/>
                </a:lnTo>
                <a:lnTo>
                  <a:pt x="110132" y="159988"/>
                </a:lnTo>
                <a:lnTo>
                  <a:pt x="118967" y="169449"/>
                </a:lnTo>
                <a:lnTo>
                  <a:pt x="127285" y="178546"/>
                </a:lnTo>
                <a:lnTo>
                  <a:pt x="136005" y="187356"/>
                </a:lnTo>
                <a:lnTo>
                  <a:pt x="144992" y="195595"/>
                </a:lnTo>
                <a:lnTo>
                  <a:pt x="154114" y="202977"/>
                </a:lnTo>
                <a:lnTo>
                  <a:pt x="187597" y="202977"/>
                </a:lnTo>
                <a:lnTo>
                  <a:pt x="183808" y="209192"/>
                </a:lnTo>
                <a:lnTo>
                  <a:pt x="176974" y="219741"/>
                </a:lnTo>
                <a:lnTo>
                  <a:pt x="183663" y="224313"/>
                </a:lnTo>
                <a:lnTo>
                  <a:pt x="189928" y="228516"/>
                </a:lnTo>
                <a:lnTo>
                  <a:pt x="196262" y="232212"/>
                </a:lnTo>
                <a:lnTo>
                  <a:pt x="202882" y="235077"/>
                </a:lnTo>
                <a:lnTo>
                  <a:pt x="210502" y="239649"/>
                </a:lnTo>
                <a:lnTo>
                  <a:pt x="218122" y="242697"/>
                </a:lnTo>
                <a:lnTo>
                  <a:pt x="155638" y="242697"/>
                </a:lnTo>
                <a:lnTo>
                  <a:pt x="152201" y="245745"/>
                </a:lnTo>
                <a:close/>
              </a:path>
              <a:path w="226059" h="273685">
                <a:moveTo>
                  <a:pt x="216598" y="273177"/>
                </a:moveTo>
                <a:lnTo>
                  <a:pt x="179855" y="257270"/>
                </a:lnTo>
                <a:lnTo>
                  <a:pt x="155638" y="242697"/>
                </a:lnTo>
                <a:lnTo>
                  <a:pt x="218122" y="242697"/>
                </a:lnTo>
                <a:lnTo>
                  <a:pt x="225742" y="245745"/>
                </a:lnTo>
                <a:lnTo>
                  <a:pt x="216598" y="2731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6969061" y="3837336"/>
            <a:ext cx="171450" cy="290195"/>
          </a:xfrm>
          <a:custGeom>
            <a:avLst/>
            <a:gdLst/>
            <a:ahLst/>
            <a:cxnLst/>
            <a:rect l="l" t="t" r="r" b="b"/>
            <a:pathLst>
              <a:path w="171450" h="290195">
                <a:moveTo>
                  <a:pt x="170878" y="106870"/>
                </a:moveTo>
                <a:lnTo>
                  <a:pt x="138874" y="106870"/>
                </a:lnTo>
                <a:lnTo>
                  <a:pt x="137350" y="74771"/>
                </a:lnTo>
                <a:lnTo>
                  <a:pt x="137350" y="0"/>
                </a:lnTo>
                <a:lnTo>
                  <a:pt x="170878" y="0"/>
                </a:lnTo>
                <a:lnTo>
                  <a:pt x="170878" y="106870"/>
                </a:lnTo>
                <a:close/>
              </a:path>
              <a:path w="171450" h="290195">
                <a:moveTo>
                  <a:pt x="79343" y="289940"/>
                </a:moveTo>
                <a:lnTo>
                  <a:pt x="33480" y="274510"/>
                </a:lnTo>
                <a:lnTo>
                  <a:pt x="4964" y="230802"/>
                </a:lnTo>
                <a:lnTo>
                  <a:pt x="0" y="187737"/>
                </a:lnTo>
                <a:lnTo>
                  <a:pt x="309" y="176300"/>
                </a:lnTo>
                <a:lnTo>
                  <a:pt x="9865" y="136112"/>
                </a:lnTo>
                <a:lnTo>
                  <a:pt x="37623" y="101072"/>
                </a:lnTo>
                <a:lnTo>
                  <a:pt x="75914" y="85748"/>
                </a:lnTo>
                <a:lnTo>
                  <a:pt x="83915" y="85439"/>
                </a:lnTo>
                <a:lnTo>
                  <a:pt x="91868" y="85748"/>
                </a:lnTo>
                <a:lnTo>
                  <a:pt x="99536" y="86772"/>
                </a:lnTo>
                <a:lnTo>
                  <a:pt x="106632" y="88653"/>
                </a:lnTo>
                <a:lnTo>
                  <a:pt x="112871" y="91535"/>
                </a:lnTo>
                <a:lnTo>
                  <a:pt x="119546" y="94346"/>
                </a:lnTo>
                <a:lnTo>
                  <a:pt x="125908" y="98024"/>
                </a:lnTo>
                <a:lnTo>
                  <a:pt x="132253" y="102291"/>
                </a:lnTo>
                <a:lnTo>
                  <a:pt x="138874" y="106870"/>
                </a:lnTo>
                <a:lnTo>
                  <a:pt x="170878" y="106870"/>
                </a:lnTo>
                <a:lnTo>
                  <a:pt x="170878" y="112966"/>
                </a:lnTo>
                <a:lnTo>
                  <a:pt x="82391" y="112966"/>
                </a:lnTo>
                <a:lnTo>
                  <a:pt x="74771" y="114490"/>
                </a:lnTo>
                <a:lnTo>
                  <a:pt x="43148" y="144398"/>
                </a:lnTo>
                <a:lnTo>
                  <a:pt x="33623" y="187737"/>
                </a:lnTo>
                <a:lnTo>
                  <a:pt x="34480" y="204025"/>
                </a:lnTo>
                <a:lnTo>
                  <a:pt x="47339" y="242601"/>
                </a:lnTo>
                <a:lnTo>
                  <a:pt x="86963" y="260984"/>
                </a:lnTo>
                <a:lnTo>
                  <a:pt x="138874" y="260984"/>
                </a:lnTo>
                <a:lnTo>
                  <a:pt x="132896" y="266652"/>
                </a:lnTo>
                <a:lnTo>
                  <a:pt x="96678" y="287654"/>
                </a:lnTo>
                <a:lnTo>
                  <a:pt x="88225" y="289369"/>
                </a:lnTo>
                <a:lnTo>
                  <a:pt x="79343" y="289940"/>
                </a:lnTo>
                <a:close/>
              </a:path>
              <a:path w="171450" h="290195">
                <a:moveTo>
                  <a:pt x="170878" y="283844"/>
                </a:moveTo>
                <a:lnTo>
                  <a:pt x="143446" y="283844"/>
                </a:lnTo>
                <a:lnTo>
                  <a:pt x="140398" y="260984"/>
                </a:lnTo>
                <a:lnTo>
                  <a:pt x="86963" y="260984"/>
                </a:lnTo>
                <a:lnTo>
                  <a:pt x="124575" y="246649"/>
                </a:lnTo>
                <a:lnTo>
                  <a:pt x="137350" y="234981"/>
                </a:lnTo>
                <a:lnTo>
                  <a:pt x="137350" y="132778"/>
                </a:lnTo>
                <a:lnTo>
                  <a:pt x="97631" y="112966"/>
                </a:lnTo>
                <a:lnTo>
                  <a:pt x="170878" y="112966"/>
                </a:lnTo>
                <a:lnTo>
                  <a:pt x="170878" y="2838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7190327" y="3922776"/>
            <a:ext cx="366395" cy="205104"/>
            <a:chOff x="7190327" y="3922776"/>
            <a:chExt cx="366395" cy="205104"/>
          </a:xfrm>
        </p:grpSpPr>
        <p:pic>
          <p:nvPicPr>
            <p:cNvPr id="64" name="object 6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90327" y="3922776"/>
              <a:ext cx="164687" cy="204501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9398" y="3927348"/>
              <a:ext cx="176974" cy="195262"/>
            </a:xfrm>
            <a:prstGeom prst="rect">
              <a:avLst/>
            </a:prstGeom>
          </p:spPr>
        </p:pic>
      </p:grpSp>
      <p:grpSp>
        <p:nvGrpSpPr>
          <p:cNvPr id="66" name="object 66" descr=""/>
          <p:cNvGrpSpPr/>
          <p:nvPr/>
        </p:nvGrpSpPr>
        <p:grpSpPr>
          <a:xfrm>
            <a:off x="7673816" y="3837336"/>
            <a:ext cx="439420" cy="290195"/>
            <a:chOff x="7673816" y="3837336"/>
            <a:chExt cx="439420" cy="290195"/>
          </a:xfrm>
        </p:grpSpPr>
        <p:sp>
          <p:nvSpPr>
            <p:cNvPr id="67" name="object 67" descr=""/>
            <p:cNvSpPr/>
            <p:nvPr/>
          </p:nvSpPr>
          <p:spPr>
            <a:xfrm>
              <a:off x="7673816" y="3837336"/>
              <a:ext cx="53975" cy="290195"/>
            </a:xfrm>
            <a:custGeom>
              <a:avLst/>
              <a:gdLst/>
              <a:ahLst/>
              <a:cxnLst/>
              <a:rect l="l" t="t" r="r" b="b"/>
              <a:pathLst>
                <a:path w="53975" h="290195">
                  <a:moveTo>
                    <a:pt x="39624" y="289941"/>
                  </a:moveTo>
                  <a:lnTo>
                    <a:pt x="35052" y="289941"/>
                  </a:lnTo>
                  <a:lnTo>
                    <a:pt x="26503" y="289107"/>
                  </a:lnTo>
                  <a:lnTo>
                    <a:pt x="571" y="255420"/>
                  </a:lnTo>
                  <a:lnTo>
                    <a:pt x="0" y="245649"/>
                  </a:lnTo>
                  <a:lnTo>
                    <a:pt x="0" y="0"/>
                  </a:lnTo>
                  <a:lnTo>
                    <a:pt x="33528" y="0"/>
                  </a:lnTo>
                  <a:lnTo>
                    <a:pt x="33528" y="256413"/>
                  </a:lnTo>
                  <a:lnTo>
                    <a:pt x="39624" y="262509"/>
                  </a:lnTo>
                  <a:lnTo>
                    <a:pt x="47244" y="262509"/>
                  </a:lnTo>
                  <a:lnTo>
                    <a:pt x="50387" y="260985"/>
                  </a:lnTo>
                  <a:lnTo>
                    <a:pt x="53435" y="285369"/>
                  </a:lnTo>
                  <a:lnTo>
                    <a:pt x="51911" y="286893"/>
                  </a:lnTo>
                  <a:lnTo>
                    <a:pt x="48863" y="288417"/>
                  </a:lnTo>
                  <a:lnTo>
                    <a:pt x="44195" y="288417"/>
                  </a:lnTo>
                  <a:lnTo>
                    <a:pt x="39624" y="2899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760779" y="3922775"/>
              <a:ext cx="166211" cy="204501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960613" y="3922775"/>
              <a:ext cx="152495" cy="204501"/>
            </a:xfrm>
            <a:prstGeom prst="rect">
              <a:avLst/>
            </a:prstGeom>
          </p:spPr>
        </p:pic>
      </p:grpSp>
      <p:grpSp>
        <p:nvGrpSpPr>
          <p:cNvPr id="70" name="object 70" descr=""/>
          <p:cNvGrpSpPr/>
          <p:nvPr/>
        </p:nvGrpSpPr>
        <p:grpSpPr>
          <a:xfrm>
            <a:off x="8160448" y="3837336"/>
            <a:ext cx="358775" cy="290195"/>
            <a:chOff x="8160448" y="3837336"/>
            <a:chExt cx="358775" cy="290195"/>
          </a:xfrm>
        </p:grpSpPr>
        <p:sp>
          <p:nvSpPr>
            <p:cNvPr id="71" name="object 71" descr=""/>
            <p:cNvSpPr/>
            <p:nvPr/>
          </p:nvSpPr>
          <p:spPr>
            <a:xfrm>
              <a:off x="8160448" y="3837336"/>
              <a:ext cx="170815" cy="290195"/>
            </a:xfrm>
            <a:custGeom>
              <a:avLst/>
              <a:gdLst/>
              <a:ahLst/>
              <a:cxnLst/>
              <a:rect l="l" t="t" r="r" b="b"/>
              <a:pathLst>
                <a:path w="170815" h="290195">
                  <a:moveTo>
                    <a:pt x="170783" y="106870"/>
                  </a:moveTo>
                  <a:lnTo>
                    <a:pt x="138779" y="106870"/>
                  </a:lnTo>
                  <a:lnTo>
                    <a:pt x="137255" y="74771"/>
                  </a:lnTo>
                  <a:lnTo>
                    <a:pt x="137255" y="0"/>
                  </a:lnTo>
                  <a:lnTo>
                    <a:pt x="170783" y="0"/>
                  </a:lnTo>
                  <a:lnTo>
                    <a:pt x="170783" y="106870"/>
                  </a:lnTo>
                  <a:close/>
                </a:path>
                <a:path w="170815" h="290195">
                  <a:moveTo>
                    <a:pt x="80772" y="289940"/>
                  </a:moveTo>
                  <a:lnTo>
                    <a:pt x="33623" y="274510"/>
                  </a:lnTo>
                  <a:lnTo>
                    <a:pt x="5524" y="230802"/>
                  </a:lnTo>
                  <a:lnTo>
                    <a:pt x="0" y="187737"/>
                  </a:lnTo>
                  <a:lnTo>
                    <a:pt x="309" y="176300"/>
                  </a:lnTo>
                  <a:lnTo>
                    <a:pt x="10691" y="136112"/>
                  </a:lnTo>
                  <a:lnTo>
                    <a:pt x="38290" y="101072"/>
                  </a:lnTo>
                  <a:lnTo>
                    <a:pt x="75819" y="85748"/>
                  </a:lnTo>
                  <a:lnTo>
                    <a:pt x="83820" y="85439"/>
                  </a:lnTo>
                  <a:lnTo>
                    <a:pt x="92471" y="85748"/>
                  </a:lnTo>
                  <a:lnTo>
                    <a:pt x="100095" y="86772"/>
                  </a:lnTo>
                  <a:lnTo>
                    <a:pt x="106845" y="88653"/>
                  </a:lnTo>
                  <a:lnTo>
                    <a:pt x="112871" y="91535"/>
                  </a:lnTo>
                  <a:lnTo>
                    <a:pt x="119491" y="94346"/>
                  </a:lnTo>
                  <a:lnTo>
                    <a:pt x="125825" y="98024"/>
                  </a:lnTo>
                  <a:lnTo>
                    <a:pt x="132159" y="102291"/>
                  </a:lnTo>
                  <a:lnTo>
                    <a:pt x="138779" y="106870"/>
                  </a:lnTo>
                  <a:lnTo>
                    <a:pt x="170783" y="106870"/>
                  </a:lnTo>
                  <a:lnTo>
                    <a:pt x="170783" y="112966"/>
                  </a:lnTo>
                  <a:lnTo>
                    <a:pt x="82296" y="112966"/>
                  </a:lnTo>
                  <a:lnTo>
                    <a:pt x="74676" y="114490"/>
                  </a:lnTo>
                  <a:lnTo>
                    <a:pt x="43624" y="144398"/>
                  </a:lnTo>
                  <a:lnTo>
                    <a:pt x="33528" y="187737"/>
                  </a:lnTo>
                  <a:lnTo>
                    <a:pt x="34385" y="204025"/>
                  </a:lnTo>
                  <a:lnTo>
                    <a:pt x="47244" y="242601"/>
                  </a:lnTo>
                  <a:lnTo>
                    <a:pt x="86868" y="260984"/>
                  </a:lnTo>
                  <a:lnTo>
                    <a:pt x="138779" y="260984"/>
                  </a:lnTo>
                  <a:lnTo>
                    <a:pt x="132802" y="266652"/>
                  </a:lnTo>
                  <a:lnTo>
                    <a:pt x="96821" y="287654"/>
                  </a:lnTo>
                  <a:lnTo>
                    <a:pt x="88787" y="289369"/>
                  </a:lnTo>
                  <a:lnTo>
                    <a:pt x="80772" y="289940"/>
                  </a:lnTo>
                  <a:close/>
                </a:path>
                <a:path w="170815" h="290195">
                  <a:moveTo>
                    <a:pt x="170783" y="283844"/>
                  </a:moveTo>
                  <a:lnTo>
                    <a:pt x="143351" y="283844"/>
                  </a:lnTo>
                  <a:lnTo>
                    <a:pt x="140303" y="260984"/>
                  </a:lnTo>
                  <a:lnTo>
                    <a:pt x="86868" y="260984"/>
                  </a:lnTo>
                  <a:lnTo>
                    <a:pt x="125063" y="246649"/>
                  </a:lnTo>
                  <a:lnTo>
                    <a:pt x="137255" y="234981"/>
                  </a:lnTo>
                  <a:lnTo>
                    <a:pt x="137255" y="132778"/>
                  </a:lnTo>
                  <a:lnTo>
                    <a:pt x="97631" y="112966"/>
                  </a:lnTo>
                  <a:lnTo>
                    <a:pt x="170783" y="112966"/>
                  </a:lnTo>
                  <a:lnTo>
                    <a:pt x="170783" y="2838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73998" y="3922776"/>
              <a:ext cx="144875" cy="204501"/>
            </a:xfrm>
            <a:prstGeom prst="rect">
              <a:avLst/>
            </a:prstGeom>
          </p:spPr>
        </p:pic>
      </p:grpSp>
      <p:sp>
        <p:nvSpPr>
          <p:cNvPr id="73" name="object 73" descr=""/>
          <p:cNvSpPr/>
          <p:nvPr/>
        </p:nvSpPr>
        <p:spPr>
          <a:xfrm>
            <a:off x="771143" y="4561332"/>
            <a:ext cx="58419" cy="266700"/>
          </a:xfrm>
          <a:custGeom>
            <a:avLst/>
            <a:gdLst/>
            <a:ahLst/>
            <a:cxnLst/>
            <a:rect l="l" t="t" r="r" b="b"/>
            <a:pathLst>
              <a:path w="58419" h="266700">
                <a:moveTo>
                  <a:pt x="57912" y="266700"/>
                </a:moveTo>
                <a:lnTo>
                  <a:pt x="0" y="266700"/>
                </a:lnTo>
                <a:lnTo>
                  <a:pt x="0" y="0"/>
                </a:lnTo>
                <a:lnTo>
                  <a:pt x="57912" y="0"/>
                </a:lnTo>
                <a:lnTo>
                  <a:pt x="57912" y="266700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4" name="object 74" descr=""/>
          <p:cNvGrpSpPr/>
          <p:nvPr/>
        </p:nvGrpSpPr>
        <p:grpSpPr>
          <a:xfrm>
            <a:off x="972883" y="4533233"/>
            <a:ext cx="807085" cy="374015"/>
            <a:chOff x="972883" y="4533233"/>
            <a:chExt cx="807085" cy="374015"/>
          </a:xfrm>
        </p:grpSpPr>
        <p:sp>
          <p:nvSpPr>
            <p:cNvPr id="75" name="object 75" descr=""/>
            <p:cNvSpPr/>
            <p:nvPr/>
          </p:nvSpPr>
          <p:spPr>
            <a:xfrm>
              <a:off x="972870" y="4533239"/>
              <a:ext cx="613410" cy="374015"/>
            </a:xfrm>
            <a:custGeom>
              <a:avLst/>
              <a:gdLst/>
              <a:ahLst/>
              <a:cxnLst/>
              <a:rect l="l" t="t" r="r" b="b"/>
              <a:pathLst>
                <a:path w="613410" h="374014">
                  <a:moveTo>
                    <a:pt x="216598" y="285369"/>
                  </a:moveTo>
                  <a:lnTo>
                    <a:pt x="188849" y="204406"/>
                  </a:lnTo>
                  <a:lnTo>
                    <a:pt x="179959" y="178498"/>
                  </a:lnTo>
                  <a:lnTo>
                    <a:pt x="146494" y="80924"/>
                  </a:lnTo>
                  <a:lnTo>
                    <a:pt x="146494" y="178498"/>
                  </a:lnTo>
                  <a:lnTo>
                    <a:pt x="68681" y="178498"/>
                  </a:lnTo>
                  <a:lnTo>
                    <a:pt x="80873" y="137350"/>
                  </a:lnTo>
                  <a:lnTo>
                    <a:pt x="84302" y="126771"/>
                  </a:lnTo>
                  <a:lnTo>
                    <a:pt x="91160" y="105105"/>
                  </a:lnTo>
                  <a:lnTo>
                    <a:pt x="94589" y="94589"/>
                  </a:lnTo>
                  <a:lnTo>
                    <a:pt x="97777" y="83146"/>
                  </a:lnTo>
                  <a:lnTo>
                    <a:pt x="103593" y="60248"/>
                  </a:lnTo>
                  <a:lnTo>
                    <a:pt x="106781" y="48768"/>
                  </a:lnTo>
                  <a:lnTo>
                    <a:pt x="108305" y="48768"/>
                  </a:lnTo>
                  <a:lnTo>
                    <a:pt x="111709" y="60248"/>
                  </a:lnTo>
                  <a:lnTo>
                    <a:pt x="114973" y="71716"/>
                  </a:lnTo>
                  <a:lnTo>
                    <a:pt x="117944" y="83146"/>
                  </a:lnTo>
                  <a:lnTo>
                    <a:pt x="120497" y="94589"/>
                  </a:lnTo>
                  <a:lnTo>
                    <a:pt x="123926" y="105105"/>
                  </a:lnTo>
                  <a:lnTo>
                    <a:pt x="130784" y="126771"/>
                  </a:lnTo>
                  <a:lnTo>
                    <a:pt x="134213" y="137350"/>
                  </a:lnTo>
                  <a:lnTo>
                    <a:pt x="146494" y="178498"/>
                  </a:lnTo>
                  <a:lnTo>
                    <a:pt x="146494" y="80924"/>
                  </a:lnTo>
                  <a:lnTo>
                    <a:pt x="135470" y="48768"/>
                  </a:lnTo>
                  <a:lnTo>
                    <a:pt x="126593" y="22860"/>
                  </a:lnTo>
                  <a:lnTo>
                    <a:pt x="90017" y="22860"/>
                  </a:lnTo>
                  <a:lnTo>
                    <a:pt x="0" y="285369"/>
                  </a:lnTo>
                  <a:lnTo>
                    <a:pt x="35052" y="285369"/>
                  </a:lnTo>
                  <a:lnTo>
                    <a:pt x="59537" y="204406"/>
                  </a:lnTo>
                  <a:lnTo>
                    <a:pt x="155638" y="204406"/>
                  </a:lnTo>
                  <a:lnTo>
                    <a:pt x="180022" y="285369"/>
                  </a:lnTo>
                  <a:lnTo>
                    <a:pt x="216598" y="285369"/>
                  </a:lnTo>
                  <a:close/>
                </a:path>
                <a:path w="613410" h="374014">
                  <a:moveTo>
                    <a:pt x="303568" y="286893"/>
                  </a:moveTo>
                  <a:lnTo>
                    <a:pt x="298996" y="260883"/>
                  </a:lnTo>
                  <a:lnTo>
                    <a:pt x="297472" y="262407"/>
                  </a:lnTo>
                  <a:lnTo>
                    <a:pt x="289852" y="262407"/>
                  </a:lnTo>
                  <a:lnTo>
                    <a:pt x="286804" y="260883"/>
                  </a:lnTo>
                  <a:lnTo>
                    <a:pt x="285280" y="259359"/>
                  </a:lnTo>
                  <a:lnTo>
                    <a:pt x="282232" y="253263"/>
                  </a:lnTo>
                  <a:lnTo>
                    <a:pt x="282232" y="0"/>
                  </a:lnTo>
                  <a:lnTo>
                    <a:pt x="250126" y="0"/>
                  </a:lnTo>
                  <a:lnTo>
                    <a:pt x="250126" y="245643"/>
                  </a:lnTo>
                  <a:lnTo>
                    <a:pt x="250469" y="255574"/>
                  </a:lnTo>
                  <a:lnTo>
                    <a:pt x="275209" y="289102"/>
                  </a:lnTo>
                  <a:lnTo>
                    <a:pt x="283756" y="289941"/>
                  </a:lnTo>
                  <a:lnTo>
                    <a:pt x="292900" y="289941"/>
                  </a:lnTo>
                  <a:lnTo>
                    <a:pt x="295948" y="288417"/>
                  </a:lnTo>
                  <a:lnTo>
                    <a:pt x="298996" y="288417"/>
                  </a:lnTo>
                  <a:lnTo>
                    <a:pt x="300520" y="286893"/>
                  </a:lnTo>
                  <a:lnTo>
                    <a:pt x="303568" y="286893"/>
                  </a:lnTo>
                  <a:close/>
                </a:path>
                <a:path w="613410" h="374014">
                  <a:moveTo>
                    <a:pt x="384441" y="90004"/>
                  </a:moveTo>
                  <a:lnTo>
                    <a:pt x="350812" y="90004"/>
                  </a:lnTo>
                  <a:lnTo>
                    <a:pt x="350812" y="285369"/>
                  </a:lnTo>
                  <a:lnTo>
                    <a:pt x="384441" y="285369"/>
                  </a:lnTo>
                  <a:lnTo>
                    <a:pt x="384441" y="90004"/>
                  </a:lnTo>
                  <a:close/>
                </a:path>
                <a:path w="613410" h="374014">
                  <a:moveTo>
                    <a:pt x="390537" y="22860"/>
                  </a:moveTo>
                  <a:lnTo>
                    <a:pt x="389013" y="16764"/>
                  </a:lnTo>
                  <a:lnTo>
                    <a:pt x="384441" y="13716"/>
                  </a:lnTo>
                  <a:lnTo>
                    <a:pt x="379869" y="9144"/>
                  </a:lnTo>
                  <a:lnTo>
                    <a:pt x="373773" y="7620"/>
                  </a:lnTo>
                  <a:lnTo>
                    <a:pt x="361581" y="7620"/>
                  </a:lnTo>
                  <a:lnTo>
                    <a:pt x="356908" y="9144"/>
                  </a:lnTo>
                  <a:lnTo>
                    <a:pt x="352336" y="13716"/>
                  </a:lnTo>
                  <a:lnTo>
                    <a:pt x="347764" y="16764"/>
                  </a:lnTo>
                  <a:lnTo>
                    <a:pt x="344716" y="22860"/>
                  </a:lnTo>
                  <a:lnTo>
                    <a:pt x="344716" y="35052"/>
                  </a:lnTo>
                  <a:lnTo>
                    <a:pt x="347764" y="39624"/>
                  </a:lnTo>
                  <a:lnTo>
                    <a:pt x="356908" y="48768"/>
                  </a:lnTo>
                  <a:lnTo>
                    <a:pt x="361581" y="50292"/>
                  </a:lnTo>
                  <a:lnTo>
                    <a:pt x="373773" y="50292"/>
                  </a:lnTo>
                  <a:lnTo>
                    <a:pt x="379869" y="47244"/>
                  </a:lnTo>
                  <a:lnTo>
                    <a:pt x="384441" y="44196"/>
                  </a:lnTo>
                  <a:lnTo>
                    <a:pt x="389013" y="39624"/>
                  </a:lnTo>
                  <a:lnTo>
                    <a:pt x="390537" y="35052"/>
                  </a:lnTo>
                  <a:lnTo>
                    <a:pt x="390537" y="22860"/>
                  </a:lnTo>
                  <a:close/>
                </a:path>
                <a:path w="613410" h="374014">
                  <a:moveTo>
                    <a:pt x="613219" y="306705"/>
                  </a:moveTo>
                  <a:lnTo>
                    <a:pt x="596455" y="271564"/>
                  </a:lnTo>
                  <a:lnTo>
                    <a:pt x="581215" y="265074"/>
                  </a:lnTo>
                  <a:lnTo>
                    <a:pt x="581215" y="302133"/>
                  </a:lnTo>
                  <a:lnTo>
                    <a:pt x="581215" y="317373"/>
                  </a:lnTo>
                  <a:lnTo>
                    <a:pt x="579691" y="321945"/>
                  </a:lnTo>
                  <a:lnTo>
                    <a:pt x="573595" y="331089"/>
                  </a:lnTo>
                  <a:lnTo>
                    <a:pt x="570458" y="335661"/>
                  </a:lnTo>
                  <a:lnTo>
                    <a:pt x="564362" y="338709"/>
                  </a:lnTo>
                  <a:lnTo>
                    <a:pt x="559790" y="343281"/>
                  </a:lnTo>
                  <a:lnTo>
                    <a:pt x="552170" y="346329"/>
                  </a:lnTo>
                  <a:lnTo>
                    <a:pt x="544550" y="347853"/>
                  </a:lnTo>
                  <a:lnTo>
                    <a:pt x="536930" y="351002"/>
                  </a:lnTo>
                  <a:lnTo>
                    <a:pt x="520166" y="351002"/>
                  </a:lnTo>
                  <a:lnTo>
                    <a:pt x="507301" y="350405"/>
                  </a:lnTo>
                  <a:lnTo>
                    <a:pt x="467347" y="331279"/>
                  </a:lnTo>
                  <a:lnTo>
                    <a:pt x="463677" y="317373"/>
                  </a:lnTo>
                  <a:lnTo>
                    <a:pt x="463677" y="311277"/>
                  </a:lnTo>
                  <a:lnTo>
                    <a:pt x="465302" y="306705"/>
                  </a:lnTo>
                  <a:lnTo>
                    <a:pt x="471398" y="294513"/>
                  </a:lnTo>
                  <a:lnTo>
                    <a:pt x="475970" y="289941"/>
                  </a:lnTo>
                  <a:lnTo>
                    <a:pt x="483590" y="285369"/>
                  </a:lnTo>
                  <a:lnTo>
                    <a:pt x="488162" y="286893"/>
                  </a:lnTo>
                  <a:lnTo>
                    <a:pt x="495782" y="286893"/>
                  </a:lnTo>
                  <a:lnTo>
                    <a:pt x="500354" y="288417"/>
                  </a:lnTo>
                  <a:lnTo>
                    <a:pt x="541502" y="288417"/>
                  </a:lnTo>
                  <a:lnTo>
                    <a:pt x="550976" y="288709"/>
                  </a:lnTo>
                  <a:lnTo>
                    <a:pt x="581215" y="302133"/>
                  </a:lnTo>
                  <a:lnTo>
                    <a:pt x="581215" y="265074"/>
                  </a:lnTo>
                  <a:lnTo>
                    <a:pt x="575081" y="263372"/>
                  </a:lnTo>
                  <a:lnTo>
                    <a:pt x="560806" y="261480"/>
                  </a:lnTo>
                  <a:lnTo>
                    <a:pt x="544550" y="260896"/>
                  </a:lnTo>
                  <a:lnTo>
                    <a:pt x="507974" y="260896"/>
                  </a:lnTo>
                  <a:lnTo>
                    <a:pt x="498538" y="260578"/>
                  </a:lnTo>
                  <a:lnTo>
                    <a:pt x="472922" y="245656"/>
                  </a:lnTo>
                  <a:lnTo>
                    <a:pt x="472922" y="233464"/>
                  </a:lnTo>
                  <a:lnTo>
                    <a:pt x="474446" y="230416"/>
                  </a:lnTo>
                  <a:lnTo>
                    <a:pt x="477494" y="225844"/>
                  </a:lnTo>
                  <a:lnTo>
                    <a:pt x="479018" y="222796"/>
                  </a:lnTo>
                  <a:lnTo>
                    <a:pt x="485114" y="216700"/>
                  </a:lnTo>
                  <a:lnTo>
                    <a:pt x="489686" y="218224"/>
                  </a:lnTo>
                  <a:lnTo>
                    <a:pt x="495782" y="219748"/>
                  </a:lnTo>
                  <a:lnTo>
                    <a:pt x="504926" y="222796"/>
                  </a:lnTo>
                  <a:lnTo>
                    <a:pt x="515594" y="222796"/>
                  </a:lnTo>
                  <a:lnTo>
                    <a:pt x="555599" y="212496"/>
                  </a:lnTo>
                  <a:lnTo>
                    <a:pt x="581215" y="183070"/>
                  </a:lnTo>
                  <a:lnTo>
                    <a:pt x="585787" y="155638"/>
                  </a:lnTo>
                  <a:lnTo>
                    <a:pt x="585774" y="146380"/>
                  </a:lnTo>
                  <a:lnTo>
                    <a:pt x="584263" y="138874"/>
                  </a:lnTo>
                  <a:lnTo>
                    <a:pt x="581215" y="132689"/>
                  </a:lnTo>
                  <a:lnTo>
                    <a:pt x="578167" y="125069"/>
                  </a:lnTo>
                  <a:lnTo>
                    <a:pt x="575119" y="120497"/>
                  </a:lnTo>
                  <a:lnTo>
                    <a:pt x="570458" y="115925"/>
                  </a:lnTo>
                  <a:lnTo>
                    <a:pt x="610171" y="115925"/>
                  </a:lnTo>
                  <a:lnTo>
                    <a:pt x="610171" y="109829"/>
                  </a:lnTo>
                  <a:lnTo>
                    <a:pt x="610171" y="90017"/>
                  </a:lnTo>
                  <a:lnTo>
                    <a:pt x="556742" y="90017"/>
                  </a:lnTo>
                  <a:lnTo>
                    <a:pt x="556742" y="154114"/>
                  </a:lnTo>
                  <a:lnTo>
                    <a:pt x="556742" y="161734"/>
                  </a:lnTo>
                  <a:lnTo>
                    <a:pt x="553694" y="173926"/>
                  </a:lnTo>
                  <a:lnTo>
                    <a:pt x="520166" y="201358"/>
                  </a:lnTo>
                  <a:lnTo>
                    <a:pt x="509498" y="201358"/>
                  </a:lnTo>
                  <a:lnTo>
                    <a:pt x="477494" y="173926"/>
                  </a:lnTo>
                  <a:lnTo>
                    <a:pt x="474446" y="167830"/>
                  </a:lnTo>
                  <a:lnTo>
                    <a:pt x="474446" y="154114"/>
                  </a:lnTo>
                  <a:lnTo>
                    <a:pt x="475043" y="144360"/>
                  </a:lnTo>
                  <a:lnTo>
                    <a:pt x="499211" y="112306"/>
                  </a:lnTo>
                  <a:lnTo>
                    <a:pt x="515594" y="109829"/>
                  </a:lnTo>
                  <a:lnTo>
                    <a:pt x="523544" y="110413"/>
                  </a:lnTo>
                  <a:lnTo>
                    <a:pt x="553504" y="135013"/>
                  </a:lnTo>
                  <a:lnTo>
                    <a:pt x="556742" y="154114"/>
                  </a:lnTo>
                  <a:lnTo>
                    <a:pt x="556742" y="90017"/>
                  </a:lnTo>
                  <a:lnTo>
                    <a:pt x="543026" y="90017"/>
                  </a:lnTo>
                  <a:lnTo>
                    <a:pt x="533882" y="86969"/>
                  </a:lnTo>
                  <a:lnTo>
                    <a:pt x="529310" y="86969"/>
                  </a:lnTo>
                  <a:lnTo>
                    <a:pt x="524738" y="85445"/>
                  </a:lnTo>
                  <a:lnTo>
                    <a:pt x="515594" y="85445"/>
                  </a:lnTo>
                  <a:lnTo>
                    <a:pt x="474052" y="95732"/>
                  </a:lnTo>
                  <a:lnTo>
                    <a:pt x="446913" y="125069"/>
                  </a:lnTo>
                  <a:lnTo>
                    <a:pt x="442341" y="154114"/>
                  </a:lnTo>
                  <a:lnTo>
                    <a:pt x="442633" y="161734"/>
                  </a:lnTo>
                  <a:lnTo>
                    <a:pt x="457784" y="197942"/>
                  </a:lnTo>
                  <a:lnTo>
                    <a:pt x="466826" y="207556"/>
                  </a:lnTo>
                  <a:lnTo>
                    <a:pt x="466826" y="209080"/>
                  </a:lnTo>
                  <a:lnTo>
                    <a:pt x="462153" y="212128"/>
                  </a:lnTo>
                  <a:lnTo>
                    <a:pt x="457581" y="216700"/>
                  </a:lnTo>
                  <a:lnTo>
                    <a:pt x="448437" y="228892"/>
                  </a:lnTo>
                  <a:lnTo>
                    <a:pt x="445389" y="236512"/>
                  </a:lnTo>
                  <a:lnTo>
                    <a:pt x="445389" y="251752"/>
                  </a:lnTo>
                  <a:lnTo>
                    <a:pt x="446913" y="259372"/>
                  </a:lnTo>
                  <a:lnTo>
                    <a:pt x="451485" y="263944"/>
                  </a:lnTo>
                  <a:lnTo>
                    <a:pt x="457581" y="273088"/>
                  </a:lnTo>
                  <a:lnTo>
                    <a:pt x="463677" y="276136"/>
                  </a:lnTo>
                  <a:lnTo>
                    <a:pt x="463677" y="277660"/>
                  </a:lnTo>
                  <a:lnTo>
                    <a:pt x="457136" y="282536"/>
                  </a:lnTo>
                  <a:lnTo>
                    <a:pt x="451294" y="287832"/>
                  </a:lnTo>
                  <a:lnTo>
                    <a:pt x="446328" y="293395"/>
                  </a:lnTo>
                  <a:lnTo>
                    <a:pt x="442341" y="299085"/>
                  </a:lnTo>
                  <a:lnTo>
                    <a:pt x="436245" y="305181"/>
                  </a:lnTo>
                  <a:lnTo>
                    <a:pt x="434721" y="314325"/>
                  </a:lnTo>
                  <a:lnTo>
                    <a:pt x="434759" y="331279"/>
                  </a:lnTo>
                  <a:lnTo>
                    <a:pt x="436245" y="338709"/>
                  </a:lnTo>
                  <a:lnTo>
                    <a:pt x="440817" y="344805"/>
                  </a:lnTo>
                  <a:lnTo>
                    <a:pt x="443865" y="351002"/>
                  </a:lnTo>
                  <a:lnTo>
                    <a:pt x="449961" y="357098"/>
                  </a:lnTo>
                  <a:lnTo>
                    <a:pt x="456057" y="360146"/>
                  </a:lnTo>
                  <a:lnTo>
                    <a:pt x="462051" y="363524"/>
                  </a:lnTo>
                  <a:lnTo>
                    <a:pt x="506717" y="373811"/>
                  </a:lnTo>
                  <a:lnTo>
                    <a:pt x="515594" y="373862"/>
                  </a:lnTo>
                  <a:lnTo>
                    <a:pt x="526732" y="373570"/>
                  </a:lnTo>
                  <a:lnTo>
                    <a:pt x="564730" y="365836"/>
                  </a:lnTo>
                  <a:lnTo>
                    <a:pt x="598360" y="344436"/>
                  </a:lnTo>
                  <a:lnTo>
                    <a:pt x="612914" y="313537"/>
                  </a:lnTo>
                  <a:lnTo>
                    <a:pt x="613219" y="3067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24202" y="4618768"/>
              <a:ext cx="155638" cy="199834"/>
            </a:xfrm>
            <a:prstGeom prst="rect">
              <a:avLst/>
            </a:prstGeom>
          </p:spPr>
        </p:pic>
      </p:grpSp>
      <p:grpSp>
        <p:nvGrpSpPr>
          <p:cNvPr id="77" name="object 77" descr=""/>
          <p:cNvGrpSpPr/>
          <p:nvPr/>
        </p:nvGrpSpPr>
        <p:grpSpPr>
          <a:xfrm>
            <a:off x="1827085" y="4533233"/>
            <a:ext cx="370840" cy="290195"/>
            <a:chOff x="1827085" y="4533233"/>
            <a:chExt cx="370840" cy="290195"/>
          </a:xfrm>
        </p:grpSpPr>
        <p:pic>
          <p:nvPicPr>
            <p:cNvPr id="78" name="object 7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27085" y="4618672"/>
              <a:ext cx="166306" cy="204501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2026920" y="4533233"/>
              <a:ext cx="171450" cy="290195"/>
            </a:xfrm>
            <a:custGeom>
              <a:avLst/>
              <a:gdLst/>
              <a:ahLst/>
              <a:cxnLst/>
              <a:rect l="l" t="t" r="r" b="b"/>
              <a:pathLst>
                <a:path w="171450" h="290195">
                  <a:moveTo>
                    <a:pt x="170878" y="108299"/>
                  </a:moveTo>
                  <a:lnTo>
                    <a:pt x="138779" y="108299"/>
                  </a:lnTo>
                  <a:lnTo>
                    <a:pt x="137255" y="74771"/>
                  </a:lnTo>
                  <a:lnTo>
                    <a:pt x="137255" y="0"/>
                  </a:lnTo>
                  <a:lnTo>
                    <a:pt x="170878" y="0"/>
                  </a:lnTo>
                  <a:lnTo>
                    <a:pt x="170878" y="108299"/>
                  </a:lnTo>
                  <a:close/>
                </a:path>
                <a:path w="171450" h="290195">
                  <a:moveTo>
                    <a:pt x="79343" y="289941"/>
                  </a:moveTo>
                  <a:lnTo>
                    <a:pt x="33400" y="274470"/>
                  </a:lnTo>
                  <a:lnTo>
                    <a:pt x="4953" y="230778"/>
                  </a:lnTo>
                  <a:lnTo>
                    <a:pt x="0" y="187642"/>
                  </a:lnTo>
                  <a:lnTo>
                    <a:pt x="309" y="176260"/>
                  </a:lnTo>
                  <a:lnTo>
                    <a:pt x="9810" y="136057"/>
                  </a:lnTo>
                  <a:lnTo>
                    <a:pt x="37540" y="101250"/>
                  </a:lnTo>
                  <a:lnTo>
                    <a:pt x="75914" y="85986"/>
                  </a:lnTo>
                  <a:lnTo>
                    <a:pt x="83915" y="85439"/>
                  </a:lnTo>
                  <a:lnTo>
                    <a:pt x="91868" y="85748"/>
                  </a:lnTo>
                  <a:lnTo>
                    <a:pt x="132159" y="103108"/>
                  </a:lnTo>
                  <a:lnTo>
                    <a:pt x="138779" y="108299"/>
                  </a:lnTo>
                  <a:lnTo>
                    <a:pt x="170878" y="108299"/>
                  </a:lnTo>
                  <a:lnTo>
                    <a:pt x="170878" y="112871"/>
                  </a:lnTo>
                  <a:lnTo>
                    <a:pt x="82391" y="112871"/>
                  </a:lnTo>
                  <a:lnTo>
                    <a:pt x="74771" y="114395"/>
                  </a:lnTo>
                  <a:lnTo>
                    <a:pt x="67151" y="118967"/>
                  </a:lnTo>
                  <a:lnTo>
                    <a:pt x="61055" y="122015"/>
                  </a:lnTo>
                  <a:lnTo>
                    <a:pt x="54959" y="126587"/>
                  </a:lnTo>
                  <a:lnTo>
                    <a:pt x="50387" y="134302"/>
                  </a:lnTo>
                  <a:lnTo>
                    <a:pt x="46284" y="139160"/>
                  </a:lnTo>
                  <a:lnTo>
                    <a:pt x="43064" y="144589"/>
                  </a:lnTo>
                  <a:lnTo>
                    <a:pt x="33528" y="187642"/>
                  </a:lnTo>
                  <a:lnTo>
                    <a:pt x="34385" y="203985"/>
                  </a:lnTo>
                  <a:lnTo>
                    <a:pt x="47244" y="242601"/>
                  </a:lnTo>
                  <a:lnTo>
                    <a:pt x="86963" y="262413"/>
                  </a:lnTo>
                  <a:lnTo>
                    <a:pt x="138779" y="262413"/>
                  </a:lnTo>
                  <a:lnTo>
                    <a:pt x="132802" y="267201"/>
                  </a:lnTo>
                  <a:lnTo>
                    <a:pt x="96678" y="287655"/>
                  </a:lnTo>
                  <a:lnTo>
                    <a:pt x="88225" y="289369"/>
                  </a:lnTo>
                  <a:lnTo>
                    <a:pt x="79343" y="289941"/>
                  </a:lnTo>
                  <a:close/>
                </a:path>
                <a:path w="171450" h="290195">
                  <a:moveTo>
                    <a:pt x="170878" y="285369"/>
                  </a:moveTo>
                  <a:lnTo>
                    <a:pt x="143351" y="285369"/>
                  </a:lnTo>
                  <a:lnTo>
                    <a:pt x="140303" y="262413"/>
                  </a:lnTo>
                  <a:lnTo>
                    <a:pt x="86963" y="262413"/>
                  </a:lnTo>
                  <a:lnTo>
                    <a:pt x="124491" y="247173"/>
                  </a:lnTo>
                  <a:lnTo>
                    <a:pt x="137255" y="234981"/>
                  </a:lnTo>
                  <a:lnTo>
                    <a:pt x="137255" y="132683"/>
                  </a:lnTo>
                  <a:lnTo>
                    <a:pt x="97631" y="112871"/>
                  </a:lnTo>
                  <a:lnTo>
                    <a:pt x="170878" y="112871"/>
                  </a:lnTo>
                  <a:lnTo>
                    <a:pt x="170878" y="2853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/>
          <p:nvPr/>
        </p:nvSpPr>
        <p:spPr>
          <a:xfrm>
            <a:off x="2319807" y="4533239"/>
            <a:ext cx="699135" cy="290195"/>
          </a:xfrm>
          <a:custGeom>
            <a:avLst/>
            <a:gdLst/>
            <a:ahLst/>
            <a:cxnLst/>
            <a:rect l="l" t="t" r="r" b="b"/>
            <a:pathLst>
              <a:path w="699135" h="290195">
                <a:moveTo>
                  <a:pt x="268414" y="90004"/>
                </a:moveTo>
                <a:lnTo>
                  <a:pt x="236410" y="90004"/>
                </a:lnTo>
                <a:lnTo>
                  <a:pt x="208978" y="202882"/>
                </a:lnTo>
                <a:lnTo>
                  <a:pt x="206959" y="209791"/>
                </a:lnTo>
                <a:lnTo>
                  <a:pt x="205359" y="216687"/>
                </a:lnTo>
                <a:lnTo>
                  <a:pt x="202882" y="230403"/>
                </a:lnTo>
                <a:lnTo>
                  <a:pt x="200863" y="236385"/>
                </a:lnTo>
                <a:lnTo>
                  <a:pt x="199263" y="242785"/>
                </a:lnTo>
                <a:lnTo>
                  <a:pt x="196786" y="256311"/>
                </a:lnTo>
                <a:lnTo>
                  <a:pt x="195262" y="256311"/>
                </a:lnTo>
                <a:lnTo>
                  <a:pt x="193217" y="249478"/>
                </a:lnTo>
                <a:lnTo>
                  <a:pt x="189687" y="236385"/>
                </a:lnTo>
                <a:lnTo>
                  <a:pt x="187642" y="230403"/>
                </a:lnTo>
                <a:lnTo>
                  <a:pt x="186258" y="223545"/>
                </a:lnTo>
                <a:lnTo>
                  <a:pt x="182892" y="209791"/>
                </a:lnTo>
                <a:lnTo>
                  <a:pt x="181457" y="202882"/>
                </a:lnTo>
                <a:lnTo>
                  <a:pt x="150977" y="90004"/>
                </a:lnTo>
                <a:lnTo>
                  <a:pt x="118973" y="90004"/>
                </a:lnTo>
                <a:lnTo>
                  <a:pt x="88493" y="202882"/>
                </a:lnTo>
                <a:lnTo>
                  <a:pt x="86461" y="209791"/>
                </a:lnTo>
                <a:lnTo>
                  <a:pt x="84874" y="216687"/>
                </a:lnTo>
                <a:lnTo>
                  <a:pt x="82397" y="230403"/>
                </a:lnTo>
                <a:lnTo>
                  <a:pt x="80340" y="236385"/>
                </a:lnTo>
                <a:lnTo>
                  <a:pt x="76784" y="249478"/>
                </a:lnTo>
                <a:lnTo>
                  <a:pt x="74676" y="256311"/>
                </a:lnTo>
                <a:lnTo>
                  <a:pt x="73152" y="256311"/>
                </a:lnTo>
                <a:lnTo>
                  <a:pt x="68580" y="230403"/>
                </a:lnTo>
                <a:lnTo>
                  <a:pt x="66560" y="223545"/>
                </a:lnTo>
                <a:lnTo>
                  <a:pt x="64960" y="216687"/>
                </a:lnTo>
                <a:lnTo>
                  <a:pt x="62484" y="202882"/>
                </a:lnTo>
                <a:lnTo>
                  <a:pt x="33528" y="90004"/>
                </a:lnTo>
                <a:lnTo>
                  <a:pt x="0" y="90004"/>
                </a:lnTo>
                <a:lnTo>
                  <a:pt x="53340" y="285369"/>
                </a:lnTo>
                <a:lnTo>
                  <a:pt x="91541" y="285369"/>
                </a:lnTo>
                <a:lnTo>
                  <a:pt x="118973" y="180022"/>
                </a:lnTo>
                <a:lnTo>
                  <a:pt x="123355" y="166306"/>
                </a:lnTo>
                <a:lnTo>
                  <a:pt x="125183" y="159448"/>
                </a:lnTo>
                <a:lnTo>
                  <a:pt x="127965" y="145707"/>
                </a:lnTo>
                <a:lnTo>
                  <a:pt x="131305" y="131330"/>
                </a:lnTo>
                <a:lnTo>
                  <a:pt x="132689" y="123532"/>
                </a:lnTo>
                <a:lnTo>
                  <a:pt x="134213" y="123532"/>
                </a:lnTo>
                <a:lnTo>
                  <a:pt x="139776" y="145707"/>
                </a:lnTo>
                <a:lnTo>
                  <a:pt x="141833" y="152590"/>
                </a:lnTo>
                <a:lnTo>
                  <a:pt x="144310" y="166306"/>
                </a:lnTo>
                <a:lnTo>
                  <a:pt x="145897" y="173164"/>
                </a:lnTo>
                <a:lnTo>
                  <a:pt x="147929" y="180022"/>
                </a:lnTo>
                <a:lnTo>
                  <a:pt x="175361" y="285369"/>
                </a:lnTo>
                <a:lnTo>
                  <a:pt x="216598" y="285369"/>
                </a:lnTo>
                <a:lnTo>
                  <a:pt x="268414" y="90004"/>
                </a:lnTo>
                <a:close/>
              </a:path>
              <a:path w="699135" h="290195">
                <a:moveTo>
                  <a:pt x="343281" y="90004"/>
                </a:moveTo>
                <a:lnTo>
                  <a:pt x="309664" y="90004"/>
                </a:lnTo>
                <a:lnTo>
                  <a:pt x="309664" y="285369"/>
                </a:lnTo>
                <a:lnTo>
                  <a:pt x="343281" y="285369"/>
                </a:lnTo>
                <a:lnTo>
                  <a:pt x="343281" y="90004"/>
                </a:lnTo>
                <a:close/>
              </a:path>
              <a:path w="699135" h="290195">
                <a:moveTo>
                  <a:pt x="349377" y="22860"/>
                </a:moveTo>
                <a:lnTo>
                  <a:pt x="347853" y="16764"/>
                </a:lnTo>
                <a:lnTo>
                  <a:pt x="343281" y="13716"/>
                </a:lnTo>
                <a:lnTo>
                  <a:pt x="338709" y="9144"/>
                </a:lnTo>
                <a:lnTo>
                  <a:pt x="332613" y="7620"/>
                </a:lnTo>
                <a:lnTo>
                  <a:pt x="320421" y="7620"/>
                </a:lnTo>
                <a:lnTo>
                  <a:pt x="315760" y="9144"/>
                </a:lnTo>
                <a:lnTo>
                  <a:pt x="311188" y="13716"/>
                </a:lnTo>
                <a:lnTo>
                  <a:pt x="306616" y="16764"/>
                </a:lnTo>
                <a:lnTo>
                  <a:pt x="303568" y="22860"/>
                </a:lnTo>
                <a:lnTo>
                  <a:pt x="303568" y="35052"/>
                </a:lnTo>
                <a:lnTo>
                  <a:pt x="306616" y="39624"/>
                </a:lnTo>
                <a:lnTo>
                  <a:pt x="315760" y="48768"/>
                </a:lnTo>
                <a:lnTo>
                  <a:pt x="320421" y="50292"/>
                </a:lnTo>
                <a:lnTo>
                  <a:pt x="332613" y="50292"/>
                </a:lnTo>
                <a:lnTo>
                  <a:pt x="338709" y="47244"/>
                </a:lnTo>
                <a:lnTo>
                  <a:pt x="343281" y="44196"/>
                </a:lnTo>
                <a:lnTo>
                  <a:pt x="347853" y="39624"/>
                </a:lnTo>
                <a:lnTo>
                  <a:pt x="349377" y="35052"/>
                </a:lnTo>
                <a:lnTo>
                  <a:pt x="349377" y="22860"/>
                </a:lnTo>
                <a:close/>
              </a:path>
              <a:path w="699135" h="290195">
                <a:moveTo>
                  <a:pt x="504913" y="282321"/>
                </a:moveTo>
                <a:lnTo>
                  <a:pt x="498729" y="257848"/>
                </a:lnTo>
                <a:lnTo>
                  <a:pt x="495681" y="259372"/>
                </a:lnTo>
                <a:lnTo>
                  <a:pt x="492633" y="259372"/>
                </a:lnTo>
                <a:lnTo>
                  <a:pt x="483489" y="262420"/>
                </a:lnTo>
                <a:lnTo>
                  <a:pt x="477393" y="262420"/>
                </a:lnTo>
                <a:lnTo>
                  <a:pt x="447217" y="233553"/>
                </a:lnTo>
                <a:lnTo>
                  <a:pt x="446913" y="225844"/>
                </a:lnTo>
                <a:lnTo>
                  <a:pt x="446913" y="117449"/>
                </a:lnTo>
                <a:lnTo>
                  <a:pt x="498729" y="117449"/>
                </a:lnTo>
                <a:lnTo>
                  <a:pt x="498729" y="90017"/>
                </a:lnTo>
                <a:lnTo>
                  <a:pt x="446913" y="90017"/>
                </a:lnTo>
                <a:lnTo>
                  <a:pt x="446913" y="35052"/>
                </a:lnTo>
                <a:lnTo>
                  <a:pt x="419481" y="35052"/>
                </a:lnTo>
                <a:lnTo>
                  <a:pt x="414909" y="90017"/>
                </a:lnTo>
                <a:lnTo>
                  <a:pt x="384327" y="91541"/>
                </a:lnTo>
                <a:lnTo>
                  <a:pt x="384327" y="117449"/>
                </a:lnTo>
                <a:lnTo>
                  <a:pt x="413385" y="117449"/>
                </a:lnTo>
                <a:lnTo>
                  <a:pt x="413385" y="224320"/>
                </a:lnTo>
                <a:lnTo>
                  <a:pt x="413651" y="231813"/>
                </a:lnTo>
                <a:lnTo>
                  <a:pt x="430149" y="277660"/>
                </a:lnTo>
                <a:lnTo>
                  <a:pt x="436245" y="280797"/>
                </a:lnTo>
                <a:lnTo>
                  <a:pt x="443865" y="285369"/>
                </a:lnTo>
                <a:lnTo>
                  <a:pt x="448983" y="287375"/>
                </a:lnTo>
                <a:lnTo>
                  <a:pt x="455104" y="288798"/>
                </a:lnTo>
                <a:lnTo>
                  <a:pt x="462076" y="289661"/>
                </a:lnTo>
                <a:lnTo>
                  <a:pt x="469773" y="289941"/>
                </a:lnTo>
                <a:lnTo>
                  <a:pt x="475869" y="289941"/>
                </a:lnTo>
                <a:lnTo>
                  <a:pt x="500253" y="283845"/>
                </a:lnTo>
                <a:lnTo>
                  <a:pt x="504913" y="282321"/>
                </a:lnTo>
                <a:close/>
              </a:path>
              <a:path w="699135" h="290195">
                <a:moveTo>
                  <a:pt x="698563" y="161734"/>
                </a:moveTo>
                <a:lnTo>
                  <a:pt x="690841" y="115582"/>
                </a:lnTo>
                <a:lnTo>
                  <a:pt x="653986" y="86601"/>
                </a:lnTo>
                <a:lnTo>
                  <a:pt x="639127" y="85445"/>
                </a:lnTo>
                <a:lnTo>
                  <a:pt x="629361" y="86017"/>
                </a:lnTo>
                <a:lnTo>
                  <a:pt x="588924" y="104876"/>
                </a:lnTo>
                <a:lnTo>
                  <a:pt x="575017" y="117449"/>
                </a:lnTo>
                <a:lnTo>
                  <a:pt x="576541" y="77825"/>
                </a:lnTo>
                <a:lnTo>
                  <a:pt x="576541" y="0"/>
                </a:lnTo>
                <a:lnTo>
                  <a:pt x="543013" y="0"/>
                </a:lnTo>
                <a:lnTo>
                  <a:pt x="543013" y="285369"/>
                </a:lnTo>
                <a:lnTo>
                  <a:pt x="576541" y="285369"/>
                </a:lnTo>
                <a:lnTo>
                  <a:pt x="576541" y="143446"/>
                </a:lnTo>
                <a:lnTo>
                  <a:pt x="583387" y="136880"/>
                </a:lnTo>
                <a:lnTo>
                  <a:pt x="621626" y="114731"/>
                </a:lnTo>
                <a:lnTo>
                  <a:pt x="628459" y="114401"/>
                </a:lnTo>
                <a:lnTo>
                  <a:pt x="637908" y="115011"/>
                </a:lnTo>
                <a:lnTo>
                  <a:pt x="665988" y="153466"/>
                </a:lnTo>
                <a:lnTo>
                  <a:pt x="666559" y="166306"/>
                </a:lnTo>
                <a:lnTo>
                  <a:pt x="666559" y="285369"/>
                </a:lnTo>
                <a:lnTo>
                  <a:pt x="698563" y="285369"/>
                </a:lnTo>
                <a:lnTo>
                  <a:pt x="698563" y="1617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" name="object 81" descr=""/>
          <p:cNvGrpSpPr/>
          <p:nvPr/>
        </p:nvGrpSpPr>
        <p:grpSpPr>
          <a:xfrm>
            <a:off x="3138868" y="4618672"/>
            <a:ext cx="721995" cy="205104"/>
            <a:chOff x="3138868" y="4618672"/>
            <a:chExt cx="721995" cy="205104"/>
          </a:xfrm>
        </p:grpSpPr>
        <p:pic>
          <p:nvPicPr>
            <p:cNvPr id="82" name="object 8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138868" y="4618672"/>
              <a:ext cx="143446" cy="204501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14443" y="4618672"/>
              <a:ext cx="164658" cy="204501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512629" y="4618672"/>
              <a:ext cx="154019" cy="204501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06368" y="4623244"/>
              <a:ext cx="154019" cy="199929"/>
            </a:xfrm>
            <a:prstGeom prst="rect">
              <a:avLst/>
            </a:prstGeom>
          </p:spPr>
        </p:pic>
      </p:grpSp>
      <p:grpSp>
        <p:nvGrpSpPr>
          <p:cNvPr id="86" name="object 86" descr=""/>
          <p:cNvGrpSpPr/>
          <p:nvPr/>
        </p:nvGrpSpPr>
        <p:grpSpPr>
          <a:xfrm>
            <a:off x="3926014" y="4540853"/>
            <a:ext cx="596900" cy="360680"/>
            <a:chOff x="3926014" y="4540853"/>
            <a:chExt cx="596900" cy="360680"/>
          </a:xfrm>
        </p:grpSpPr>
        <p:pic>
          <p:nvPicPr>
            <p:cNvPr id="87" name="object 8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926014" y="4618672"/>
              <a:ext cx="106775" cy="199929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4058691" y="4540859"/>
              <a:ext cx="464184" cy="360680"/>
            </a:xfrm>
            <a:custGeom>
              <a:avLst/>
              <a:gdLst/>
              <a:ahLst/>
              <a:cxnLst/>
              <a:rect l="l" t="t" r="r" b="b"/>
              <a:pathLst>
                <a:path w="464185" h="360679">
                  <a:moveTo>
                    <a:pt x="38100" y="82384"/>
                  </a:moveTo>
                  <a:lnTo>
                    <a:pt x="6096" y="82384"/>
                  </a:lnTo>
                  <a:lnTo>
                    <a:pt x="6096" y="277749"/>
                  </a:lnTo>
                  <a:lnTo>
                    <a:pt x="38100" y="277749"/>
                  </a:lnTo>
                  <a:lnTo>
                    <a:pt x="38100" y="82384"/>
                  </a:lnTo>
                  <a:close/>
                </a:path>
                <a:path w="464185" h="360679">
                  <a:moveTo>
                    <a:pt x="45808" y="15240"/>
                  </a:moveTo>
                  <a:lnTo>
                    <a:pt x="42760" y="9144"/>
                  </a:lnTo>
                  <a:lnTo>
                    <a:pt x="38100" y="6096"/>
                  </a:lnTo>
                  <a:lnTo>
                    <a:pt x="35052" y="1524"/>
                  </a:lnTo>
                  <a:lnTo>
                    <a:pt x="28956" y="0"/>
                  </a:lnTo>
                  <a:lnTo>
                    <a:pt x="16764" y="0"/>
                  </a:lnTo>
                  <a:lnTo>
                    <a:pt x="10668" y="1524"/>
                  </a:lnTo>
                  <a:lnTo>
                    <a:pt x="6096" y="6096"/>
                  </a:lnTo>
                  <a:lnTo>
                    <a:pt x="1524" y="9144"/>
                  </a:lnTo>
                  <a:lnTo>
                    <a:pt x="0" y="15240"/>
                  </a:lnTo>
                  <a:lnTo>
                    <a:pt x="0" y="27432"/>
                  </a:lnTo>
                  <a:lnTo>
                    <a:pt x="1524" y="32004"/>
                  </a:lnTo>
                  <a:lnTo>
                    <a:pt x="10668" y="41148"/>
                  </a:lnTo>
                  <a:lnTo>
                    <a:pt x="16764" y="42672"/>
                  </a:lnTo>
                  <a:lnTo>
                    <a:pt x="28956" y="42672"/>
                  </a:lnTo>
                  <a:lnTo>
                    <a:pt x="35052" y="39624"/>
                  </a:lnTo>
                  <a:lnTo>
                    <a:pt x="38100" y="36576"/>
                  </a:lnTo>
                  <a:lnTo>
                    <a:pt x="42760" y="32004"/>
                  </a:lnTo>
                  <a:lnTo>
                    <a:pt x="45808" y="27432"/>
                  </a:lnTo>
                  <a:lnTo>
                    <a:pt x="45808" y="15240"/>
                  </a:lnTo>
                  <a:close/>
                </a:path>
                <a:path w="464185" h="360679">
                  <a:moveTo>
                    <a:pt x="201358" y="274701"/>
                  </a:moveTo>
                  <a:lnTo>
                    <a:pt x="195262" y="250228"/>
                  </a:lnTo>
                  <a:lnTo>
                    <a:pt x="192214" y="251752"/>
                  </a:lnTo>
                  <a:lnTo>
                    <a:pt x="187642" y="251752"/>
                  </a:lnTo>
                  <a:lnTo>
                    <a:pt x="184594" y="253276"/>
                  </a:lnTo>
                  <a:lnTo>
                    <a:pt x="180022" y="254800"/>
                  </a:lnTo>
                  <a:lnTo>
                    <a:pt x="161734" y="254800"/>
                  </a:lnTo>
                  <a:lnTo>
                    <a:pt x="143357" y="218224"/>
                  </a:lnTo>
                  <a:lnTo>
                    <a:pt x="143357" y="109829"/>
                  </a:lnTo>
                  <a:lnTo>
                    <a:pt x="195262" y="109829"/>
                  </a:lnTo>
                  <a:lnTo>
                    <a:pt x="195262" y="82397"/>
                  </a:lnTo>
                  <a:lnTo>
                    <a:pt x="143357" y="82397"/>
                  </a:lnTo>
                  <a:lnTo>
                    <a:pt x="143357" y="27432"/>
                  </a:lnTo>
                  <a:lnTo>
                    <a:pt x="114401" y="27432"/>
                  </a:lnTo>
                  <a:lnTo>
                    <a:pt x="111353" y="82397"/>
                  </a:lnTo>
                  <a:lnTo>
                    <a:pt x="80873" y="83921"/>
                  </a:lnTo>
                  <a:lnTo>
                    <a:pt x="80873" y="109829"/>
                  </a:lnTo>
                  <a:lnTo>
                    <a:pt x="109829" y="109829"/>
                  </a:lnTo>
                  <a:lnTo>
                    <a:pt x="109867" y="224193"/>
                  </a:lnTo>
                  <a:lnTo>
                    <a:pt x="110210" y="230987"/>
                  </a:lnTo>
                  <a:lnTo>
                    <a:pt x="111112" y="237477"/>
                  </a:lnTo>
                  <a:lnTo>
                    <a:pt x="112877" y="244132"/>
                  </a:lnTo>
                  <a:lnTo>
                    <a:pt x="114401" y="251752"/>
                  </a:lnTo>
                  <a:lnTo>
                    <a:pt x="144551" y="279755"/>
                  </a:lnTo>
                  <a:lnTo>
                    <a:pt x="164782" y="282321"/>
                  </a:lnTo>
                  <a:lnTo>
                    <a:pt x="170878" y="282321"/>
                  </a:lnTo>
                  <a:lnTo>
                    <a:pt x="183070" y="279273"/>
                  </a:lnTo>
                  <a:lnTo>
                    <a:pt x="190690" y="277749"/>
                  </a:lnTo>
                  <a:lnTo>
                    <a:pt x="195262" y="276225"/>
                  </a:lnTo>
                  <a:lnTo>
                    <a:pt x="201358" y="274701"/>
                  </a:lnTo>
                  <a:close/>
                </a:path>
                <a:path w="464185" h="360679">
                  <a:moveTo>
                    <a:pt x="387477" y="82384"/>
                  </a:moveTo>
                  <a:lnTo>
                    <a:pt x="355371" y="82384"/>
                  </a:lnTo>
                  <a:lnTo>
                    <a:pt x="321843" y="190690"/>
                  </a:lnTo>
                  <a:lnTo>
                    <a:pt x="319557" y="196723"/>
                  </a:lnTo>
                  <a:lnTo>
                    <a:pt x="312699" y="216687"/>
                  </a:lnTo>
                  <a:lnTo>
                    <a:pt x="311302" y="224434"/>
                  </a:lnTo>
                  <a:lnTo>
                    <a:pt x="309460" y="231736"/>
                  </a:lnTo>
                  <a:lnTo>
                    <a:pt x="305079" y="245643"/>
                  </a:lnTo>
                  <a:lnTo>
                    <a:pt x="303555" y="245643"/>
                  </a:lnTo>
                  <a:lnTo>
                    <a:pt x="298983" y="231736"/>
                  </a:lnTo>
                  <a:lnTo>
                    <a:pt x="294411" y="216687"/>
                  </a:lnTo>
                  <a:lnTo>
                    <a:pt x="291249" y="209854"/>
                  </a:lnTo>
                  <a:lnTo>
                    <a:pt x="288505" y="203161"/>
                  </a:lnTo>
                  <a:lnTo>
                    <a:pt x="283743" y="190690"/>
                  </a:lnTo>
                  <a:lnTo>
                    <a:pt x="245554" y="82384"/>
                  </a:lnTo>
                  <a:lnTo>
                    <a:pt x="210502" y="82384"/>
                  </a:lnTo>
                  <a:lnTo>
                    <a:pt x="288315" y="277749"/>
                  </a:lnTo>
                  <a:lnTo>
                    <a:pt x="280936" y="300304"/>
                  </a:lnTo>
                  <a:lnTo>
                    <a:pt x="277266" y="308419"/>
                  </a:lnTo>
                  <a:lnTo>
                    <a:pt x="240982" y="334137"/>
                  </a:lnTo>
                  <a:lnTo>
                    <a:pt x="237934" y="334137"/>
                  </a:lnTo>
                  <a:lnTo>
                    <a:pt x="234886" y="332613"/>
                  </a:lnTo>
                  <a:lnTo>
                    <a:pt x="233362" y="332613"/>
                  </a:lnTo>
                  <a:lnTo>
                    <a:pt x="230314" y="331089"/>
                  </a:lnTo>
                  <a:lnTo>
                    <a:pt x="225742" y="331089"/>
                  </a:lnTo>
                  <a:lnTo>
                    <a:pt x="219646" y="357085"/>
                  </a:lnTo>
                  <a:lnTo>
                    <a:pt x="222694" y="358609"/>
                  </a:lnTo>
                  <a:lnTo>
                    <a:pt x="225742" y="358609"/>
                  </a:lnTo>
                  <a:lnTo>
                    <a:pt x="228790" y="360133"/>
                  </a:lnTo>
                  <a:lnTo>
                    <a:pt x="242506" y="360133"/>
                  </a:lnTo>
                  <a:lnTo>
                    <a:pt x="249351" y="359854"/>
                  </a:lnTo>
                  <a:lnTo>
                    <a:pt x="288315" y="341757"/>
                  </a:lnTo>
                  <a:lnTo>
                    <a:pt x="309460" y="306705"/>
                  </a:lnTo>
                  <a:lnTo>
                    <a:pt x="387477" y="82384"/>
                  </a:lnTo>
                  <a:close/>
                </a:path>
                <a:path w="464185" h="360679">
                  <a:moveTo>
                    <a:pt x="463626" y="268516"/>
                  </a:moveTo>
                  <a:lnTo>
                    <a:pt x="445389" y="231940"/>
                  </a:lnTo>
                  <a:lnTo>
                    <a:pt x="430149" y="231940"/>
                  </a:lnTo>
                  <a:lnTo>
                    <a:pt x="424053" y="233464"/>
                  </a:lnTo>
                  <a:lnTo>
                    <a:pt x="419481" y="238036"/>
                  </a:lnTo>
                  <a:lnTo>
                    <a:pt x="414909" y="241084"/>
                  </a:lnTo>
                  <a:lnTo>
                    <a:pt x="411861" y="247180"/>
                  </a:lnTo>
                  <a:lnTo>
                    <a:pt x="411861" y="262420"/>
                  </a:lnTo>
                  <a:lnTo>
                    <a:pt x="414909" y="268516"/>
                  </a:lnTo>
                  <a:lnTo>
                    <a:pt x="419481" y="271653"/>
                  </a:lnTo>
                  <a:lnTo>
                    <a:pt x="424053" y="276225"/>
                  </a:lnTo>
                  <a:lnTo>
                    <a:pt x="430149" y="277749"/>
                  </a:lnTo>
                  <a:lnTo>
                    <a:pt x="439293" y="277749"/>
                  </a:lnTo>
                  <a:lnTo>
                    <a:pt x="438721" y="285483"/>
                  </a:lnTo>
                  <a:lnTo>
                    <a:pt x="411937" y="321919"/>
                  </a:lnTo>
                  <a:lnTo>
                    <a:pt x="404241" y="326517"/>
                  </a:lnTo>
                  <a:lnTo>
                    <a:pt x="411861" y="344906"/>
                  </a:lnTo>
                  <a:lnTo>
                    <a:pt x="449961" y="315849"/>
                  </a:lnTo>
                  <a:lnTo>
                    <a:pt x="463562" y="271653"/>
                  </a:lnTo>
                  <a:lnTo>
                    <a:pt x="463626" y="2685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9" name="object 89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656677" y="4533233"/>
            <a:ext cx="1866995" cy="373856"/>
          </a:xfrm>
          <a:prstGeom prst="rect">
            <a:avLst/>
          </a:prstGeom>
        </p:spPr>
      </p:pic>
      <p:sp>
        <p:nvSpPr>
          <p:cNvPr id="90" name="object 90" descr=""/>
          <p:cNvSpPr/>
          <p:nvPr/>
        </p:nvSpPr>
        <p:spPr>
          <a:xfrm>
            <a:off x="6621303" y="4549997"/>
            <a:ext cx="224790" cy="273685"/>
          </a:xfrm>
          <a:custGeom>
            <a:avLst/>
            <a:gdLst/>
            <a:ahLst/>
            <a:cxnLst/>
            <a:rect l="l" t="t" r="r" b="b"/>
            <a:pathLst>
              <a:path w="224790" h="273685">
                <a:moveTo>
                  <a:pt x="79343" y="273177"/>
                </a:moveTo>
                <a:lnTo>
                  <a:pt x="71127" y="272867"/>
                </a:lnTo>
                <a:lnTo>
                  <a:pt x="62769" y="271843"/>
                </a:lnTo>
                <a:lnTo>
                  <a:pt x="54697" y="269962"/>
                </a:lnTo>
                <a:lnTo>
                  <a:pt x="47339" y="267081"/>
                </a:lnTo>
                <a:lnTo>
                  <a:pt x="40490" y="264470"/>
                </a:lnTo>
                <a:lnTo>
                  <a:pt x="8905" y="235458"/>
                </a:lnTo>
                <a:lnTo>
                  <a:pt x="0" y="199929"/>
                </a:lnTo>
                <a:lnTo>
                  <a:pt x="29" y="190635"/>
                </a:lnTo>
                <a:lnTo>
                  <a:pt x="1524" y="183070"/>
                </a:lnTo>
                <a:lnTo>
                  <a:pt x="4572" y="175450"/>
                </a:lnTo>
                <a:lnTo>
                  <a:pt x="7620" y="169354"/>
                </a:lnTo>
                <a:lnTo>
                  <a:pt x="10668" y="161734"/>
                </a:lnTo>
                <a:lnTo>
                  <a:pt x="19812" y="149542"/>
                </a:lnTo>
                <a:lnTo>
                  <a:pt x="25908" y="143446"/>
                </a:lnTo>
                <a:lnTo>
                  <a:pt x="32004" y="138874"/>
                </a:lnTo>
                <a:lnTo>
                  <a:pt x="38195" y="134302"/>
                </a:lnTo>
                <a:lnTo>
                  <a:pt x="44291" y="128206"/>
                </a:lnTo>
                <a:lnTo>
                  <a:pt x="51911" y="123634"/>
                </a:lnTo>
                <a:lnTo>
                  <a:pt x="47863" y="115602"/>
                </a:lnTo>
                <a:lnTo>
                  <a:pt x="44672" y="107739"/>
                </a:lnTo>
                <a:lnTo>
                  <a:pt x="35352" y="69699"/>
                </a:lnTo>
                <a:lnTo>
                  <a:pt x="35052" y="45815"/>
                </a:lnTo>
                <a:lnTo>
                  <a:pt x="38195" y="38100"/>
                </a:lnTo>
                <a:lnTo>
                  <a:pt x="41243" y="30479"/>
                </a:lnTo>
                <a:lnTo>
                  <a:pt x="45815" y="24384"/>
                </a:lnTo>
                <a:lnTo>
                  <a:pt x="51911" y="18288"/>
                </a:lnTo>
                <a:lnTo>
                  <a:pt x="56483" y="12192"/>
                </a:lnTo>
                <a:lnTo>
                  <a:pt x="62579" y="9143"/>
                </a:lnTo>
                <a:lnTo>
                  <a:pt x="70199" y="4572"/>
                </a:lnTo>
                <a:lnTo>
                  <a:pt x="77819" y="1524"/>
                </a:lnTo>
                <a:lnTo>
                  <a:pt x="85439" y="0"/>
                </a:lnTo>
                <a:lnTo>
                  <a:pt x="94583" y="0"/>
                </a:lnTo>
                <a:lnTo>
                  <a:pt x="132683" y="15240"/>
                </a:lnTo>
                <a:lnTo>
                  <a:pt x="139600" y="24384"/>
                </a:lnTo>
                <a:lnTo>
                  <a:pt x="85439" y="24384"/>
                </a:lnTo>
                <a:lnTo>
                  <a:pt x="77819" y="27431"/>
                </a:lnTo>
                <a:lnTo>
                  <a:pt x="62579" y="68675"/>
                </a:lnTo>
                <a:lnTo>
                  <a:pt x="65627" y="83915"/>
                </a:lnTo>
                <a:lnTo>
                  <a:pt x="67965" y="90011"/>
                </a:lnTo>
                <a:lnTo>
                  <a:pt x="72485" y="102346"/>
                </a:lnTo>
                <a:lnTo>
                  <a:pt x="74771" y="108299"/>
                </a:lnTo>
                <a:lnTo>
                  <a:pt x="115427" y="108299"/>
                </a:lnTo>
                <a:lnTo>
                  <a:pt x="113752" y="109823"/>
                </a:lnTo>
                <a:lnTo>
                  <a:pt x="86963" y="129730"/>
                </a:lnTo>
                <a:lnTo>
                  <a:pt x="94083" y="139993"/>
                </a:lnTo>
                <a:lnTo>
                  <a:pt x="98932" y="146494"/>
                </a:lnTo>
                <a:lnTo>
                  <a:pt x="64103" y="146494"/>
                </a:lnTo>
                <a:lnTo>
                  <a:pt x="57531" y="152233"/>
                </a:lnTo>
                <a:lnTo>
                  <a:pt x="34301" y="183463"/>
                </a:lnTo>
                <a:lnTo>
                  <a:pt x="32004" y="204501"/>
                </a:lnTo>
                <a:lnTo>
                  <a:pt x="33528" y="212121"/>
                </a:lnTo>
                <a:lnTo>
                  <a:pt x="62579" y="242601"/>
                </a:lnTo>
                <a:lnTo>
                  <a:pt x="70199" y="245649"/>
                </a:lnTo>
                <a:lnTo>
                  <a:pt x="151897" y="245649"/>
                </a:lnTo>
                <a:lnTo>
                  <a:pt x="147598" y="249151"/>
                </a:lnTo>
                <a:lnTo>
                  <a:pt x="112561" y="268033"/>
                </a:lnTo>
                <a:lnTo>
                  <a:pt x="91368" y="272605"/>
                </a:lnTo>
                <a:lnTo>
                  <a:pt x="79343" y="273177"/>
                </a:lnTo>
                <a:close/>
              </a:path>
              <a:path w="224790" h="273685">
                <a:moveTo>
                  <a:pt x="115427" y="108299"/>
                </a:moveTo>
                <a:lnTo>
                  <a:pt x="74771" y="108299"/>
                </a:lnTo>
                <a:lnTo>
                  <a:pt x="80867" y="103727"/>
                </a:lnTo>
                <a:lnTo>
                  <a:pt x="86963" y="100679"/>
                </a:lnTo>
                <a:lnTo>
                  <a:pt x="91535" y="96107"/>
                </a:lnTo>
                <a:lnTo>
                  <a:pt x="97631" y="91535"/>
                </a:lnTo>
                <a:lnTo>
                  <a:pt x="102203" y="86963"/>
                </a:lnTo>
                <a:lnTo>
                  <a:pt x="106775" y="83915"/>
                </a:lnTo>
                <a:lnTo>
                  <a:pt x="111347" y="79343"/>
                </a:lnTo>
                <a:lnTo>
                  <a:pt x="114395" y="74771"/>
                </a:lnTo>
                <a:lnTo>
                  <a:pt x="115919" y="68675"/>
                </a:lnTo>
                <a:lnTo>
                  <a:pt x="118967" y="64103"/>
                </a:lnTo>
                <a:lnTo>
                  <a:pt x="120491" y="58007"/>
                </a:lnTo>
                <a:lnTo>
                  <a:pt x="120491" y="45815"/>
                </a:lnTo>
                <a:lnTo>
                  <a:pt x="117443" y="38100"/>
                </a:lnTo>
                <a:lnTo>
                  <a:pt x="114395" y="32004"/>
                </a:lnTo>
                <a:lnTo>
                  <a:pt x="109823" y="27431"/>
                </a:lnTo>
                <a:lnTo>
                  <a:pt x="103727" y="24384"/>
                </a:lnTo>
                <a:lnTo>
                  <a:pt x="139600" y="24384"/>
                </a:lnTo>
                <a:lnTo>
                  <a:pt x="143053" y="31253"/>
                </a:lnTo>
                <a:lnTo>
                  <a:pt x="145635" y="40997"/>
                </a:lnTo>
                <a:lnTo>
                  <a:pt x="146494" y="51911"/>
                </a:lnTo>
                <a:lnTo>
                  <a:pt x="146494" y="61055"/>
                </a:lnTo>
                <a:lnTo>
                  <a:pt x="123515" y="100679"/>
                </a:lnTo>
                <a:lnTo>
                  <a:pt x="118776" y="105251"/>
                </a:lnTo>
                <a:lnTo>
                  <a:pt x="115427" y="108299"/>
                </a:lnTo>
                <a:close/>
              </a:path>
              <a:path w="224790" h="273685">
                <a:moveTo>
                  <a:pt x="186461" y="204501"/>
                </a:moveTo>
                <a:lnTo>
                  <a:pt x="154114" y="204501"/>
                </a:lnTo>
                <a:lnTo>
                  <a:pt x="159805" y="195557"/>
                </a:lnTo>
                <a:lnTo>
                  <a:pt x="165354" y="186737"/>
                </a:lnTo>
                <a:lnTo>
                  <a:pt x="183642" y="148399"/>
                </a:lnTo>
                <a:lnTo>
                  <a:pt x="190690" y="126682"/>
                </a:lnTo>
                <a:lnTo>
                  <a:pt x="221170" y="126682"/>
                </a:lnTo>
                <a:lnTo>
                  <a:pt x="208311" y="163758"/>
                </a:lnTo>
                <a:lnTo>
                  <a:pt x="190309" y="198774"/>
                </a:lnTo>
                <a:lnTo>
                  <a:pt x="186461" y="204501"/>
                </a:lnTo>
                <a:close/>
              </a:path>
              <a:path w="224790" h="273685">
                <a:moveTo>
                  <a:pt x="151897" y="245649"/>
                </a:moveTo>
                <a:lnTo>
                  <a:pt x="83915" y="245649"/>
                </a:lnTo>
                <a:lnTo>
                  <a:pt x="90535" y="245364"/>
                </a:lnTo>
                <a:lnTo>
                  <a:pt x="96869" y="244506"/>
                </a:lnTo>
                <a:lnTo>
                  <a:pt x="134207" y="225837"/>
                </a:lnTo>
                <a:lnTo>
                  <a:pt x="124182" y="216668"/>
                </a:lnTo>
                <a:lnTo>
                  <a:pt x="114585" y="207347"/>
                </a:lnTo>
                <a:lnTo>
                  <a:pt x="88106" y="178212"/>
                </a:lnTo>
                <a:lnTo>
                  <a:pt x="64103" y="146494"/>
                </a:lnTo>
                <a:lnTo>
                  <a:pt x="98932" y="146494"/>
                </a:lnTo>
                <a:lnTo>
                  <a:pt x="101631" y="150114"/>
                </a:lnTo>
                <a:lnTo>
                  <a:pt x="109466" y="159948"/>
                </a:lnTo>
                <a:lnTo>
                  <a:pt x="135929" y="187642"/>
                </a:lnTo>
                <a:lnTo>
                  <a:pt x="154114" y="204501"/>
                </a:lnTo>
                <a:lnTo>
                  <a:pt x="186461" y="204501"/>
                </a:lnTo>
                <a:lnTo>
                  <a:pt x="183165" y="209405"/>
                </a:lnTo>
                <a:lnTo>
                  <a:pt x="175450" y="219741"/>
                </a:lnTo>
                <a:lnTo>
                  <a:pt x="182320" y="224313"/>
                </a:lnTo>
                <a:lnTo>
                  <a:pt x="188976" y="228695"/>
                </a:lnTo>
                <a:lnTo>
                  <a:pt x="195381" y="232814"/>
                </a:lnTo>
                <a:lnTo>
                  <a:pt x="201358" y="236505"/>
                </a:lnTo>
                <a:lnTo>
                  <a:pt x="210502" y="239553"/>
                </a:lnTo>
                <a:lnTo>
                  <a:pt x="218122" y="242601"/>
                </a:lnTo>
                <a:lnTo>
                  <a:pt x="155638" y="242601"/>
                </a:lnTo>
                <a:lnTo>
                  <a:pt x="151897" y="245649"/>
                </a:lnTo>
                <a:close/>
              </a:path>
              <a:path w="224790" h="273685">
                <a:moveTo>
                  <a:pt x="216598" y="273177"/>
                </a:moveTo>
                <a:lnTo>
                  <a:pt x="178998" y="257175"/>
                </a:lnTo>
                <a:lnTo>
                  <a:pt x="155638" y="242601"/>
                </a:lnTo>
                <a:lnTo>
                  <a:pt x="218122" y="242601"/>
                </a:lnTo>
                <a:lnTo>
                  <a:pt x="224218" y="245649"/>
                </a:lnTo>
                <a:lnTo>
                  <a:pt x="216598" y="2731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1" name="object 91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950773" y="4618672"/>
            <a:ext cx="1918906" cy="288417"/>
          </a:xfrm>
          <a:prstGeom prst="rect">
            <a:avLst/>
          </a:prstGeom>
        </p:spPr>
      </p:pic>
      <p:sp>
        <p:nvSpPr>
          <p:cNvPr id="92" name="object 92" descr=""/>
          <p:cNvSpPr/>
          <p:nvPr/>
        </p:nvSpPr>
        <p:spPr>
          <a:xfrm>
            <a:off x="771143" y="5256276"/>
            <a:ext cx="58419" cy="266700"/>
          </a:xfrm>
          <a:custGeom>
            <a:avLst/>
            <a:gdLst/>
            <a:ahLst/>
            <a:cxnLst/>
            <a:rect l="l" t="t" r="r" b="b"/>
            <a:pathLst>
              <a:path w="58419" h="266700">
                <a:moveTo>
                  <a:pt x="57912" y="266700"/>
                </a:moveTo>
                <a:lnTo>
                  <a:pt x="0" y="266700"/>
                </a:lnTo>
                <a:lnTo>
                  <a:pt x="0" y="0"/>
                </a:lnTo>
                <a:lnTo>
                  <a:pt x="57912" y="0"/>
                </a:lnTo>
                <a:lnTo>
                  <a:pt x="57912" y="266700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3" name="object 93" descr=""/>
          <p:cNvGrpSpPr/>
          <p:nvPr/>
        </p:nvGrpSpPr>
        <p:grpSpPr>
          <a:xfrm>
            <a:off x="1007935" y="5213794"/>
            <a:ext cx="598170" cy="296545"/>
            <a:chOff x="1007935" y="5213794"/>
            <a:chExt cx="598170" cy="296545"/>
          </a:xfrm>
        </p:grpSpPr>
        <p:sp>
          <p:nvSpPr>
            <p:cNvPr id="94" name="object 94" descr=""/>
            <p:cNvSpPr/>
            <p:nvPr/>
          </p:nvSpPr>
          <p:spPr>
            <a:xfrm>
              <a:off x="1007935" y="5241226"/>
              <a:ext cx="191135" cy="264160"/>
            </a:xfrm>
            <a:custGeom>
              <a:avLst/>
              <a:gdLst/>
              <a:ahLst/>
              <a:cxnLst/>
              <a:rect l="l" t="t" r="r" b="b"/>
              <a:pathLst>
                <a:path w="191134" h="264160">
                  <a:moveTo>
                    <a:pt x="67151" y="264032"/>
                  </a:moveTo>
                  <a:lnTo>
                    <a:pt x="0" y="264032"/>
                  </a:lnTo>
                  <a:lnTo>
                    <a:pt x="0" y="0"/>
                  </a:lnTo>
                  <a:lnTo>
                    <a:pt x="65627" y="0"/>
                  </a:lnTo>
                  <a:lnTo>
                    <a:pt x="94526" y="2253"/>
                  </a:lnTo>
                  <a:lnTo>
                    <a:pt x="119586" y="8810"/>
                  </a:lnTo>
                  <a:lnTo>
                    <a:pt x="140931" y="19368"/>
                  </a:lnTo>
                  <a:lnTo>
                    <a:pt x="151093" y="27527"/>
                  </a:lnTo>
                  <a:lnTo>
                    <a:pt x="33623" y="27527"/>
                  </a:lnTo>
                  <a:lnTo>
                    <a:pt x="33623" y="236600"/>
                  </a:lnTo>
                  <a:lnTo>
                    <a:pt x="150453" y="236600"/>
                  </a:lnTo>
                  <a:lnTo>
                    <a:pt x="141351" y="243649"/>
                  </a:lnTo>
                  <a:lnTo>
                    <a:pt x="95547" y="261746"/>
                  </a:lnTo>
                  <a:lnTo>
                    <a:pt x="81702" y="263461"/>
                  </a:lnTo>
                  <a:lnTo>
                    <a:pt x="67151" y="264032"/>
                  </a:lnTo>
                  <a:close/>
                </a:path>
                <a:path w="191134" h="264160">
                  <a:moveTo>
                    <a:pt x="150453" y="236600"/>
                  </a:moveTo>
                  <a:lnTo>
                    <a:pt x="64103" y="236600"/>
                  </a:lnTo>
                  <a:lnTo>
                    <a:pt x="85549" y="234885"/>
                  </a:lnTo>
                  <a:lnTo>
                    <a:pt x="104155" y="229731"/>
                  </a:lnTo>
                  <a:lnTo>
                    <a:pt x="142779" y="193927"/>
                  </a:lnTo>
                  <a:lnTo>
                    <a:pt x="154209" y="155026"/>
                  </a:lnTo>
                  <a:lnTo>
                    <a:pt x="155638" y="131254"/>
                  </a:lnTo>
                  <a:lnTo>
                    <a:pt x="154209" y="107546"/>
                  </a:lnTo>
                  <a:lnTo>
                    <a:pt x="142779" y="69237"/>
                  </a:lnTo>
                  <a:lnTo>
                    <a:pt x="104155" y="34385"/>
                  </a:lnTo>
                  <a:lnTo>
                    <a:pt x="64103" y="27527"/>
                  </a:lnTo>
                  <a:lnTo>
                    <a:pt x="151093" y="27527"/>
                  </a:lnTo>
                  <a:lnTo>
                    <a:pt x="182689" y="75009"/>
                  </a:lnTo>
                  <a:lnTo>
                    <a:pt x="190690" y="131254"/>
                  </a:lnTo>
                  <a:lnTo>
                    <a:pt x="190119" y="146097"/>
                  </a:lnTo>
                  <a:lnTo>
                    <a:pt x="181546" y="186213"/>
                  </a:lnTo>
                  <a:lnTo>
                    <a:pt x="158686" y="228980"/>
                  </a:lnTo>
                  <a:lnTo>
                    <a:pt x="150453" y="236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236821" y="5305329"/>
              <a:ext cx="164687" cy="204501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1427416" y="5213794"/>
              <a:ext cx="179070" cy="291465"/>
            </a:xfrm>
            <a:custGeom>
              <a:avLst/>
              <a:gdLst/>
              <a:ahLst/>
              <a:cxnLst/>
              <a:rect l="l" t="t" r="r" b="b"/>
              <a:pathLst>
                <a:path w="179069" h="291464">
                  <a:moveTo>
                    <a:pt x="115912" y="7620"/>
                  </a:moveTo>
                  <a:lnTo>
                    <a:pt x="111340" y="4572"/>
                  </a:lnTo>
                  <a:lnTo>
                    <a:pt x="106768" y="3048"/>
                  </a:lnTo>
                  <a:lnTo>
                    <a:pt x="100672" y="3048"/>
                  </a:lnTo>
                  <a:lnTo>
                    <a:pt x="96100" y="1524"/>
                  </a:lnTo>
                  <a:lnTo>
                    <a:pt x="90004" y="0"/>
                  </a:lnTo>
                  <a:lnTo>
                    <a:pt x="83908" y="0"/>
                  </a:lnTo>
                  <a:lnTo>
                    <a:pt x="41236" y="18288"/>
                  </a:lnTo>
                  <a:lnTo>
                    <a:pt x="27520" y="65633"/>
                  </a:lnTo>
                  <a:lnTo>
                    <a:pt x="27520" y="96113"/>
                  </a:lnTo>
                  <a:lnTo>
                    <a:pt x="0" y="97637"/>
                  </a:lnTo>
                  <a:lnTo>
                    <a:pt x="0" y="123634"/>
                  </a:lnTo>
                  <a:lnTo>
                    <a:pt x="27520" y="123634"/>
                  </a:lnTo>
                  <a:lnTo>
                    <a:pt x="27520" y="291465"/>
                  </a:lnTo>
                  <a:lnTo>
                    <a:pt x="59524" y="291465"/>
                  </a:lnTo>
                  <a:lnTo>
                    <a:pt x="59524" y="123634"/>
                  </a:lnTo>
                  <a:lnTo>
                    <a:pt x="100672" y="123634"/>
                  </a:lnTo>
                  <a:lnTo>
                    <a:pt x="100672" y="96113"/>
                  </a:lnTo>
                  <a:lnTo>
                    <a:pt x="59524" y="96113"/>
                  </a:lnTo>
                  <a:lnTo>
                    <a:pt x="59524" y="65633"/>
                  </a:lnTo>
                  <a:lnTo>
                    <a:pt x="61239" y="48729"/>
                  </a:lnTo>
                  <a:lnTo>
                    <a:pt x="66382" y="36817"/>
                  </a:lnTo>
                  <a:lnTo>
                    <a:pt x="74955" y="29768"/>
                  </a:lnTo>
                  <a:lnTo>
                    <a:pt x="86956" y="27432"/>
                  </a:lnTo>
                  <a:lnTo>
                    <a:pt x="94576" y="27432"/>
                  </a:lnTo>
                  <a:lnTo>
                    <a:pt x="102196" y="28956"/>
                  </a:lnTo>
                  <a:lnTo>
                    <a:pt x="109816" y="32105"/>
                  </a:lnTo>
                  <a:lnTo>
                    <a:pt x="115912" y="7620"/>
                  </a:lnTo>
                  <a:close/>
                </a:path>
                <a:path w="179069" h="291464">
                  <a:moveTo>
                    <a:pt x="170878" y="96202"/>
                  </a:moveTo>
                  <a:lnTo>
                    <a:pt x="138874" y="96202"/>
                  </a:lnTo>
                  <a:lnTo>
                    <a:pt x="138874" y="290042"/>
                  </a:lnTo>
                  <a:lnTo>
                    <a:pt x="170878" y="290042"/>
                  </a:lnTo>
                  <a:lnTo>
                    <a:pt x="170878" y="96202"/>
                  </a:lnTo>
                  <a:close/>
                </a:path>
                <a:path w="179069" h="291464">
                  <a:moveTo>
                    <a:pt x="178498" y="27533"/>
                  </a:moveTo>
                  <a:lnTo>
                    <a:pt x="175450" y="22961"/>
                  </a:lnTo>
                  <a:lnTo>
                    <a:pt x="170878" y="19913"/>
                  </a:lnTo>
                  <a:lnTo>
                    <a:pt x="166306" y="15341"/>
                  </a:lnTo>
                  <a:lnTo>
                    <a:pt x="161734" y="13817"/>
                  </a:lnTo>
                  <a:lnTo>
                    <a:pt x="148018" y="13817"/>
                  </a:lnTo>
                  <a:lnTo>
                    <a:pt x="143446" y="15341"/>
                  </a:lnTo>
                  <a:lnTo>
                    <a:pt x="138874" y="19913"/>
                  </a:lnTo>
                  <a:lnTo>
                    <a:pt x="134302" y="22961"/>
                  </a:lnTo>
                  <a:lnTo>
                    <a:pt x="132778" y="29057"/>
                  </a:lnTo>
                  <a:lnTo>
                    <a:pt x="132778" y="41249"/>
                  </a:lnTo>
                  <a:lnTo>
                    <a:pt x="134302" y="45821"/>
                  </a:lnTo>
                  <a:lnTo>
                    <a:pt x="138874" y="50393"/>
                  </a:lnTo>
                  <a:lnTo>
                    <a:pt x="148018" y="56489"/>
                  </a:lnTo>
                  <a:lnTo>
                    <a:pt x="161734" y="56489"/>
                  </a:lnTo>
                  <a:lnTo>
                    <a:pt x="170878" y="50393"/>
                  </a:lnTo>
                  <a:lnTo>
                    <a:pt x="175450" y="45821"/>
                  </a:lnTo>
                  <a:lnTo>
                    <a:pt x="178498" y="41249"/>
                  </a:lnTo>
                  <a:lnTo>
                    <a:pt x="178498" y="275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7" name="object 9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663922" y="5305329"/>
            <a:ext cx="155543" cy="199929"/>
          </a:xfrm>
          <a:prstGeom prst="rect">
            <a:avLst/>
          </a:prstGeom>
        </p:spPr>
      </p:pic>
      <p:grpSp>
        <p:nvGrpSpPr>
          <p:cNvPr id="98" name="object 98" descr=""/>
          <p:cNvGrpSpPr/>
          <p:nvPr/>
        </p:nvGrpSpPr>
        <p:grpSpPr>
          <a:xfrm>
            <a:off x="1868328" y="5219890"/>
            <a:ext cx="369570" cy="290195"/>
            <a:chOff x="1868328" y="5219890"/>
            <a:chExt cx="369570" cy="290195"/>
          </a:xfrm>
        </p:grpSpPr>
        <p:pic>
          <p:nvPicPr>
            <p:cNvPr id="99" name="object 9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868328" y="5305329"/>
              <a:ext cx="164687" cy="204501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2066544" y="5219890"/>
              <a:ext cx="171450" cy="290195"/>
            </a:xfrm>
            <a:custGeom>
              <a:avLst/>
              <a:gdLst/>
              <a:ahLst/>
              <a:cxnLst/>
              <a:rect l="l" t="t" r="r" b="b"/>
              <a:pathLst>
                <a:path w="171450" h="290195">
                  <a:moveTo>
                    <a:pt x="170878" y="108394"/>
                  </a:moveTo>
                  <a:lnTo>
                    <a:pt x="138874" y="108394"/>
                  </a:lnTo>
                  <a:lnTo>
                    <a:pt x="137350" y="74771"/>
                  </a:lnTo>
                  <a:lnTo>
                    <a:pt x="137350" y="0"/>
                  </a:lnTo>
                  <a:lnTo>
                    <a:pt x="170878" y="0"/>
                  </a:lnTo>
                  <a:lnTo>
                    <a:pt x="170878" y="108394"/>
                  </a:lnTo>
                  <a:close/>
                </a:path>
                <a:path w="171450" h="290195">
                  <a:moveTo>
                    <a:pt x="80867" y="289940"/>
                  </a:moveTo>
                  <a:lnTo>
                    <a:pt x="33718" y="274510"/>
                  </a:lnTo>
                  <a:lnTo>
                    <a:pt x="5536" y="230838"/>
                  </a:lnTo>
                  <a:lnTo>
                    <a:pt x="0" y="187737"/>
                  </a:lnTo>
                  <a:lnTo>
                    <a:pt x="309" y="176340"/>
                  </a:lnTo>
                  <a:lnTo>
                    <a:pt x="10746" y="136112"/>
                  </a:lnTo>
                  <a:lnTo>
                    <a:pt x="38385" y="101298"/>
                  </a:lnTo>
                  <a:lnTo>
                    <a:pt x="75914" y="85772"/>
                  </a:lnTo>
                  <a:lnTo>
                    <a:pt x="83915" y="85439"/>
                  </a:lnTo>
                  <a:lnTo>
                    <a:pt x="92511" y="85748"/>
                  </a:lnTo>
                  <a:lnTo>
                    <a:pt x="100107" y="86772"/>
                  </a:lnTo>
                  <a:lnTo>
                    <a:pt x="106846" y="88653"/>
                  </a:lnTo>
                  <a:lnTo>
                    <a:pt x="112871" y="91535"/>
                  </a:lnTo>
                  <a:lnTo>
                    <a:pt x="119546" y="94383"/>
                  </a:lnTo>
                  <a:lnTo>
                    <a:pt x="125908" y="98250"/>
                  </a:lnTo>
                  <a:lnTo>
                    <a:pt x="132253" y="102974"/>
                  </a:lnTo>
                  <a:lnTo>
                    <a:pt x="138874" y="108394"/>
                  </a:lnTo>
                  <a:lnTo>
                    <a:pt x="170878" y="108394"/>
                  </a:lnTo>
                  <a:lnTo>
                    <a:pt x="170878" y="112966"/>
                  </a:lnTo>
                  <a:lnTo>
                    <a:pt x="82391" y="112966"/>
                  </a:lnTo>
                  <a:lnTo>
                    <a:pt x="74771" y="114490"/>
                  </a:lnTo>
                  <a:lnTo>
                    <a:pt x="43719" y="144398"/>
                  </a:lnTo>
                  <a:lnTo>
                    <a:pt x="33623" y="187737"/>
                  </a:lnTo>
                  <a:lnTo>
                    <a:pt x="34480" y="204026"/>
                  </a:lnTo>
                  <a:lnTo>
                    <a:pt x="47339" y="242696"/>
                  </a:lnTo>
                  <a:lnTo>
                    <a:pt x="86963" y="262508"/>
                  </a:lnTo>
                  <a:lnTo>
                    <a:pt x="138874" y="262508"/>
                  </a:lnTo>
                  <a:lnTo>
                    <a:pt x="132896" y="267295"/>
                  </a:lnTo>
                  <a:lnTo>
                    <a:pt x="96869" y="287654"/>
                  </a:lnTo>
                  <a:lnTo>
                    <a:pt x="88868" y="289369"/>
                  </a:lnTo>
                  <a:lnTo>
                    <a:pt x="80867" y="289940"/>
                  </a:lnTo>
                  <a:close/>
                </a:path>
                <a:path w="171450" h="290195">
                  <a:moveTo>
                    <a:pt x="170878" y="285368"/>
                  </a:moveTo>
                  <a:lnTo>
                    <a:pt x="143446" y="285368"/>
                  </a:lnTo>
                  <a:lnTo>
                    <a:pt x="140398" y="262508"/>
                  </a:lnTo>
                  <a:lnTo>
                    <a:pt x="86963" y="262508"/>
                  </a:lnTo>
                  <a:lnTo>
                    <a:pt x="125146" y="246685"/>
                  </a:lnTo>
                  <a:lnTo>
                    <a:pt x="137350" y="234981"/>
                  </a:lnTo>
                  <a:lnTo>
                    <a:pt x="137350" y="132778"/>
                  </a:lnTo>
                  <a:lnTo>
                    <a:pt x="97631" y="112966"/>
                  </a:lnTo>
                  <a:lnTo>
                    <a:pt x="170878" y="112966"/>
                  </a:lnTo>
                  <a:lnTo>
                    <a:pt x="170878" y="2853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1" name="object 101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373153" y="5305330"/>
            <a:ext cx="152590" cy="204501"/>
          </a:xfrm>
          <a:prstGeom prst="rect">
            <a:avLst/>
          </a:prstGeom>
        </p:spPr>
      </p:pic>
      <p:pic>
        <p:nvPicPr>
          <p:cNvPr id="102" name="object 102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667571" y="5219890"/>
            <a:ext cx="1400270" cy="290036"/>
          </a:xfrm>
          <a:prstGeom prst="rect">
            <a:avLst/>
          </a:prstGeom>
        </p:spPr>
      </p:pic>
      <p:pic>
        <p:nvPicPr>
          <p:cNvPr id="103" name="object 103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4189857" y="5227510"/>
            <a:ext cx="1792414" cy="366236"/>
          </a:xfrm>
          <a:prstGeom prst="rect">
            <a:avLst/>
          </a:prstGeom>
        </p:spPr>
      </p:pic>
      <p:grpSp>
        <p:nvGrpSpPr>
          <p:cNvPr id="104" name="object 104" descr=""/>
          <p:cNvGrpSpPr/>
          <p:nvPr/>
        </p:nvGrpSpPr>
        <p:grpSpPr>
          <a:xfrm>
            <a:off x="6125622" y="5255037"/>
            <a:ext cx="840740" cy="331470"/>
            <a:chOff x="6125622" y="5255037"/>
            <a:chExt cx="840740" cy="331470"/>
          </a:xfrm>
        </p:grpSpPr>
        <p:sp>
          <p:nvSpPr>
            <p:cNvPr id="105" name="object 105" descr=""/>
            <p:cNvSpPr/>
            <p:nvPr/>
          </p:nvSpPr>
          <p:spPr>
            <a:xfrm>
              <a:off x="6125622" y="5305329"/>
              <a:ext cx="169545" cy="281305"/>
            </a:xfrm>
            <a:custGeom>
              <a:avLst/>
              <a:gdLst/>
              <a:ahLst/>
              <a:cxnLst/>
              <a:rect l="l" t="t" r="r" b="b"/>
              <a:pathLst>
                <a:path w="169545" h="281304">
                  <a:moveTo>
                    <a:pt x="144875" y="177069"/>
                  </a:moveTo>
                  <a:lnTo>
                    <a:pt x="88392" y="177069"/>
                  </a:lnTo>
                  <a:lnTo>
                    <a:pt x="94488" y="174021"/>
                  </a:lnTo>
                  <a:lnTo>
                    <a:pt x="102108" y="170973"/>
                  </a:lnTo>
                  <a:lnTo>
                    <a:pt x="108299" y="167925"/>
                  </a:lnTo>
                  <a:lnTo>
                    <a:pt x="131159" y="131254"/>
                  </a:lnTo>
                  <a:lnTo>
                    <a:pt x="135731" y="99250"/>
                  </a:lnTo>
                  <a:lnTo>
                    <a:pt x="135469" y="91496"/>
                  </a:lnTo>
                  <a:lnTo>
                    <a:pt x="128111" y="53435"/>
                  </a:lnTo>
                  <a:lnTo>
                    <a:pt x="123539" y="47339"/>
                  </a:lnTo>
                  <a:lnTo>
                    <a:pt x="120491" y="41243"/>
                  </a:lnTo>
                  <a:lnTo>
                    <a:pt x="108299" y="32099"/>
                  </a:lnTo>
                  <a:lnTo>
                    <a:pt x="100584" y="29051"/>
                  </a:lnTo>
                  <a:lnTo>
                    <a:pt x="92964" y="27527"/>
                  </a:lnTo>
                  <a:lnTo>
                    <a:pt x="30480" y="27527"/>
                  </a:lnTo>
                  <a:lnTo>
                    <a:pt x="37361" y="22072"/>
                  </a:lnTo>
                  <a:lnTo>
                    <a:pt x="75628" y="2095"/>
                  </a:lnTo>
                  <a:lnTo>
                    <a:pt x="92964" y="0"/>
                  </a:lnTo>
                  <a:lnTo>
                    <a:pt x="101901" y="309"/>
                  </a:lnTo>
                  <a:lnTo>
                    <a:pt x="139160" y="15668"/>
                  </a:lnTo>
                  <a:lnTo>
                    <a:pt x="149447" y="27527"/>
                  </a:lnTo>
                  <a:lnTo>
                    <a:pt x="154614" y="33789"/>
                  </a:lnTo>
                  <a:lnTo>
                    <a:pt x="168116" y="77450"/>
                  </a:lnTo>
                  <a:lnTo>
                    <a:pt x="169259" y="99250"/>
                  </a:lnTo>
                  <a:lnTo>
                    <a:pt x="168949" y="111299"/>
                  </a:lnTo>
                  <a:lnTo>
                    <a:pt x="159448" y="152557"/>
                  </a:lnTo>
                  <a:lnTo>
                    <a:pt x="150304" y="169672"/>
                  </a:lnTo>
                  <a:lnTo>
                    <a:pt x="144875" y="177069"/>
                  </a:lnTo>
                  <a:close/>
                </a:path>
                <a:path w="169545" h="281304">
                  <a:moveTo>
                    <a:pt x="32004" y="280797"/>
                  </a:moveTo>
                  <a:lnTo>
                    <a:pt x="0" y="280797"/>
                  </a:lnTo>
                  <a:lnTo>
                    <a:pt x="0" y="4572"/>
                  </a:lnTo>
                  <a:lnTo>
                    <a:pt x="27432" y="4572"/>
                  </a:lnTo>
                  <a:lnTo>
                    <a:pt x="28956" y="27527"/>
                  </a:lnTo>
                  <a:lnTo>
                    <a:pt x="76200" y="27527"/>
                  </a:lnTo>
                  <a:lnTo>
                    <a:pt x="67056" y="29051"/>
                  </a:lnTo>
                  <a:lnTo>
                    <a:pt x="52792" y="37576"/>
                  </a:lnTo>
                  <a:lnTo>
                    <a:pt x="46291" y="42386"/>
                  </a:lnTo>
                  <a:lnTo>
                    <a:pt x="39504" y="47767"/>
                  </a:lnTo>
                  <a:lnTo>
                    <a:pt x="32004" y="53435"/>
                  </a:lnTo>
                  <a:lnTo>
                    <a:pt x="32004" y="155638"/>
                  </a:lnTo>
                  <a:lnTo>
                    <a:pt x="38838" y="160884"/>
                  </a:lnTo>
                  <a:lnTo>
                    <a:pt x="45529" y="165246"/>
                  </a:lnTo>
                  <a:lnTo>
                    <a:pt x="57912" y="172497"/>
                  </a:lnTo>
                  <a:lnTo>
                    <a:pt x="65532" y="175545"/>
                  </a:lnTo>
                  <a:lnTo>
                    <a:pt x="73152" y="177069"/>
                  </a:lnTo>
                  <a:lnTo>
                    <a:pt x="144875" y="177069"/>
                  </a:lnTo>
                  <a:lnTo>
                    <a:pt x="140034" y="181641"/>
                  </a:lnTo>
                  <a:lnTo>
                    <a:pt x="32004" y="181641"/>
                  </a:lnTo>
                  <a:lnTo>
                    <a:pt x="32004" y="280797"/>
                  </a:lnTo>
                  <a:close/>
                </a:path>
                <a:path w="169545" h="281304">
                  <a:moveTo>
                    <a:pt x="85344" y="204501"/>
                  </a:moveTo>
                  <a:lnTo>
                    <a:pt x="44958" y="191166"/>
                  </a:lnTo>
                  <a:lnTo>
                    <a:pt x="32004" y="181641"/>
                  </a:lnTo>
                  <a:lnTo>
                    <a:pt x="140034" y="181641"/>
                  </a:lnTo>
                  <a:lnTo>
                    <a:pt x="101393" y="202406"/>
                  </a:lnTo>
                  <a:lnTo>
                    <a:pt x="85344" y="2045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34505" y="5305330"/>
              <a:ext cx="152590" cy="204501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6525184" y="5255044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70">
                  <a:moveTo>
                    <a:pt x="120497" y="247167"/>
                  </a:moveTo>
                  <a:lnTo>
                    <a:pt x="114401" y="222783"/>
                  </a:lnTo>
                  <a:lnTo>
                    <a:pt x="109829" y="224307"/>
                  </a:lnTo>
                  <a:lnTo>
                    <a:pt x="106781" y="224307"/>
                  </a:lnTo>
                  <a:lnTo>
                    <a:pt x="102209" y="225831"/>
                  </a:lnTo>
                  <a:lnTo>
                    <a:pt x="99161" y="227355"/>
                  </a:lnTo>
                  <a:lnTo>
                    <a:pt x="80873" y="227355"/>
                  </a:lnTo>
                  <a:lnTo>
                    <a:pt x="61061" y="189166"/>
                  </a:lnTo>
                  <a:lnTo>
                    <a:pt x="61061" y="82384"/>
                  </a:lnTo>
                  <a:lnTo>
                    <a:pt x="114401" y="82384"/>
                  </a:lnTo>
                  <a:lnTo>
                    <a:pt x="114401" y="54864"/>
                  </a:lnTo>
                  <a:lnTo>
                    <a:pt x="61061" y="54864"/>
                  </a:lnTo>
                  <a:lnTo>
                    <a:pt x="61061" y="0"/>
                  </a:lnTo>
                  <a:lnTo>
                    <a:pt x="33629" y="0"/>
                  </a:lnTo>
                  <a:lnTo>
                    <a:pt x="30581" y="54864"/>
                  </a:lnTo>
                  <a:lnTo>
                    <a:pt x="0" y="56388"/>
                  </a:lnTo>
                  <a:lnTo>
                    <a:pt x="0" y="82384"/>
                  </a:lnTo>
                  <a:lnTo>
                    <a:pt x="29057" y="82384"/>
                  </a:lnTo>
                  <a:lnTo>
                    <a:pt x="29057" y="189166"/>
                  </a:lnTo>
                  <a:lnTo>
                    <a:pt x="29248" y="203314"/>
                  </a:lnTo>
                  <a:lnTo>
                    <a:pt x="45821" y="242595"/>
                  </a:lnTo>
                  <a:lnTo>
                    <a:pt x="83921" y="254787"/>
                  </a:lnTo>
                  <a:lnTo>
                    <a:pt x="90017" y="254787"/>
                  </a:lnTo>
                  <a:lnTo>
                    <a:pt x="120497" y="247167"/>
                  </a:lnTo>
                  <a:close/>
                </a:path>
                <a:path w="255270" h="255270">
                  <a:moveTo>
                    <a:pt x="254800" y="247167"/>
                  </a:moveTo>
                  <a:lnTo>
                    <a:pt x="248704" y="222783"/>
                  </a:lnTo>
                  <a:lnTo>
                    <a:pt x="245656" y="224307"/>
                  </a:lnTo>
                  <a:lnTo>
                    <a:pt x="241084" y="224307"/>
                  </a:lnTo>
                  <a:lnTo>
                    <a:pt x="238036" y="225831"/>
                  </a:lnTo>
                  <a:lnTo>
                    <a:pt x="233464" y="227355"/>
                  </a:lnTo>
                  <a:lnTo>
                    <a:pt x="215176" y="227355"/>
                  </a:lnTo>
                  <a:lnTo>
                    <a:pt x="196888" y="189166"/>
                  </a:lnTo>
                  <a:lnTo>
                    <a:pt x="196888" y="82384"/>
                  </a:lnTo>
                  <a:lnTo>
                    <a:pt x="248704" y="82384"/>
                  </a:lnTo>
                  <a:lnTo>
                    <a:pt x="248704" y="54864"/>
                  </a:lnTo>
                  <a:lnTo>
                    <a:pt x="196888" y="54864"/>
                  </a:lnTo>
                  <a:lnTo>
                    <a:pt x="196888" y="0"/>
                  </a:lnTo>
                  <a:lnTo>
                    <a:pt x="169354" y="0"/>
                  </a:lnTo>
                  <a:lnTo>
                    <a:pt x="164782" y="54864"/>
                  </a:lnTo>
                  <a:lnTo>
                    <a:pt x="134302" y="56388"/>
                  </a:lnTo>
                  <a:lnTo>
                    <a:pt x="134302" y="82384"/>
                  </a:lnTo>
                  <a:lnTo>
                    <a:pt x="163258" y="82384"/>
                  </a:lnTo>
                  <a:lnTo>
                    <a:pt x="163258" y="189166"/>
                  </a:lnTo>
                  <a:lnTo>
                    <a:pt x="163525" y="196659"/>
                  </a:lnTo>
                  <a:lnTo>
                    <a:pt x="180124" y="242595"/>
                  </a:lnTo>
                  <a:lnTo>
                    <a:pt x="186220" y="245643"/>
                  </a:lnTo>
                  <a:lnTo>
                    <a:pt x="192316" y="250215"/>
                  </a:lnTo>
                  <a:lnTo>
                    <a:pt x="198297" y="252222"/>
                  </a:lnTo>
                  <a:lnTo>
                    <a:pt x="204698" y="253644"/>
                  </a:lnTo>
                  <a:lnTo>
                    <a:pt x="211391" y="254508"/>
                  </a:lnTo>
                  <a:lnTo>
                    <a:pt x="218224" y="254787"/>
                  </a:lnTo>
                  <a:lnTo>
                    <a:pt x="224320" y="254787"/>
                  </a:lnTo>
                  <a:lnTo>
                    <a:pt x="231940" y="253263"/>
                  </a:lnTo>
                  <a:lnTo>
                    <a:pt x="250228" y="248691"/>
                  </a:lnTo>
                  <a:lnTo>
                    <a:pt x="254800" y="2471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99802" y="5305329"/>
              <a:ext cx="166211" cy="204501"/>
            </a:xfrm>
            <a:prstGeom prst="rect">
              <a:avLst/>
            </a:prstGeom>
          </p:spPr>
        </p:pic>
      </p:grpSp>
      <p:grpSp>
        <p:nvGrpSpPr>
          <p:cNvPr id="109" name="object 109" descr=""/>
          <p:cNvGrpSpPr/>
          <p:nvPr/>
        </p:nvGrpSpPr>
        <p:grpSpPr>
          <a:xfrm>
            <a:off x="7013352" y="5305329"/>
            <a:ext cx="294640" cy="200025"/>
            <a:chOff x="7013352" y="5305329"/>
            <a:chExt cx="294640" cy="200025"/>
          </a:xfrm>
        </p:grpSpPr>
        <p:pic>
          <p:nvPicPr>
            <p:cNvPr id="110" name="object 11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013352" y="5305329"/>
              <a:ext cx="106775" cy="199929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152131" y="5305329"/>
              <a:ext cx="155543" cy="199929"/>
            </a:xfrm>
            <a:prstGeom prst="rect">
              <a:avLst/>
            </a:prstGeom>
          </p:spPr>
        </p:pic>
      </p:grpSp>
      <p:grpSp>
        <p:nvGrpSpPr>
          <p:cNvPr id="112" name="object 112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113" name="object 11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3129343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8288" y="56483"/>
                </a:lnTo>
                <a:lnTo>
                  <a:pt x="15240" y="54959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7339"/>
                </a:lnTo>
                <a:lnTo>
                  <a:pt x="4572" y="44291"/>
                </a:lnTo>
                <a:lnTo>
                  <a:pt x="3048" y="39719"/>
                </a:lnTo>
                <a:lnTo>
                  <a:pt x="0" y="33623"/>
                </a:lnTo>
                <a:lnTo>
                  <a:pt x="0" y="28955"/>
                </a:lnTo>
                <a:lnTo>
                  <a:pt x="0" y="25907"/>
                </a:lnTo>
                <a:lnTo>
                  <a:pt x="1524" y="21335"/>
                </a:lnTo>
                <a:lnTo>
                  <a:pt x="6096" y="12191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4571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3284" y="6095"/>
                </a:lnTo>
                <a:lnTo>
                  <a:pt x="1139475" y="12191"/>
                </a:lnTo>
                <a:lnTo>
                  <a:pt x="1144047" y="21335"/>
                </a:lnTo>
                <a:lnTo>
                  <a:pt x="1144047" y="36671"/>
                </a:lnTo>
                <a:lnTo>
                  <a:pt x="1142523" y="39719"/>
                </a:lnTo>
                <a:lnTo>
                  <a:pt x="1140999" y="44291"/>
                </a:lnTo>
                <a:lnTo>
                  <a:pt x="1139475" y="47339"/>
                </a:lnTo>
                <a:lnTo>
                  <a:pt x="1136427" y="48863"/>
                </a:lnTo>
                <a:lnTo>
                  <a:pt x="1130236" y="54959"/>
                </a:lnTo>
                <a:lnTo>
                  <a:pt x="1127188" y="56483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174241" y="2312860"/>
            <a:ext cx="320675" cy="434975"/>
          </a:xfrm>
          <a:custGeom>
            <a:avLst/>
            <a:gdLst/>
            <a:ahLst/>
            <a:cxnLst/>
            <a:rect l="l" t="t" r="r" b="b"/>
            <a:pathLst>
              <a:path w="320675" h="434975">
                <a:moveTo>
                  <a:pt x="190690" y="434911"/>
                </a:moveTo>
                <a:lnTo>
                  <a:pt x="151399" y="430720"/>
                </a:lnTo>
                <a:lnTo>
                  <a:pt x="114395" y="419671"/>
                </a:lnTo>
                <a:lnTo>
                  <a:pt x="68103" y="391301"/>
                </a:lnTo>
                <a:lnTo>
                  <a:pt x="32206" y="347555"/>
                </a:lnTo>
                <a:lnTo>
                  <a:pt x="15240" y="309753"/>
                </a:lnTo>
                <a:lnTo>
                  <a:pt x="3619" y="267414"/>
                </a:lnTo>
                <a:lnTo>
                  <a:pt x="0" y="218217"/>
                </a:lnTo>
                <a:lnTo>
                  <a:pt x="881" y="193414"/>
                </a:lnTo>
                <a:lnTo>
                  <a:pt x="8358" y="147199"/>
                </a:lnTo>
                <a:lnTo>
                  <a:pt x="22956" y="106886"/>
                </a:lnTo>
                <a:lnTo>
                  <a:pt x="43569" y="71939"/>
                </a:lnTo>
                <a:lnTo>
                  <a:pt x="69865" y="43545"/>
                </a:lnTo>
                <a:lnTo>
                  <a:pt x="117443" y="13716"/>
                </a:lnTo>
                <a:lnTo>
                  <a:pt x="154447" y="3429"/>
                </a:lnTo>
                <a:lnTo>
                  <a:pt x="193738" y="0"/>
                </a:lnTo>
                <a:lnTo>
                  <a:pt x="212597" y="881"/>
                </a:lnTo>
                <a:lnTo>
                  <a:pt x="262318" y="15240"/>
                </a:lnTo>
                <a:lnTo>
                  <a:pt x="301845" y="42497"/>
                </a:lnTo>
                <a:lnTo>
                  <a:pt x="312705" y="53435"/>
                </a:lnTo>
                <a:lnTo>
                  <a:pt x="271557" y="99155"/>
                </a:lnTo>
                <a:lnTo>
                  <a:pt x="263239" y="91463"/>
                </a:lnTo>
                <a:lnTo>
                  <a:pt x="254519" y="84486"/>
                </a:lnTo>
                <a:lnTo>
                  <a:pt x="216789" y="66389"/>
                </a:lnTo>
                <a:lnTo>
                  <a:pt x="193738" y="64103"/>
                </a:lnTo>
                <a:lnTo>
                  <a:pt x="181211" y="64698"/>
                </a:lnTo>
                <a:lnTo>
                  <a:pt x="136159" y="80819"/>
                </a:lnTo>
                <a:lnTo>
                  <a:pt x="101488" y="115259"/>
                </a:lnTo>
                <a:lnTo>
                  <a:pt x="83915" y="152590"/>
                </a:lnTo>
                <a:lnTo>
                  <a:pt x="76842" y="198962"/>
                </a:lnTo>
                <a:lnTo>
                  <a:pt x="76295" y="216693"/>
                </a:lnTo>
                <a:lnTo>
                  <a:pt x="78271" y="250206"/>
                </a:lnTo>
                <a:lnTo>
                  <a:pt x="93654" y="305767"/>
                </a:lnTo>
                <a:lnTo>
                  <a:pt x="123969" y="346138"/>
                </a:lnTo>
                <a:lnTo>
                  <a:pt x="166394" y="366712"/>
                </a:lnTo>
                <a:lnTo>
                  <a:pt x="192214" y="369284"/>
                </a:lnTo>
                <a:lnTo>
                  <a:pt x="205406" y="368688"/>
                </a:lnTo>
                <a:lnTo>
                  <a:pt x="251022" y="352353"/>
                </a:lnTo>
                <a:lnTo>
                  <a:pt x="279177" y="328136"/>
                </a:lnTo>
                <a:lnTo>
                  <a:pt x="320325" y="373856"/>
                </a:lnTo>
                <a:lnTo>
                  <a:pt x="278066" y="409298"/>
                </a:lnTo>
                <a:lnTo>
                  <a:pt x="228218" y="430530"/>
                </a:lnTo>
                <a:lnTo>
                  <a:pt x="209811" y="433792"/>
                </a:lnTo>
                <a:lnTo>
                  <a:pt x="190690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64766" y="2320480"/>
            <a:ext cx="311785" cy="418465"/>
          </a:xfrm>
          <a:custGeom>
            <a:avLst/>
            <a:gdLst/>
            <a:ahLst/>
            <a:cxnLst/>
            <a:rect l="l" t="t" r="r" b="b"/>
            <a:pathLst>
              <a:path w="311785" h="418464">
                <a:moveTo>
                  <a:pt x="74676" y="418147"/>
                </a:moveTo>
                <a:lnTo>
                  <a:pt x="0" y="418147"/>
                </a:lnTo>
                <a:lnTo>
                  <a:pt x="0" y="0"/>
                </a:lnTo>
                <a:lnTo>
                  <a:pt x="141827" y="0"/>
                </a:lnTo>
                <a:lnTo>
                  <a:pt x="157568" y="309"/>
                </a:lnTo>
                <a:lnTo>
                  <a:pt x="202882" y="6096"/>
                </a:lnTo>
                <a:lnTo>
                  <a:pt x="239529" y="20240"/>
                </a:lnTo>
                <a:lnTo>
                  <a:pt x="276486" y="53886"/>
                </a:lnTo>
                <a:lnTo>
                  <a:pt x="279933" y="59531"/>
                </a:lnTo>
                <a:lnTo>
                  <a:pt x="74676" y="59531"/>
                </a:lnTo>
                <a:lnTo>
                  <a:pt x="74676" y="195357"/>
                </a:lnTo>
                <a:lnTo>
                  <a:pt x="276702" y="195357"/>
                </a:lnTo>
                <a:lnTo>
                  <a:pt x="272986" y="201453"/>
                </a:lnTo>
                <a:lnTo>
                  <a:pt x="260675" y="215193"/>
                </a:lnTo>
                <a:lnTo>
                  <a:pt x="246507" y="226790"/>
                </a:lnTo>
                <a:lnTo>
                  <a:pt x="230338" y="236386"/>
                </a:lnTo>
                <a:lnTo>
                  <a:pt x="212026" y="244125"/>
                </a:lnTo>
                <a:lnTo>
                  <a:pt x="218159" y="254889"/>
                </a:lnTo>
                <a:lnTo>
                  <a:pt x="74676" y="254889"/>
                </a:lnTo>
                <a:lnTo>
                  <a:pt x="74676" y="418147"/>
                </a:lnTo>
                <a:close/>
              </a:path>
              <a:path w="311785" h="418464">
                <a:moveTo>
                  <a:pt x="276702" y="195357"/>
                </a:moveTo>
                <a:lnTo>
                  <a:pt x="134207" y="195357"/>
                </a:lnTo>
                <a:lnTo>
                  <a:pt x="153877" y="194238"/>
                </a:lnTo>
                <a:lnTo>
                  <a:pt x="171557" y="190976"/>
                </a:lnTo>
                <a:lnTo>
                  <a:pt x="209835" y="168251"/>
                </a:lnTo>
                <a:lnTo>
                  <a:pt x="222694" y="123634"/>
                </a:lnTo>
                <a:lnTo>
                  <a:pt x="221265" y="106720"/>
                </a:lnTo>
                <a:lnTo>
                  <a:pt x="199834" y="73247"/>
                </a:lnTo>
                <a:lnTo>
                  <a:pt x="153877" y="60388"/>
                </a:lnTo>
                <a:lnTo>
                  <a:pt x="134207" y="59531"/>
                </a:lnTo>
                <a:lnTo>
                  <a:pt x="279933" y="59531"/>
                </a:lnTo>
                <a:lnTo>
                  <a:pt x="293727" y="107029"/>
                </a:lnTo>
                <a:lnTo>
                  <a:pt x="294322" y="123634"/>
                </a:lnTo>
                <a:lnTo>
                  <a:pt x="293131" y="146509"/>
                </a:lnTo>
                <a:lnTo>
                  <a:pt x="289369" y="167116"/>
                </a:lnTo>
                <a:lnTo>
                  <a:pt x="282749" y="185436"/>
                </a:lnTo>
                <a:lnTo>
                  <a:pt x="276702" y="195357"/>
                </a:lnTo>
                <a:close/>
              </a:path>
              <a:path w="311785" h="418464">
                <a:moveTo>
                  <a:pt x="311181" y="418147"/>
                </a:moveTo>
                <a:lnTo>
                  <a:pt x="228790" y="418147"/>
                </a:lnTo>
                <a:lnTo>
                  <a:pt x="138779" y="254889"/>
                </a:lnTo>
                <a:lnTo>
                  <a:pt x="218159" y="254889"/>
                </a:lnTo>
                <a:lnTo>
                  <a:pt x="311181" y="4181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926240" y="2312860"/>
            <a:ext cx="369570" cy="434975"/>
          </a:xfrm>
          <a:custGeom>
            <a:avLst/>
            <a:gdLst/>
            <a:ahLst/>
            <a:cxnLst/>
            <a:rect l="l" t="t" r="r" b="b"/>
            <a:pathLst>
              <a:path w="369569" h="434975">
                <a:moveTo>
                  <a:pt x="184594" y="434911"/>
                </a:moveTo>
                <a:lnTo>
                  <a:pt x="145494" y="430720"/>
                </a:lnTo>
                <a:lnTo>
                  <a:pt x="93273" y="410822"/>
                </a:lnTo>
                <a:lnTo>
                  <a:pt x="51911" y="375380"/>
                </a:lnTo>
                <a:lnTo>
                  <a:pt x="21170" y="326476"/>
                </a:lnTo>
                <a:lnTo>
                  <a:pt x="7715" y="285544"/>
                </a:lnTo>
                <a:lnTo>
                  <a:pt x="857" y="239759"/>
                </a:lnTo>
                <a:lnTo>
                  <a:pt x="0" y="215169"/>
                </a:lnTo>
                <a:lnTo>
                  <a:pt x="857" y="190540"/>
                </a:lnTo>
                <a:lnTo>
                  <a:pt x="7715" y="144781"/>
                </a:lnTo>
                <a:lnTo>
                  <a:pt x="21170" y="104743"/>
                </a:lnTo>
                <a:lnTo>
                  <a:pt x="40116" y="71034"/>
                </a:lnTo>
                <a:lnTo>
                  <a:pt x="78009" y="32206"/>
                </a:lnTo>
                <a:lnTo>
                  <a:pt x="127292" y="7715"/>
                </a:lnTo>
                <a:lnTo>
                  <a:pt x="184594" y="0"/>
                </a:lnTo>
                <a:lnTo>
                  <a:pt x="204622" y="857"/>
                </a:lnTo>
                <a:lnTo>
                  <a:pt x="259365" y="13716"/>
                </a:lnTo>
                <a:lnTo>
                  <a:pt x="305014" y="43545"/>
                </a:lnTo>
                <a:lnTo>
                  <a:pt x="323550" y="64103"/>
                </a:lnTo>
                <a:lnTo>
                  <a:pt x="184594" y="64103"/>
                </a:lnTo>
                <a:lnTo>
                  <a:pt x="160838" y="66651"/>
                </a:lnTo>
                <a:lnTo>
                  <a:pt x="121291" y="86606"/>
                </a:lnTo>
                <a:lnTo>
                  <a:pt x="92368" y="126096"/>
                </a:lnTo>
                <a:lnTo>
                  <a:pt x="78033" y="181656"/>
                </a:lnTo>
                <a:lnTo>
                  <a:pt x="76295" y="215169"/>
                </a:lnTo>
                <a:lnTo>
                  <a:pt x="76842" y="232043"/>
                </a:lnTo>
                <a:lnTo>
                  <a:pt x="83915" y="279273"/>
                </a:lnTo>
                <a:lnTo>
                  <a:pt x="98702" y="317246"/>
                </a:lnTo>
                <a:lnTo>
                  <a:pt x="130325" y="352353"/>
                </a:lnTo>
                <a:lnTo>
                  <a:pt x="172329" y="368688"/>
                </a:lnTo>
                <a:lnTo>
                  <a:pt x="184594" y="369284"/>
                </a:lnTo>
                <a:lnTo>
                  <a:pt x="322075" y="369284"/>
                </a:lnTo>
                <a:lnTo>
                  <a:pt x="317277" y="375380"/>
                </a:lnTo>
                <a:lnTo>
                  <a:pt x="275915" y="410822"/>
                </a:lnTo>
                <a:lnTo>
                  <a:pt x="223658" y="430720"/>
                </a:lnTo>
                <a:lnTo>
                  <a:pt x="204622" y="433816"/>
                </a:lnTo>
                <a:lnTo>
                  <a:pt x="184594" y="434911"/>
                </a:lnTo>
                <a:close/>
              </a:path>
              <a:path w="369569" h="434975">
                <a:moveTo>
                  <a:pt x="322075" y="369284"/>
                </a:moveTo>
                <a:lnTo>
                  <a:pt x="184594" y="369284"/>
                </a:lnTo>
                <a:lnTo>
                  <a:pt x="196857" y="368688"/>
                </a:lnTo>
                <a:lnTo>
                  <a:pt x="208407" y="366807"/>
                </a:lnTo>
                <a:lnTo>
                  <a:pt x="247471" y="345090"/>
                </a:lnTo>
                <a:lnTo>
                  <a:pt x="275748" y="305383"/>
                </a:lnTo>
                <a:lnTo>
                  <a:pt x="288393" y="264113"/>
                </a:lnTo>
                <a:lnTo>
                  <a:pt x="292893" y="215169"/>
                </a:lnTo>
                <a:lnTo>
                  <a:pt x="291155" y="181656"/>
                </a:lnTo>
                <a:lnTo>
                  <a:pt x="276820" y="126096"/>
                </a:lnTo>
                <a:lnTo>
                  <a:pt x="247856" y="86606"/>
                </a:lnTo>
                <a:lnTo>
                  <a:pt x="208337" y="66651"/>
                </a:lnTo>
                <a:lnTo>
                  <a:pt x="184594" y="64103"/>
                </a:lnTo>
                <a:lnTo>
                  <a:pt x="323550" y="64103"/>
                </a:lnTo>
                <a:lnTo>
                  <a:pt x="349210" y="104743"/>
                </a:lnTo>
                <a:lnTo>
                  <a:pt x="362076" y="144781"/>
                </a:lnTo>
                <a:lnTo>
                  <a:pt x="368354" y="190540"/>
                </a:lnTo>
                <a:lnTo>
                  <a:pt x="369188" y="215169"/>
                </a:lnTo>
                <a:lnTo>
                  <a:pt x="368354" y="239759"/>
                </a:lnTo>
                <a:lnTo>
                  <a:pt x="362076" y="285544"/>
                </a:lnTo>
                <a:lnTo>
                  <a:pt x="349210" y="326262"/>
                </a:lnTo>
                <a:lnTo>
                  <a:pt x="329255" y="360162"/>
                </a:lnTo>
                <a:lnTo>
                  <a:pt x="322075" y="369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50287" y="2312860"/>
            <a:ext cx="640715" cy="434975"/>
          </a:xfrm>
          <a:custGeom>
            <a:avLst/>
            <a:gdLst/>
            <a:ahLst/>
            <a:cxnLst/>
            <a:rect l="l" t="t" r="r" b="b"/>
            <a:pathLst>
              <a:path w="640714" h="434975">
                <a:moveTo>
                  <a:pt x="302031" y="309753"/>
                </a:moveTo>
                <a:lnTo>
                  <a:pt x="295948" y="268605"/>
                </a:lnTo>
                <a:lnTo>
                  <a:pt x="271894" y="231444"/>
                </a:lnTo>
                <a:lnTo>
                  <a:pt x="235458" y="204698"/>
                </a:lnTo>
                <a:lnTo>
                  <a:pt x="160210" y="172402"/>
                </a:lnTo>
                <a:lnTo>
                  <a:pt x="147967" y="167640"/>
                </a:lnTo>
                <a:lnTo>
                  <a:pt x="141693" y="164909"/>
                </a:lnTo>
                <a:lnTo>
                  <a:pt x="135737" y="161734"/>
                </a:lnTo>
                <a:lnTo>
                  <a:pt x="128117" y="158686"/>
                </a:lnTo>
                <a:lnTo>
                  <a:pt x="120497" y="154114"/>
                </a:lnTo>
                <a:lnTo>
                  <a:pt x="94589" y="122110"/>
                </a:lnTo>
                <a:lnTo>
                  <a:pt x="94589" y="114490"/>
                </a:lnTo>
                <a:lnTo>
                  <a:pt x="112877" y="77825"/>
                </a:lnTo>
                <a:lnTo>
                  <a:pt x="160210" y="64109"/>
                </a:lnTo>
                <a:lnTo>
                  <a:pt x="173405" y="64706"/>
                </a:lnTo>
                <a:lnTo>
                  <a:pt x="219506" y="79895"/>
                </a:lnTo>
                <a:lnTo>
                  <a:pt x="251650" y="100685"/>
                </a:lnTo>
                <a:lnTo>
                  <a:pt x="288328" y="53441"/>
                </a:lnTo>
                <a:lnTo>
                  <a:pt x="246875" y="21412"/>
                </a:lnTo>
                <a:lnTo>
                  <a:pt x="195834" y="3429"/>
                </a:lnTo>
                <a:lnTo>
                  <a:pt x="160210" y="0"/>
                </a:lnTo>
                <a:lnTo>
                  <a:pt x="144703" y="571"/>
                </a:lnTo>
                <a:lnTo>
                  <a:pt x="103733" y="9144"/>
                </a:lnTo>
                <a:lnTo>
                  <a:pt x="69011" y="25869"/>
                </a:lnTo>
                <a:lnTo>
                  <a:pt x="35001" y="60845"/>
                </a:lnTo>
                <a:lnTo>
                  <a:pt x="20383" y="105206"/>
                </a:lnTo>
                <a:lnTo>
                  <a:pt x="19812" y="117538"/>
                </a:lnTo>
                <a:lnTo>
                  <a:pt x="20116" y="128689"/>
                </a:lnTo>
                <a:lnTo>
                  <a:pt x="30505" y="167525"/>
                </a:lnTo>
                <a:lnTo>
                  <a:pt x="58953" y="202031"/>
                </a:lnTo>
                <a:lnTo>
                  <a:pt x="95961" y="225437"/>
                </a:lnTo>
                <a:lnTo>
                  <a:pt x="161734" y="253276"/>
                </a:lnTo>
                <a:lnTo>
                  <a:pt x="168567" y="256730"/>
                </a:lnTo>
                <a:lnTo>
                  <a:pt x="181660" y="263017"/>
                </a:lnTo>
                <a:lnTo>
                  <a:pt x="195262" y="268605"/>
                </a:lnTo>
                <a:lnTo>
                  <a:pt x="202882" y="273177"/>
                </a:lnTo>
                <a:lnTo>
                  <a:pt x="207454" y="277749"/>
                </a:lnTo>
                <a:lnTo>
                  <a:pt x="213550" y="282321"/>
                </a:lnTo>
                <a:lnTo>
                  <a:pt x="218122" y="288417"/>
                </a:lnTo>
                <a:lnTo>
                  <a:pt x="221170" y="292989"/>
                </a:lnTo>
                <a:lnTo>
                  <a:pt x="224218" y="299085"/>
                </a:lnTo>
                <a:lnTo>
                  <a:pt x="225742" y="306705"/>
                </a:lnTo>
                <a:lnTo>
                  <a:pt x="225742" y="315849"/>
                </a:lnTo>
                <a:lnTo>
                  <a:pt x="207454" y="354050"/>
                </a:lnTo>
                <a:lnTo>
                  <a:pt x="169735" y="368414"/>
                </a:lnTo>
                <a:lnTo>
                  <a:pt x="152590" y="369290"/>
                </a:lnTo>
                <a:lnTo>
                  <a:pt x="138582" y="368427"/>
                </a:lnTo>
                <a:lnTo>
                  <a:pt x="96113" y="355574"/>
                </a:lnTo>
                <a:lnTo>
                  <a:pt x="55994" y="331965"/>
                </a:lnTo>
                <a:lnTo>
                  <a:pt x="44196" y="321945"/>
                </a:lnTo>
                <a:lnTo>
                  <a:pt x="0" y="372338"/>
                </a:lnTo>
                <a:lnTo>
                  <a:pt x="33350" y="398678"/>
                </a:lnTo>
                <a:lnTo>
                  <a:pt x="70205" y="418147"/>
                </a:lnTo>
                <a:lnTo>
                  <a:pt x="110020" y="430530"/>
                </a:lnTo>
                <a:lnTo>
                  <a:pt x="150977" y="434911"/>
                </a:lnTo>
                <a:lnTo>
                  <a:pt x="168744" y="434111"/>
                </a:lnTo>
                <a:lnTo>
                  <a:pt x="215074" y="424243"/>
                </a:lnTo>
                <a:lnTo>
                  <a:pt x="251764" y="405345"/>
                </a:lnTo>
                <a:lnTo>
                  <a:pt x="279755" y="378625"/>
                </a:lnTo>
                <a:lnTo>
                  <a:pt x="299554" y="334568"/>
                </a:lnTo>
                <a:lnTo>
                  <a:pt x="301447" y="322300"/>
                </a:lnTo>
                <a:lnTo>
                  <a:pt x="302031" y="309753"/>
                </a:lnTo>
                <a:close/>
              </a:path>
              <a:path w="640714" h="434975">
                <a:moveTo>
                  <a:pt x="640651" y="309753"/>
                </a:moveTo>
                <a:lnTo>
                  <a:pt x="634555" y="268605"/>
                </a:lnTo>
                <a:lnTo>
                  <a:pt x="611149" y="231444"/>
                </a:lnTo>
                <a:lnTo>
                  <a:pt x="574116" y="204698"/>
                </a:lnTo>
                <a:lnTo>
                  <a:pt x="498817" y="172402"/>
                </a:lnTo>
                <a:lnTo>
                  <a:pt x="486625" y="167640"/>
                </a:lnTo>
                <a:lnTo>
                  <a:pt x="480390" y="164909"/>
                </a:lnTo>
                <a:lnTo>
                  <a:pt x="474433" y="161734"/>
                </a:lnTo>
                <a:lnTo>
                  <a:pt x="466725" y="158686"/>
                </a:lnTo>
                <a:lnTo>
                  <a:pt x="459105" y="154114"/>
                </a:lnTo>
                <a:lnTo>
                  <a:pt x="433197" y="122110"/>
                </a:lnTo>
                <a:lnTo>
                  <a:pt x="433197" y="114490"/>
                </a:lnTo>
                <a:lnTo>
                  <a:pt x="451485" y="77825"/>
                </a:lnTo>
                <a:lnTo>
                  <a:pt x="498817" y="64109"/>
                </a:lnTo>
                <a:lnTo>
                  <a:pt x="512229" y="64706"/>
                </a:lnTo>
                <a:lnTo>
                  <a:pt x="558114" y="79895"/>
                </a:lnTo>
                <a:lnTo>
                  <a:pt x="590359" y="100685"/>
                </a:lnTo>
                <a:lnTo>
                  <a:pt x="626935" y="53441"/>
                </a:lnTo>
                <a:lnTo>
                  <a:pt x="585533" y="21412"/>
                </a:lnTo>
                <a:lnTo>
                  <a:pt x="534441" y="3429"/>
                </a:lnTo>
                <a:lnTo>
                  <a:pt x="498817" y="0"/>
                </a:lnTo>
                <a:lnTo>
                  <a:pt x="483997" y="571"/>
                </a:lnTo>
                <a:lnTo>
                  <a:pt x="442341" y="9144"/>
                </a:lnTo>
                <a:lnTo>
                  <a:pt x="407835" y="25869"/>
                </a:lnTo>
                <a:lnTo>
                  <a:pt x="374573" y="60845"/>
                </a:lnTo>
                <a:lnTo>
                  <a:pt x="359016" y="105206"/>
                </a:lnTo>
                <a:lnTo>
                  <a:pt x="358419" y="117538"/>
                </a:lnTo>
                <a:lnTo>
                  <a:pt x="358736" y="128689"/>
                </a:lnTo>
                <a:lnTo>
                  <a:pt x="369176" y="167525"/>
                </a:lnTo>
                <a:lnTo>
                  <a:pt x="398145" y="202031"/>
                </a:lnTo>
                <a:lnTo>
                  <a:pt x="434581" y="225437"/>
                </a:lnTo>
                <a:lnTo>
                  <a:pt x="500341" y="253276"/>
                </a:lnTo>
                <a:lnTo>
                  <a:pt x="507187" y="256730"/>
                </a:lnTo>
                <a:lnTo>
                  <a:pt x="520280" y="263017"/>
                </a:lnTo>
                <a:lnTo>
                  <a:pt x="533869" y="268605"/>
                </a:lnTo>
                <a:lnTo>
                  <a:pt x="541489" y="273177"/>
                </a:lnTo>
                <a:lnTo>
                  <a:pt x="546061" y="277749"/>
                </a:lnTo>
                <a:lnTo>
                  <a:pt x="552157" y="282321"/>
                </a:lnTo>
                <a:lnTo>
                  <a:pt x="556729" y="288417"/>
                </a:lnTo>
                <a:lnTo>
                  <a:pt x="559777" y="292989"/>
                </a:lnTo>
                <a:lnTo>
                  <a:pt x="562825" y="299085"/>
                </a:lnTo>
                <a:lnTo>
                  <a:pt x="564349" y="306705"/>
                </a:lnTo>
                <a:lnTo>
                  <a:pt x="564349" y="315849"/>
                </a:lnTo>
                <a:lnTo>
                  <a:pt x="546061" y="354050"/>
                </a:lnTo>
                <a:lnTo>
                  <a:pt x="508342" y="368414"/>
                </a:lnTo>
                <a:lnTo>
                  <a:pt x="491197" y="369290"/>
                </a:lnTo>
                <a:lnTo>
                  <a:pt x="477240" y="368427"/>
                </a:lnTo>
                <a:lnTo>
                  <a:pt x="434721" y="355574"/>
                </a:lnTo>
                <a:lnTo>
                  <a:pt x="394639" y="331965"/>
                </a:lnTo>
                <a:lnTo>
                  <a:pt x="382905" y="321945"/>
                </a:lnTo>
                <a:lnTo>
                  <a:pt x="338607" y="372338"/>
                </a:lnTo>
                <a:lnTo>
                  <a:pt x="371995" y="398678"/>
                </a:lnTo>
                <a:lnTo>
                  <a:pt x="408813" y="418147"/>
                </a:lnTo>
                <a:lnTo>
                  <a:pt x="448830" y="430530"/>
                </a:lnTo>
                <a:lnTo>
                  <a:pt x="491197" y="434911"/>
                </a:lnTo>
                <a:lnTo>
                  <a:pt x="508038" y="434111"/>
                </a:lnTo>
                <a:lnTo>
                  <a:pt x="553681" y="424243"/>
                </a:lnTo>
                <a:lnTo>
                  <a:pt x="590410" y="405345"/>
                </a:lnTo>
                <a:lnTo>
                  <a:pt x="618363" y="378625"/>
                </a:lnTo>
                <a:lnTo>
                  <a:pt x="638175" y="334568"/>
                </a:lnTo>
                <a:lnTo>
                  <a:pt x="640054" y="322300"/>
                </a:lnTo>
                <a:lnTo>
                  <a:pt x="640651" y="309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041903" y="2551176"/>
            <a:ext cx="152400" cy="55244"/>
          </a:xfrm>
          <a:custGeom>
            <a:avLst/>
            <a:gdLst/>
            <a:ahLst/>
            <a:cxnLst/>
            <a:rect l="l" t="t" r="r" b="b"/>
            <a:pathLst>
              <a:path w="152400" h="55244">
                <a:moveTo>
                  <a:pt x="152400" y="54864"/>
                </a:moveTo>
                <a:lnTo>
                  <a:pt x="0" y="54864"/>
                </a:lnTo>
                <a:lnTo>
                  <a:pt x="0" y="0"/>
                </a:lnTo>
                <a:lnTo>
                  <a:pt x="152400" y="0"/>
                </a:lnTo>
                <a:lnTo>
                  <a:pt x="152400" y="54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227349" y="2320835"/>
            <a:ext cx="316230" cy="417830"/>
          </a:xfrm>
          <a:custGeom>
            <a:avLst/>
            <a:gdLst/>
            <a:ahLst/>
            <a:cxnLst/>
            <a:rect l="l" t="t" r="r" b="b"/>
            <a:pathLst>
              <a:path w="316229" h="417830">
                <a:moveTo>
                  <a:pt x="315747" y="0"/>
                </a:moveTo>
                <a:lnTo>
                  <a:pt x="0" y="0"/>
                </a:lnTo>
                <a:lnTo>
                  <a:pt x="0" y="62230"/>
                </a:lnTo>
                <a:lnTo>
                  <a:pt x="120586" y="62230"/>
                </a:lnTo>
                <a:lnTo>
                  <a:pt x="120586" y="417830"/>
                </a:lnTo>
                <a:lnTo>
                  <a:pt x="195262" y="417830"/>
                </a:lnTo>
                <a:lnTo>
                  <a:pt x="195262" y="62230"/>
                </a:lnTo>
                <a:lnTo>
                  <a:pt x="315747" y="62230"/>
                </a:lnTo>
                <a:lnTo>
                  <a:pt x="3157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613302" y="2320480"/>
            <a:ext cx="650240" cy="418465"/>
          </a:xfrm>
          <a:custGeom>
            <a:avLst/>
            <a:gdLst/>
            <a:ahLst/>
            <a:cxnLst/>
            <a:rect l="l" t="t" r="r" b="b"/>
            <a:pathLst>
              <a:path w="650239" h="418464">
                <a:moveTo>
                  <a:pt x="257746" y="355917"/>
                </a:moveTo>
                <a:lnTo>
                  <a:pt x="74777" y="355917"/>
                </a:lnTo>
                <a:lnTo>
                  <a:pt x="74777" y="231457"/>
                </a:lnTo>
                <a:lnTo>
                  <a:pt x="224218" y="231457"/>
                </a:lnTo>
                <a:lnTo>
                  <a:pt x="224218" y="169227"/>
                </a:lnTo>
                <a:lnTo>
                  <a:pt x="74777" y="169227"/>
                </a:lnTo>
                <a:lnTo>
                  <a:pt x="74777" y="62547"/>
                </a:lnTo>
                <a:lnTo>
                  <a:pt x="251650" y="62547"/>
                </a:lnTo>
                <a:lnTo>
                  <a:pt x="251650" y="317"/>
                </a:lnTo>
                <a:lnTo>
                  <a:pt x="0" y="317"/>
                </a:lnTo>
                <a:lnTo>
                  <a:pt x="0" y="62547"/>
                </a:lnTo>
                <a:lnTo>
                  <a:pt x="0" y="169227"/>
                </a:lnTo>
                <a:lnTo>
                  <a:pt x="0" y="231457"/>
                </a:lnTo>
                <a:lnTo>
                  <a:pt x="0" y="355917"/>
                </a:lnTo>
                <a:lnTo>
                  <a:pt x="0" y="418147"/>
                </a:lnTo>
                <a:lnTo>
                  <a:pt x="257746" y="418147"/>
                </a:lnTo>
                <a:lnTo>
                  <a:pt x="257746" y="355917"/>
                </a:lnTo>
                <a:close/>
              </a:path>
              <a:path w="650239" h="418464">
                <a:moveTo>
                  <a:pt x="649795" y="418147"/>
                </a:moveTo>
                <a:lnTo>
                  <a:pt x="612711" y="305181"/>
                </a:lnTo>
                <a:lnTo>
                  <a:pt x="593674" y="247180"/>
                </a:lnTo>
                <a:lnTo>
                  <a:pt x="531583" y="58013"/>
                </a:lnTo>
                <a:lnTo>
                  <a:pt x="521677" y="27851"/>
                </a:lnTo>
                <a:lnTo>
                  <a:pt x="521677" y="247180"/>
                </a:lnTo>
                <a:lnTo>
                  <a:pt x="414909" y="247180"/>
                </a:lnTo>
                <a:lnTo>
                  <a:pt x="430149" y="195364"/>
                </a:lnTo>
                <a:lnTo>
                  <a:pt x="443865" y="145338"/>
                </a:lnTo>
                <a:lnTo>
                  <a:pt x="453009" y="110172"/>
                </a:lnTo>
                <a:lnTo>
                  <a:pt x="457581" y="92544"/>
                </a:lnTo>
                <a:lnTo>
                  <a:pt x="462153" y="75196"/>
                </a:lnTo>
                <a:lnTo>
                  <a:pt x="466725" y="58013"/>
                </a:lnTo>
                <a:lnTo>
                  <a:pt x="469773" y="58013"/>
                </a:lnTo>
                <a:lnTo>
                  <a:pt x="483527" y="109524"/>
                </a:lnTo>
                <a:lnTo>
                  <a:pt x="488149" y="126682"/>
                </a:lnTo>
                <a:lnTo>
                  <a:pt x="492747" y="144691"/>
                </a:lnTo>
                <a:lnTo>
                  <a:pt x="497484" y="162128"/>
                </a:lnTo>
                <a:lnTo>
                  <a:pt x="502513" y="179019"/>
                </a:lnTo>
                <a:lnTo>
                  <a:pt x="507961" y="195364"/>
                </a:lnTo>
                <a:lnTo>
                  <a:pt x="521677" y="247180"/>
                </a:lnTo>
                <a:lnTo>
                  <a:pt x="521677" y="27851"/>
                </a:lnTo>
                <a:lnTo>
                  <a:pt x="512533" y="0"/>
                </a:lnTo>
                <a:lnTo>
                  <a:pt x="425577" y="0"/>
                </a:lnTo>
                <a:lnTo>
                  <a:pt x="289839" y="418147"/>
                </a:lnTo>
                <a:lnTo>
                  <a:pt x="364515" y="418147"/>
                </a:lnTo>
                <a:lnTo>
                  <a:pt x="398145" y="305181"/>
                </a:lnTo>
                <a:lnTo>
                  <a:pt x="538441" y="305181"/>
                </a:lnTo>
                <a:lnTo>
                  <a:pt x="571982" y="418147"/>
                </a:lnTo>
                <a:lnTo>
                  <a:pt x="649795" y="4181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315015" y="2320480"/>
            <a:ext cx="370840" cy="418465"/>
          </a:xfrm>
          <a:custGeom>
            <a:avLst/>
            <a:gdLst/>
            <a:ahLst/>
            <a:cxnLst/>
            <a:rect l="l" t="t" r="r" b="b"/>
            <a:pathLst>
              <a:path w="370839" h="418464">
                <a:moveTo>
                  <a:pt x="370617" y="418147"/>
                </a:moveTo>
                <a:lnTo>
                  <a:pt x="300418" y="418147"/>
                </a:lnTo>
                <a:lnTo>
                  <a:pt x="300442" y="220003"/>
                </a:lnTo>
                <a:lnTo>
                  <a:pt x="300609" y="211931"/>
                </a:lnTo>
                <a:lnTo>
                  <a:pt x="301061" y="203573"/>
                </a:lnTo>
                <a:lnTo>
                  <a:pt x="301942" y="195357"/>
                </a:lnTo>
                <a:lnTo>
                  <a:pt x="302180" y="186437"/>
                </a:lnTo>
                <a:lnTo>
                  <a:pt x="303228" y="169131"/>
                </a:lnTo>
                <a:lnTo>
                  <a:pt x="303466" y="160210"/>
                </a:lnTo>
                <a:lnTo>
                  <a:pt x="304371" y="151304"/>
                </a:lnTo>
                <a:lnTo>
                  <a:pt x="305609" y="134064"/>
                </a:lnTo>
                <a:lnTo>
                  <a:pt x="306514" y="125158"/>
                </a:lnTo>
                <a:lnTo>
                  <a:pt x="308609" y="109335"/>
                </a:lnTo>
                <a:lnTo>
                  <a:pt x="309300" y="101758"/>
                </a:lnTo>
                <a:lnTo>
                  <a:pt x="309562" y="94583"/>
                </a:lnTo>
                <a:lnTo>
                  <a:pt x="308038" y="94583"/>
                </a:lnTo>
                <a:lnTo>
                  <a:pt x="274510" y="189261"/>
                </a:lnTo>
                <a:lnTo>
                  <a:pt x="201263" y="379952"/>
                </a:lnTo>
                <a:lnTo>
                  <a:pt x="166211" y="379952"/>
                </a:lnTo>
                <a:lnTo>
                  <a:pt x="94488" y="189261"/>
                </a:lnTo>
                <a:lnTo>
                  <a:pt x="60960" y="94583"/>
                </a:lnTo>
                <a:lnTo>
                  <a:pt x="57912" y="94583"/>
                </a:lnTo>
                <a:lnTo>
                  <a:pt x="58816" y="101758"/>
                </a:lnTo>
                <a:lnTo>
                  <a:pt x="60055" y="117179"/>
                </a:lnTo>
                <a:lnTo>
                  <a:pt x="63055" y="142684"/>
                </a:lnTo>
                <a:lnTo>
                  <a:pt x="63746" y="151304"/>
                </a:lnTo>
                <a:lnTo>
                  <a:pt x="64008" y="160210"/>
                </a:lnTo>
                <a:lnTo>
                  <a:pt x="66103" y="177784"/>
                </a:lnTo>
                <a:lnTo>
                  <a:pt x="66794" y="186437"/>
                </a:lnTo>
                <a:lnTo>
                  <a:pt x="67294" y="203358"/>
                </a:lnTo>
                <a:lnTo>
                  <a:pt x="68341" y="219360"/>
                </a:lnTo>
                <a:lnTo>
                  <a:pt x="68580" y="227361"/>
                </a:lnTo>
                <a:lnTo>
                  <a:pt x="68580" y="418147"/>
                </a:lnTo>
                <a:lnTo>
                  <a:pt x="0" y="418147"/>
                </a:lnTo>
                <a:lnTo>
                  <a:pt x="0" y="0"/>
                </a:lnTo>
                <a:lnTo>
                  <a:pt x="80772" y="0"/>
                </a:lnTo>
                <a:lnTo>
                  <a:pt x="157067" y="206025"/>
                </a:lnTo>
                <a:lnTo>
                  <a:pt x="184499" y="285369"/>
                </a:lnTo>
                <a:lnTo>
                  <a:pt x="187547" y="285369"/>
                </a:lnTo>
                <a:lnTo>
                  <a:pt x="213550" y="206025"/>
                </a:lnTo>
                <a:lnTo>
                  <a:pt x="288226" y="0"/>
                </a:lnTo>
                <a:lnTo>
                  <a:pt x="370617" y="0"/>
                </a:lnTo>
                <a:lnTo>
                  <a:pt x="370617" y="4181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900701" y="2312860"/>
            <a:ext cx="717550" cy="434975"/>
          </a:xfrm>
          <a:custGeom>
            <a:avLst/>
            <a:gdLst/>
            <a:ahLst/>
            <a:cxnLst/>
            <a:rect l="l" t="t" r="r" b="b"/>
            <a:pathLst>
              <a:path w="717550" h="434975">
                <a:moveTo>
                  <a:pt x="320332" y="373862"/>
                </a:moveTo>
                <a:lnTo>
                  <a:pt x="279184" y="328142"/>
                </a:lnTo>
                <a:lnTo>
                  <a:pt x="269989" y="336981"/>
                </a:lnTo>
                <a:lnTo>
                  <a:pt x="260654" y="345097"/>
                </a:lnTo>
                <a:lnTo>
                  <a:pt x="218313" y="366814"/>
                </a:lnTo>
                <a:lnTo>
                  <a:pt x="192214" y="369290"/>
                </a:lnTo>
                <a:lnTo>
                  <a:pt x="166395" y="366725"/>
                </a:lnTo>
                <a:lnTo>
                  <a:pt x="123964" y="346151"/>
                </a:lnTo>
                <a:lnTo>
                  <a:pt x="93649" y="305777"/>
                </a:lnTo>
                <a:lnTo>
                  <a:pt x="78270" y="250215"/>
                </a:lnTo>
                <a:lnTo>
                  <a:pt x="76301" y="216700"/>
                </a:lnTo>
                <a:lnTo>
                  <a:pt x="76873" y="198970"/>
                </a:lnTo>
                <a:lnTo>
                  <a:pt x="85445" y="152603"/>
                </a:lnTo>
                <a:lnTo>
                  <a:pt x="102158" y="115265"/>
                </a:lnTo>
                <a:lnTo>
                  <a:pt x="136398" y="80822"/>
                </a:lnTo>
                <a:lnTo>
                  <a:pt x="181216" y="64706"/>
                </a:lnTo>
                <a:lnTo>
                  <a:pt x="193738" y="64109"/>
                </a:lnTo>
                <a:lnTo>
                  <a:pt x="205765" y="64681"/>
                </a:lnTo>
                <a:lnTo>
                  <a:pt x="245529" y="78371"/>
                </a:lnTo>
                <a:lnTo>
                  <a:pt x="271564" y="99161"/>
                </a:lnTo>
                <a:lnTo>
                  <a:pt x="312712" y="53441"/>
                </a:lnTo>
                <a:lnTo>
                  <a:pt x="276656" y="23558"/>
                </a:lnTo>
                <a:lnTo>
                  <a:pt x="230314" y="3632"/>
                </a:lnTo>
                <a:lnTo>
                  <a:pt x="193738" y="12"/>
                </a:lnTo>
                <a:lnTo>
                  <a:pt x="173672" y="863"/>
                </a:lnTo>
                <a:lnTo>
                  <a:pt x="135788" y="7721"/>
                </a:lnTo>
                <a:lnTo>
                  <a:pt x="85255" y="32207"/>
                </a:lnTo>
                <a:lnTo>
                  <a:pt x="44208" y="71945"/>
                </a:lnTo>
                <a:lnTo>
                  <a:pt x="23164" y="106895"/>
                </a:lnTo>
                <a:lnTo>
                  <a:pt x="8356" y="147205"/>
                </a:lnTo>
                <a:lnTo>
                  <a:pt x="876" y="193421"/>
                </a:lnTo>
                <a:lnTo>
                  <a:pt x="0" y="218224"/>
                </a:lnTo>
                <a:lnTo>
                  <a:pt x="876" y="243674"/>
                </a:lnTo>
                <a:lnTo>
                  <a:pt x="8356" y="289458"/>
                </a:lnTo>
                <a:lnTo>
                  <a:pt x="22936" y="329526"/>
                </a:lnTo>
                <a:lnTo>
                  <a:pt x="42926" y="363855"/>
                </a:lnTo>
                <a:lnTo>
                  <a:pt x="82588" y="402488"/>
                </a:lnTo>
                <a:lnTo>
                  <a:pt x="133388" y="425919"/>
                </a:lnTo>
                <a:lnTo>
                  <a:pt x="190690" y="434924"/>
                </a:lnTo>
                <a:lnTo>
                  <a:pt x="209816" y="433793"/>
                </a:lnTo>
                <a:lnTo>
                  <a:pt x="262318" y="418160"/>
                </a:lnTo>
                <a:lnTo>
                  <a:pt x="307200" y="386994"/>
                </a:lnTo>
                <a:lnTo>
                  <a:pt x="320332" y="373862"/>
                </a:lnTo>
                <a:close/>
              </a:path>
              <a:path w="717550" h="434975">
                <a:moveTo>
                  <a:pt x="716953" y="215176"/>
                </a:moveTo>
                <a:lnTo>
                  <a:pt x="713524" y="167081"/>
                </a:lnTo>
                <a:lnTo>
                  <a:pt x="703237" y="123634"/>
                </a:lnTo>
                <a:lnTo>
                  <a:pt x="686993" y="87172"/>
                </a:lnTo>
                <a:lnTo>
                  <a:pt x="652132" y="43548"/>
                </a:lnTo>
                <a:lnTo>
                  <a:pt x="640651" y="34099"/>
                </a:lnTo>
                <a:lnTo>
                  <a:pt x="640651" y="215176"/>
                </a:lnTo>
                <a:lnTo>
                  <a:pt x="640105" y="232054"/>
                </a:lnTo>
                <a:lnTo>
                  <a:pt x="633031" y="279273"/>
                </a:lnTo>
                <a:lnTo>
                  <a:pt x="617385" y="317258"/>
                </a:lnTo>
                <a:lnTo>
                  <a:pt x="586346" y="352361"/>
                </a:lnTo>
                <a:lnTo>
                  <a:pt x="544398" y="368693"/>
                </a:lnTo>
                <a:lnTo>
                  <a:pt x="532358" y="369290"/>
                </a:lnTo>
                <a:lnTo>
                  <a:pt x="520065" y="368693"/>
                </a:lnTo>
                <a:lnTo>
                  <a:pt x="477481" y="352361"/>
                </a:lnTo>
                <a:lnTo>
                  <a:pt x="446455" y="317258"/>
                </a:lnTo>
                <a:lnTo>
                  <a:pt x="431673" y="279273"/>
                </a:lnTo>
                <a:lnTo>
                  <a:pt x="424383" y="232054"/>
                </a:lnTo>
                <a:lnTo>
                  <a:pt x="424053" y="215176"/>
                </a:lnTo>
                <a:lnTo>
                  <a:pt x="425792" y="181660"/>
                </a:lnTo>
                <a:lnTo>
                  <a:pt x="440131" y="126098"/>
                </a:lnTo>
                <a:lnTo>
                  <a:pt x="469049" y="86614"/>
                </a:lnTo>
                <a:lnTo>
                  <a:pt x="508596" y="66662"/>
                </a:lnTo>
                <a:lnTo>
                  <a:pt x="532358" y="64109"/>
                </a:lnTo>
                <a:lnTo>
                  <a:pt x="556107" y="66662"/>
                </a:lnTo>
                <a:lnTo>
                  <a:pt x="595655" y="86614"/>
                </a:lnTo>
                <a:lnTo>
                  <a:pt x="623938" y="126098"/>
                </a:lnTo>
                <a:lnTo>
                  <a:pt x="638695" y="181660"/>
                </a:lnTo>
                <a:lnTo>
                  <a:pt x="640651" y="215176"/>
                </a:lnTo>
                <a:lnTo>
                  <a:pt x="640651" y="34099"/>
                </a:lnTo>
                <a:lnTo>
                  <a:pt x="607123" y="13716"/>
                </a:lnTo>
                <a:lnTo>
                  <a:pt x="552386" y="863"/>
                </a:lnTo>
                <a:lnTo>
                  <a:pt x="532358" y="0"/>
                </a:lnTo>
                <a:lnTo>
                  <a:pt x="512114" y="863"/>
                </a:lnTo>
                <a:lnTo>
                  <a:pt x="474446" y="7721"/>
                </a:lnTo>
                <a:lnTo>
                  <a:pt x="425577" y="32207"/>
                </a:lnTo>
                <a:lnTo>
                  <a:pt x="387057" y="71043"/>
                </a:lnTo>
                <a:lnTo>
                  <a:pt x="368274" y="104749"/>
                </a:lnTo>
                <a:lnTo>
                  <a:pt x="355473" y="144792"/>
                </a:lnTo>
                <a:lnTo>
                  <a:pt x="348615" y="190550"/>
                </a:lnTo>
                <a:lnTo>
                  <a:pt x="347764" y="215176"/>
                </a:lnTo>
                <a:lnTo>
                  <a:pt x="348615" y="239763"/>
                </a:lnTo>
                <a:lnTo>
                  <a:pt x="355473" y="285546"/>
                </a:lnTo>
                <a:lnTo>
                  <a:pt x="368922" y="326478"/>
                </a:lnTo>
                <a:lnTo>
                  <a:pt x="387273" y="360807"/>
                </a:lnTo>
                <a:lnTo>
                  <a:pt x="425577" y="400392"/>
                </a:lnTo>
                <a:lnTo>
                  <a:pt x="475094" y="425919"/>
                </a:lnTo>
                <a:lnTo>
                  <a:pt x="532358" y="434911"/>
                </a:lnTo>
                <a:lnTo>
                  <a:pt x="552386" y="433819"/>
                </a:lnTo>
                <a:lnTo>
                  <a:pt x="607123" y="419671"/>
                </a:lnTo>
                <a:lnTo>
                  <a:pt x="652767" y="388518"/>
                </a:lnTo>
                <a:lnTo>
                  <a:pt x="669747" y="369290"/>
                </a:lnTo>
                <a:lnTo>
                  <a:pt x="676795" y="360172"/>
                </a:lnTo>
                <a:lnTo>
                  <a:pt x="695756" y="326263"/>
                </a:lnTo>
                <a:lnTo>
                  <a:pt x="709231" y="285546"/>
                </a:lnTo>
                <a:lnTo>
                  <a:pt x="716089" y="239763"/>
                </a:lnTo>
                <a:lnTo>
                  <a:pt x="716953" y="215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701563" y="2320289"/>
            <a:ext cx="248920" cy="417830"/>
          </a:xfrm>
          <a:custGeom>
            <a:avLst/>
            <a:gdLst/>
            <a:ahLst/>
            <a:cxnLst/>
            <a:rect l="l" t="t" r="r" b="b"/>
            <a:pathLst>
              <a:path w="248920" h="417830">
                <a:moveTo>
                  <a:pt x="248602" y="355600"/>
                </a:moveTo>
                <a:lnTo>
                  <a:pt x="74676" y="355600"/>
                </a:lnTo>
                <a:lnTo>
                  <a:pt x="74676" y="0"/>
                </a:lnTo>
                <a:lnTo>
                  <a:pt x="0" y="0"/>
                </a:lnTo>
                <a:lnTo>
                  <a:pt x="0" y="355600"/>
                </a:lnTo>
                <a:lnTo>
                  <a:pt x="0" y="417830"/>
                </a:lnTo>
                <a:lnTo>
                  <a:pt x="248602" y="417830"/>
                </a:lnTo>
                <a:lnTo>
                  <a:pt x="248602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6023419" y="2320289"/>
            <a:ext cx="627380" cy="418465"/>
          </a:xfrm>
          <a:custGeom>
            <a:avLst/>
            <a:gdLst/>
            <a:ahLst/>
            <a:cxnLst/>
            <a:rect l="l" t="t" r="r" b="b"/>
            <a:pathLst>
              <a:path w="627379" h="418464">
                <a:moveTo>
                  <a:pt x="248589" y="355600"/>
                </a:moveTo>
                <a:lnTo>
                  <a:pt x="74663" y="355600"/>
                </a:lnTo>
                <a:lnTo>
                  <a:pt x="74663" y="0"/>
                </a:lnTo>
                <a:lnTo>
                  <a:pt x="0" y="0"/>
                </a:lnTo>
                <a:lnTo>
                  <a:pt x="0" y="355600"/>
                </a:lnTo>
                <a:lnTo>
                  <a:pt x="0" y="417830"/>
                </a:lnTo>
                <a:lnTo>
                  <a:pt x="248589" y="417830"/>
                </a:lnTo>
                <a:lnTo>
                  <a:pt x="248589" y="355600"/>
                </a:lnTo>
                <a:close/>
              </a:path>
              <a:path w="627379" h="418464">
                <a:moveTo>
                  <a:pt x="626833" y="418338"/>
                </a:moveTo>
                <a:lnTo>
                  <a:pt x="590169" y="305371"/>
                </a:lnTo>
                <a:lnTo>
                  <a:pt x="571334" y="247370"/>
                </a:lnTo>
                <a:lnTo>
                  <a:pt x="509930" y="58204"/>
                </a:lnTo>
                <a:lnTo>
                  <a:pt x="498729" y="23685"/>
                </a:lnTo>
                <a:lnTo>
                  <a:pt x="498729" y="247370"/>
                </a:lnTo>
                <a:lnTo>
                  <a:pt x="391947" y="247370"/>
                </a:lnTo>
                <a:lnTo>
                  <a:pt x="411988" y="179235"/>
                </a:lnTo>
                <a:lnTo>
                  <a:pt x="416953" y="162509"/>
                </a:lnTo>
                <a:lnTo>
                  <a:pt x="421627" y="145529"/>
                </a:lnTo>
                <a:lnTo>
                  <a:pt x="434721" y="92735"/>
                </a:lnTo>
                <a:lnTo>
                  <a:pt x="443865" y="58204"/>
                </a:lnTo>
                <a:lnTo>
                  <a:pt x="446913" y="58204"/>
                </a:lnTo>
                <a:lnTo>
                  <a:pt x="465201" y="126873"/>
                </a:lnTo>
                <a:lnTo>
                  <a:pt x="469785" y="144881"/>
                </a:lnTo>
                <a:lnTo>
                  <a:pt x="474535" y="162318"/>
                </a:lnTo>
                <a:lnTo>
                  <a:pt x="479552" y="179209"/>
                </a:lnTo>
                <a:lnTo>
                  <a:pt x="485013" y="195554"/>
                </a:lnTo>
                <a:lnTo>
                  <a:pt x="498729" y="247370"/>
                </a:lnTo>
                <a:lnTo>
                  <a:pt x="498729" y="23685"/>
                </a:lnTo>
                <a:lnTo>
                  <a:pt x="491109" y="190"/>
                </a:lnTo>
                <a:lnTo>
                  <a:pt x="402615" y="190"/>
                </a:lnTo>
                <a:lnTo>
                  <a:pt x="266890" y="418338"/>
                </a:lnTo>
                <a:lnTo>
                  <a:pt x="343179" y="418338"/>
                </a:lnTo>
                <a:lnTo>
                  <a:pt x="375183" y="305371"/>
                </a:lnTo>
                <a:lnTo>
                  <a:pt x="515493" y="305371"/>
                </a:lnTo>
                <a:lnTo>
                  <a:pt x="549109" y="418338"/>
                </a:lnTo>
                <a:lnTo>
                  <a:pt x="626833" y="4183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02171" y="2320480"/>
            <a:ext cx="305435" cy="418465"/>
          </a:xfrm>
          <a:custGeom>
            <a:avLst/>
            <a:gdLst/>
            <a:ahLst/>
            <a:cxnLst/>
            <a:rect l="l" t="t" r="r" b="b"/>
            <a:pathLst>
              <a:path w="305434" h="418464">
                <a:moveTo>
                  <a:pt x="144875" y="418147"/>
                </a:moveTo>
                <a:lnTo>
                  <a:pt x="0" y="418147"/>
                </a:lnTo>
                <a:lnTo>
                  <a:pt x="0" y="0"/>
                </a:lnTo>
                <a:lnTo>
                  <a:pt x="134207" y="0"/>
                </a:lnTo>
                <a:lnTo>
                  <a:pt x="149938" y="285"/>
                </a:lnTo>
                <a:lnTo>
                  <a:pt x="193738" y="4572"/>
                </a:lnTo>
                <a:lnTo>
                  <a:pt x="230385" y="16787"/>
                </a:lnTo>
                <a:lnTo>
                  <a:pt x="266700" y="44585"/>
                </a:lnTo>
                <a:lnTo>
                  <a:pt x="274798" y="58007"/>
                </a:lnTo>
                <a:lnTo>
                  <a:pt x="74771" y="58007"/>
                </a:lnTo>
                <a:lnTo>
                  <a:pt x="74771" y="173926"/>
                </a:lnTo>
                <a:lnTo>
                  <a:pt x="251667" y="173926"/>
                </a:lnTo>
                <a:lnTo>
                  <a:pt x="243840" y="180296"/>
                </a:lnTo>
                <a:lnTo>
                  <a:pt x="229147" y="188141"/>
                </a:lnTo>
                <a:lnTo>
                  <a:pt x="212026" y="193833"/>
                </a:lnTo>
                <a:lnTo>
                  <a:pt x="212026" y="196881"/>
                </a:lnTo>
                <a:lnTo>
                  <a:pt x="233459" y="201453"/>
                </a:lnTo>
                <a:lnTo>
                  <a:pt x="252043" y="208311"/>
                </a:lnTo>
                <a:lnTo>
                  <a:pt x="267787" y="217455"/>
                </a:lnTo>
                <a:lnTo>
                  <a:pt x="278979" y="227361"/>
                </a:lnTo>
                <a:lnTo>
                  <a:pt x="74771" y="227361"/>
                </a:lnTo>
                <a:lnTo>
                  <a:pt x="74771" y="361664"/>
                </a:lnTo>
                <a:lnTo>
                  <a:pt x="286266" y="361664"/>
                </a:lnTo>
                <a:lnTo>
                  <a:pt x="278975" y="371570"/>
                </a:lnTo>
                <a:lnTo>
                  <a:pt x="248412" y="395723"/>
                </a:lnTo>
                <a:lnTo>
                  <a:pt x="208978" y="412051"/>
                </a:lnTo>
                <a:lnTo>
                  <a:pt x="161789" y="417837"/>
                </a:lnTo>
                <a:lnTo>
                  <a:pt x="144875" y="418147"/>
                </a:lnTo>
                <a:close/>
              </a:path>
              <a:path w="305434" h="418464">
                <a:moveTo>
                  <a:pt x="251667" y="173926"/>
                </a:moveTo>
                <a:lnTo>
                  <a:pt x="126587" y="173926"/>
                </a:lnTo>
                <a:lnTo>
                  <a:pt x="147747" y="172807"/>
                </a:lnTo>
                <a:lnTo>
                  <a:pt x="165496" y="169545"/>
                </a:lnTo>
                <a:lnTo>
                  <a:pt x="199572" y="148304"/>
                </a:lnTo>
                <a:lnTo>
                  <a:pt x="210502" y="111442"/>
                </a:lnTo>
                <a:lnTo>
                  <a:pt x="209335" y="98528"/>
                </a:lnTo>
                <a:lnTo>
                  <a:pt x="178983" y="64436"/>
                </a:lnTo>
                <a:lnTo>
                  <a:pt x="128111" y="58007"/>
                </a:lnTo>
                <a:lnTo>
                  <a:pt x="274798" y="58007"/>
                </a:lnTo>
                <a:lnTo>
                  <a:pt x="277280" y="64269"/>
                </a:lnTo>
                <a:lnTo>
                  <a:pt x="280689" y="76104"/>
                </a:lnTo>
                <a:lnTo>
                  <a:pt x="282938" y="88796"/>
                </a:lnTo>
                <a:lnTo>
                  <a:pt x="283749" y="102203"/>
                </a:lnTo>
                <a:lnTo>
                  <a:pt x="282605" y="117069"/>
                </a:lnTo>
                <a:lnTo>
                  <a:pt x="279165" y="131623"/>
                </a:lnTo>
                <a:lnTo>
                  <a:pt x="273422" y="145588"/>
                </a:lnTo>
                <a:lnTo>
                  <a:pt x="265366" y="158686"/>
                </a:lnTo>
                <a:lnTo>
                  <a:pt x="255960" y="170433"/>
                </a:lnTo>
                <a:lnTo>
                  <a:pt x="251667" y="173926"/>
                </a:lnTo>
                <a:close/>
              </a:path>
              <a:path w="305434" h="418464">
                <a:moveTo>
                  <a:pt x="286266" y="361664"/>
                </a:moveTo>
                <a:lnTo>
                  <a:pt x="137255" y="361664"/>
                </a:lnTo>
                <a:lnTo>
                  <a:pt x="158765" y="360521"/>
                </a:lnTo>
                <a:lnTo>
                  <a:pt x="177534" y="357092"/>
                </a:lnTo>
                <a:lnTo>
                  <a:pt x="218574" y="333955"/>
                </a:lnTo>
                <a:lnTo>
                  <a:pt x="233362" y="289941"/>
                </a:lnTo>
                <a:lnTo>
                  <a:pt x="231695" y="275056"/>
                </a:lnTo>
                <a:lnTo>
                  <a:pt x="208978" y="242601"/>
                </a:lnTo>
                <a:lnTo>
                  <a:pt x="159003" y="228242"/>
                </a:lnTo>
                <a:lnTo>
                  <a:pt x="137255" y="227361"/>
                </a:lnTo>
                <a:lnTo>
                  <a:pt x="278979" y="227361"/>
                </a:lnTo>
                <a:lnTo>
                  <a:pt x="303633" y="275686"/>
                </a:lnTo>
                <a:lnTo>
                  <a:pt x="305085" y="296037"/>
                </a:lnTo>
                <a:lnTo>
                  <a:pt x="304252" y="310601"/>
                </a:lnTo>
                <a:lnTo>
                  <a:pt x="301847" y="324469"/>
                </a:lnTo>
                <a:lnTo>
                  <a:pt x="298013" y="337479"/>
                </a:lnTo>
                <a:lnTo>
                  <a:pt x="292893" y="349472"/>
                </a:lnTo>
                <a:lnTo>
                  <a:pt x="286581" y="361235"/>
                </a:lnTo>
                <a:lnTo>
                  <a:pt x="286266" y="3616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7062120" y="2312860"/>
            <a:ext cx="369570" cy="434975"/>
          </a:xfrm>
          <a:custGeom>
            <a:avLst/>
            <a:gdLst/>
            <a:ahLst/>
            <a:cxnLst/>
            <a:rect l="l" t="t" r="r" b="b"/>
            <a:pathLst>
              <a:path w="369570" h="434975">
                <a:moveTo>
                  <a:pt x="184594" y="434911"/>
                </a:moveTo>
                <a:lnTo>
                  <a:pt x="145530" y="430720"/>
                </a:lnTo>
                <a:lnTo>
                  <a:pt x="93273" y="410822"/>
                </a:lnTo>
                <a:lnTo>
                  <a:pt x="51911" y="375380"/>
                </a:lnTo>
                <a:lnTo>
                  <a:pt x="21224" y="326476"/>
                </a:lnTo>
                <a:lnTo>
                  <a:pt x="7715" y="285544"/>
                </a:lnTo>
                <a:lnTo>
                  <a:pt x="857" y="239759"/>
                </a:lnTo>
                <a:lnTo>
                  <a:pt x="0" y="215169"/>
                </a:lnTo>
                <a:lnTo>
                  <a:pt x="857" y="190540"/>
                </a:lnTo>
                <a:lnTo>
                  <a:pt x="7715" y="144781"/>
                </a:lnTo>
                <a:lnTo>
                  <a:pt x="21224" y="104743"/>
                </a:lnTo>
                <a:lnTo>
                  <a:pt x="40170" y="71034"/>
                </a:lnTo>
                <a:lnTo>
                  <a:pt x="78009" y="32206"/>
                </a:lnTo>
                <a:lnTo>
                  <a:pt x="127332" y="7715"/>
                </a:lnTo>
                <a:lnTo>
                  <a:pt x="184594" y="0"/>
                </a:lnTo>
                <a:lnTo>
                  <a:pt x="204635" y="857"/>
                </a:lnTo>
                <a:lnTo>
                  <a:pt x="259365" y="13716"/>
                </a:lnTo>
                <a:lnTo>
                  <a:pt x="305657" y="43545"/>
                </a:lnTo>
                <a:lnTo>
                  <a:pt x="324620" y="64103"/>
                </a:lnTo>
                <a:lnTo>
                  <a:pt x="184594" y="64103"/>
                </a:lnTo>
                <a:lnTo>
                  <a:pt x="160838" y="66651"/>
                </a:lnTo>
                <a:lnTo>
                  <a:pt x="121291" y="86606"/>
                </a:lnTo>
                <a:lnTo>
                  <a:pt x="92368" y="126096"/>
                </a:lnTo>
                <a:lnTo>
                  <a:pt x="78033" y="181656"/>
                </a:lnTo>
                <a:lnTo>
                  <a:pt x="76295" y="215169"/>
                </a:lnTo>
                <a:lnTo>
                  <a:pt x="76842" y="232043"/>
                </a:lnTo>
                <a:lnTo>
                  <a:pt x="83915" y="279273"/>
                </a:lnTo>
                <a:lnTo>
                  <a:pt x="98702" y="317246"/>
                </a:lnTo>
                <a:lnTo>
                  <a:pt x="130580" y="352353"/>
                </a:lnTo>
                <a:lnTo>
                  <a:pt x="172331" y="368688"/>
                </a:lnTo>
                <a:lnTo>
                  <a:pt x="184594" y="369284"/>
                </a:lnTo>
                <a:lnTo>
                  <a:pt x="323252" y="369284"/>
                </a:lnTo>
                <a:lnTo>
                  <a:pt x="318801" y="375380"/>
                </a:lnTo>
                <a:lnTo>
                  <a:pt x="275939" y="410822"/>
                </a:lnTo>
                <a:lnTo>
                  <a:pt x="223694" y="430720"/>
                </a:lnTo>
                <a:lnTo>
                  <a:pt x="204635" y="433816"/>
                </a:lnTo>
                <a:lnTo>
                  <a:pt x="184594" y="434911"/>
                </a:lnTo>
                <a:close/>
              </a:path>
              <a:path w="369570" h="434975">
                <a:moveTo>
                  <a:pt x="323252" y="369284"/>
                </a:moveTo>
                <a:lnTo>
                  <a:pt x="184594" y="369284"/>
                </a:lnTo>
                <a:lnTo>
                  <a:pt x="196857" y="368688"/>
                </a:lnTo>
                <a:lnTo>
                  <a:pt x="208407" y="366807"/>
                </a:lnTo>
                <a:lnTo>
                  <a:pt x="248114" y="345090"/>
                </a:lnTo>
                <a:lnTo>
                  <a:pt x="276320" y="305383"/>
                </a:lnTo>
                <a:lnTo>
                  <a:pt x="288393" y="264113"/>
                </a:lnTo>
                <a:lnTo>
                  <a:pt x="292893" y="215169"/>
                </a:lnTo>
                <a:lnTo>
                  <a:pt x="291155" y="181656"/>
                </a:lnTo>
                <a:lnTo>
                  <a:pt x="276820" y="126096"/>
                </a:lnTo>
                <a:lnTo>
                  <a:pt x="247897" y="86606"/>
                </a:lnTo>
                <a:lnTo>
                  <a:pt x="208350" y="66651"/>
                </a:lnTo>
                <a:lnTo>
                  <a:pt x="184594" y="64103"/>
                </a:lnTo>
                <a:lnTo>
                  <a:pt x="324620" y="64103"/>
                </a:lnTo>
                <a:lnTo>
                  <a:pt x="349314" y="104743"/>
                </a:lnTo>
                <a:lnTo>
                  <a:pt x="362116" y="144781"/>
                </a:lnTo>
                <a:lnTo>
                  <a:pt x="368355" y="190540"/>
                </a:lnTo>
                <a:lnTo>
                  <a:pt x="369188" y="215169"/>
                </a:lnTo>
                <a:lnTo>
                  <a:pt x="368569" y="239759"/>
                </a:lnTo>
                <a:lnTo>
                  <a:pt x="362759" y="285544"/>
                </a:lnTo>
                <a:lnTo>
                  <a:pt x="349314" y="326262"/>
                </a:lnTo>
                <a:lnTo>
                  <a:pt x="329913" y="360162"/>
                </a:lnTo>
                <a:lnTo>
                  <a:pt x="323252" y="369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515225" y="2320480"/>
            <a:ext cx="989965" cy="418465"/>
          </a:xfrm>
          <a:custGeom>
            <a:avLst/>
            <a:gdLst/>
            <a:ahLst/>
            <a:cxnLst/>
            <a:rect l="l" t="t" r="r" b="b"/>
            <a:pathLst>
              <a:path w="989965" h="418464">
                <a:moveTo>
                  <a:pt x="312610" y="418147"/>
                </a:moveTo>
                <a:lnTo>
                  <a:pt x="218236" y="254889"/>
                </a:lnTo>
                <a:lnTo>
                  <a:pt x="212026" y="244132"/>
                </a:lnTo>
                <a:lnTo>
                  <a:pt x="230327" y="236397"/>
                </a:lnTo>
                <a:lnTo>
                  <a:pt x="246507" y="226796"/>
                </a:lnTo>
                <a:lnTo>
                  <a:pt x="260667" y="215201"/>
                </a:lnTo>
                <a:lnTo>
                  <a:pt x="272986" y="201460"/>
                </a:lnTo>
                <a:lnTo>
                  <a:pt x="276783" y="195364"/>
                </a:lnTo>
                <a:lnTo>
                  <a:pt x="282981" y="185445"/>
                </a:lnTo>
                <a:lnTo>
                  <a:pt x="290131" y="167119"/>
                </a:lnTo>
                <a:lnTo>
                  <a:pt x="294411" y="146519"/>
                </a:lnTo>
                <a:lnTo>
                  <a:pt x="295833" y="123634"/>
                </a:lnTo>
                <a:lnTo>
                  <a:pt x="295008" y="107035"/>
                </a:lnTo>
                <a:lnTo>
                  <a:pt x="292608" y="91744"/>
                </a:lnTo>
                <a:lnTo>
                  <a:pt x="288772" y="77901"/>
                </a:lnTo>
                <a:lnTo>
                  <a:pt x="283654" y="65633"/>
                </a:lnTo>
                <a:lnTo>
                  <a:pt x="280377" y="59537"/>
                </a:lnTo>
                <a:lnTo>
                  <a:pt x="277368" y="53886"/>
                </a:lnTo>
                <a:lnTo>
                  <a:pt x="240804" y="20243"/>
                </a:lnTo>
                <a:lnTo>
                  <a:pt x="222681" y="12204"/>
                </a:lnTo>
                <a:lnTo>
                  <a:pt x="222681" y="123634"/>
                </a:lnTo>
                <a:lnTo>
                  <a:pt x="221259" y="140792"/>
                </a:lnTo>
                <a:lnTo>
                  <a:pt x="199732" y="178600"/>
                </a:lnTo>
                <a:lnTo>
                  <a:pt x="154508" y="194246"/>
                </a:lnTo>
                <a:lnTo>
                  <a:pt x="134200" y="195364"/>
                </a:lnTo>
                <a:lnTo>
                  <a:pt x="74676" y="195364"/>
                </a:lnTo>
                <a:lnTo>
                  <a:pt x="74676" y="59537"/>
                </a:lnTo>
                <a:lnTo>
                  <a:pt x="134200" y="59537"/>
                </a:lnTo>
                <a:lnTo>
                  <a:pt x="187134" y="67246"/>
                </a:lnTo>
                <a:lnTo>
                  <a:pt x="216966" y="92697"/>
                </a:lnTo>
                <a:lnTo>
                  <a:pt x="222681" y="123634"/>
                </a:lnTo>
                <a:lnTo>
                  <a:pt x="222681" y="12204"/>
                </a:lnTo>
                <a:lnTo>
                  <a:pt x="173443" y="1333"/>
                </a:lnTo>
                <a:lnTo>
                  <a:pt x="141820" y="0"/>
                </a:lnTo>
                <a:lnTo>
                  <a:pt x="0" y="0"/>
                </a:lnTo>
                <a:lnTo>
                  <a:pt x="0" y="418147"/>
                </a:lnTo>
                <a:lnTo>
                  <a:pt x="74676" y="418147"/>
                </a:lnTo>
                <a:lnTo>
                  <a:pt x="74676" y="254889"/>
                </a:lnTo>
                <a:lnTo>
                  <a:pt x="138772" y="254889"/>
                </a:lnTo>
                <a:lnTo>
                  <a:pt x="228790" y="418147"/>
                </a:lnTo>
                <a:lnTo>
                  <a:pt x="312610" y="418147"/>
                </a:lnTo>
                <a:close/>
              </a:path>
              <a:path w="989965" h="418464">
                <a:moveTo>
                  <a:pt x="683323" y="418147"/>
                </a:moveTo>
                <a:lnTo>
                  <a:pt x="646645" y="305181"/>
                </a:lnTo>
                <a:lnTo>
                  <a:pt x="627824" y="247180"/>
                </a:lnTo>
                <a:lnTo>
                  <a:pt x="566420" y="58013"/>
                </a:lnTo>
                <a:lnTo>
                  <a:pt x="555205" y="23482"/>
                </a:lnTo>
                <a:lnTo>
                  <a:pt x="555205" y="247180"/>
                </a:lnTo>
                <a:lnTo>
                  <a:pt x="448437" y="247180"/>
                </a:lnTo>
                <a:lnTo>
                  <a:pt x="468477" y="179044"/>
                </a:lnTo>
                <a:lnTo>
                  <a:pt x="473430" y="162318"/>
                </a:lnTo>
                <a:lnTo>
                  <a:pt x="478104" y="145338"/>
                </a:lnTo>
                <a:lnTo>
                  <a:pt x="491197" y="92544"/>
                </a:lnTo>
                <a:lnTo>
                  <a:pt x="500341" y="58013"/>
                </a:lnTo>
                <a:lnTo>
                  <a:pt x="503389" y="58013"/>
                </a:lnTo>
                <a:lnTo>
                  <a:pt x="521677" y="126682"/>
                </a:lnTo>
                <a:lnTo>
                  <a:pt x="526275" y="144691"/>
                </a:lnTo>
                <a:lnTo>
                  <a:pt x="531012" y="162128"/>
                </a:lnTo>
                <a:lnTo>
                  <a:pt x="536041" y="179019"/>
                </a:lnTo>
                <a:lnTo>
                  <a:pt x="541489" y="195364"/>
                </a:lnTo>
                <a:lnTo>
                  <a:pt x="555205" y="247180"/>
                </a:lnTo>
                <a:lnTo>
                  <a:pt x="555205" y="23482"/>
                </a:lnTo>
                <a:lnTo>
                  <a:pt x="547585" y="0"/>
                </a:lnTo>
                <a:lnTo>
                  <a:pt x="459105" y="0"/>
                </a:lnTo>
                <a:lnTo>
                  <a:pt x="323367" y="418147"/>
                </a:lnTo>
                <a:lnTo>
                  <a:pt x="399669" y="418147"/>
                </a:lnTo>
                <a:lnTo>
                  <a:pt x="431673" y="305181"/>
                </a:lnTo>
                <a:lnTo>
                  <a:pt x="571969" y="305181"/>
                </a:lnTo>
                <a:lnTo>
                  <a:pt x="605599" y="418147"/>
                </a:lnTo>
                <a:lnTo>
                  <a:pt x="683323" y="418147"/>
                </a:lnTo>
                <a:close/>
              </a:path>
              <a:path w="989965" h="418464">
                <a:moveTo>
                  <a:pt x="989926" y="355"/>
                </a:moveTo>
                <a:lnTo>
                  <a:pt x="672642" y="355"/>
                </a:lnTo>
                <a:lnTo>
                  <a:pt x="672642" y="62585"/>
                </a:lnTo>
                <a:lnTo>
                  <a:pt x="793140" y="62585"/>
                </a:lnTo>
                <a:lnTo>
                  <a:pt x="793140" y="418185"/>
                </a:lnTo>
                <a:lnTo>
                  <a:pt x="867905" y="418185"/>
                </a:lnTo>
                <a:lnTo>
                  <a:pt x="867905" y="62585"/>
                </a:lnTo>
                <a:lnTo>
                  <a:pt x="989926" y="62585"/>
                </a:lnTo>
                <a:lnTo>
                  <a:pt x="989926" y="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574023" y="2321051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6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6" y="0"/>
                </a:lnTo>
                <a:lnTo>
                  <a:pt x="74676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732424" y="2312860"/>
            <a:ext cx="370840" cy="434975"/>
          </a:xfrm>
          <a:custGeom>
            <a:avLst/>
            <a:gdLst/>
            <a:ahLst/>
            <a:cxnLst/>
            <a:rect l="l" t="t" r="r" b="b"/>
            <a:pathLst>
              <a:path w="370840" h="434975">
                <a:moveTo>
                  <a:pt x="184594" y="434911"/>
                </a:moveTo>
                <a:lnTo>
                  <a:pt x="145458" y="430720"/>
                </a:lnTo>
                <a:lnTo>
                  <a:pt x="93272" y="410822"/>
                </a:lnTo>
                <a:lnTo>
                  <a:pt x="51816" y="375380"/>
                </a:lnTo>
                <a:lnTo>
                  <a:pt x="21169" y="326476"/>
                </a:lnTo>
                <a:lnTo>
                  <a:pt x="7715" y="285544"/>
                </a:lnTo>
                <a:lnTo>
                  <a:pt x="857" y="239759"/>
                </a:lnTo>
                <a:lnTo>
                  <a:pt x="0" y="215169"/>
                </a:lnTo>
                <a:lnTo>
                  <a:pt x="857" y="190540"/>
                </a:lnTo>
                <a:lnTo>
                  <a:pt x="7715" y="144781"/>
                </a:lnTo>
                <a:lnTo>
                  <a:pt x="21169" y="104743"/>
                </a:lnTo>
                <a:lnTo>
                  <a:pt x="40076" y="71034"/>
                </a:lnTo>
                <a:lnTo>
                  <a:pt x="77997" y="32206"/>
                </a:lnTo>
                <a:lnTo>
                  <a:pt x="127279" y="7715"/>
                </a:lnTo>
                <a:lnTo>
                  <a:pt x="184594" y="0"/>
                </a:lnTo>
                <a:lnTo>
                  <a:pt x="204620" y="857"/>
                </a:lnTo>
                <a:lnTo>
                  <a:pt x="259270" y="13716"/>
                </a:lnTo>
                <a:lnTo>
                  <a:pt x="305655" y="43545"/>
                </a:lnTo>
                <a:lnTo>
                  <a:pt x="324949" y="64103"/>
                </a:lnTo>
                <a:lnTo>
                  <a:pt x="184594" y="64103"/>
                </a:lnTo>
                <a:lnTo>
                  <a:pt x="160798" y="66651"/>
                </a:lnTo>
                <a:lnTo>
                  <a:pt x="121278" y="86606"/>
                </a:lnTo>
                <a:lnTo>
                  <a:pt x="93011" y="126096"/>
                </a:lnTo>
                <a:lnTo>
                  <a:pt x="78247" y="181656"/>
                </a:lnTo>
                <a:lnTo>
                  <a:pt x="76295" y="215169"/>
                </a:lnTo>
                <a:lnTo>
                  <a:pt x="76842" y="232043"/>
                </a:lnTo>
                <a:lnTo>
                  <a:pt x="83915" y="279273"/>
                </a:lnTo>
                <a:lnTo>
                  <a:pt x="99560" y="317246"/>
                </a:lnTo>
                <a:lnTo>
                  <a:pt x="130563" y="352353"/>
                </a:lnTo>
                <a:lnTo>
                  <a:pt x="172316" y="368688"/>
                </a:lnTo>
                <a:lnTo>
                  <a:pt x="184594" y="369284"/>
                </a:lnTo>
                <a:lnTo>
                  <a:pt x="323504" y="369284"/>
                </a:lnTo>
                <a:lnTo>
                  <a:pt x="318801" y="375380"/>
                </a:lnTo>
                <a:lnTo>
                  <a:pt x="275899" y="410822"/>
                </a:lnTo>
                <a:lnTo>
                  <a:pt x="224218" y="430720"/>
                </a:lnTo>
                <a:lnTo>
                  <a:pt x="204835" y="433816"/>
                </a:lnTo>
                <a:lnTo>
                  <a:pt x="184594" y="434911"/>
                </a:lnTo>
                <a:close/>
              </a:path>
              <a:path w="370840" h="434975">
                <a:moveTo>
                  <a:pt x="323504" y="369284"/>
                </a:moveTo>
                <a:lnTo>
                  <a:pt x="184594" y="369284"/>
                </a:lnTo>
                <a:lnTo>
                  <a:pt x="196881" y="368688"/>
                </a:lnTo>
                <a:lnTo>
                  <a:pt x="208597" y="366807"/>
                </a:lnTo>
                <a:lnTo>
                  <a:pt x="248221" y="345090"/>
                </a:lnTo>
                <a:lnTo>
                  <a:pt x="276308" y="305383"/>
                </a:lnTo>
                <a:lnTo>
                  <a:pt x="288393" y="264113"/>
                </a:lnTo>
                <a:lnTo>
                  <a:pt x="292893" y="215169"/>
                </a:lnTo>
                <a:lnTo>
                  <a:pt x="291153" y="181656"/>
                </a:lnTo>
                <a:lnTo>
                  <a:pt x="276780" y="126096"/>
                </a:lnTo>
                <a:lnTo>
                  <a:pt x="247816" y="86606"/>
                </a:lnTo>
                <a:lnTo>
                  <a:pt x="208335" y="66651"/>
                </a:lnTo>
                <a:lnTo>
                  <a:pt x="184594" y="64103"/>
                </a:lnTo>
                <a:lnTo>
                  <a:pt x="324949" y="64103"/>
                </a:lnTo>
                <a:lnTo>
                  <a:pt x="349448" y="104743"/>
                </a:lnTo>
                <a:lnTo>
                  <a:pt x="362902" y="144781"/>
                </a:lnTo>
                <a:lnTo>
                  <a:pt x="369760" y="190540"/>
                </a:lnTo>
                <a:lnTo>
                  <a:pt x="370617" y="215169"/>
                </a:lnTo>
                <a:lnTo>
                  <a:pt x="369760" y="239759"/>
                </a:lnTo>
                <a:lnTo>
                  <a:pt x="362902" y="285544"/>
                </a:lnTo>
                <a:lnTo>
                  <a:pt x="349448" y="326262"/>
                </a:lnTo>
                <a:lnTo>
                  <a:pt x="330541" y="360162"/>
                </a:lnTo>
                <a:lnTo>
                  <a:pt x="323504" y="369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186957" y="2320480"/>
            <a:ext cx="313055" cy="418465"/>
          </a:xfrm>
          <a:custGeom>
            <a:avLst/>
            <a:gdLst/>
            <a:ahLst/>
            <a:cxnLst/>
            <a:rect l="l" t="t" r="r" b="b"/>
            <a:pathLst>
              <a:path w="313054" h="418464">
                <a:moveTo>
                  <a:pt x="312705" y="418147"/>
                </a:moveTo>
                <a:lnTo>
                  <a:pt x="236410" y="418147"/>
                </a:lnTo>
                <a:lnTo>
                  <a:pt x="106775" y="183165"/>
                </a:lnTo>
                <a:lnTo>
                  <a:pt x="64103" y="94583"/>
                </a:lnTo>
                <a:lnTo>
                  <a:pt x="61055" y="94583"/>
                </a:lnTo>
                <a:lnTo>
                  <a:pt x="63531" y="127813"/>
                </a:lnTo>
                <a:lnTo>
                  <a:pt x="65127" y="145254"/>
                </a:lnTo>
                <a:lnTo>
                  <a:pt x="67151" y="163258"/>
                </a:lnTo>
                <a:lnTo>
                  <a:pt x="69246" y="199727"/>
                </a:lnTo>
                <a:lnTo>
                  <a:pt x="69937" y="217573"/>
                </a:lnTo>
                <a:lnTo>
                  <a:pt x="70199" y="234981"/>
                </a:lnTo>
                <a:lnTo>
                  <a:pt x="70199" y="418147"/>
                </a:lnTo>
                <a:lnTo>
                  <a:pt x="0" y="418147"/>
                </a:lnTo>
                <a:lnTo>
                  <a:pt x="0" y="0"/>
                </a:lnTo>
                <a:lnTo>
                  <a:pt x="76295" y="0"/>
                </a:lnTo>
                <a:lnTo>
                  <a:pt x="205930" y="234981"/>
                </a:lnTo>
                <a:lnTo>
                  <a:pt x="248697" y="325088"/>
                </a:lnTo>
                <a:lnTo>
                  <a:pt x="251745" y="325088"/>
                </a:lnTo>
                <a:lnTo>
                  <a:pt x="249269" y="291095"/>
                </a:lnTo>
                <a:lnTo>
                  <a:pt x="247673" y="273130"/>
                </a:lnTo>
                <a:lnTo>
                  <a:pt x="245649" y="254889"/>
                </a:lnTo>
                <a:lnTo>
                  <a:pt x="243887" y="235688"/>
                </a:lnTo>
                <a:lnTo>
                  <a:pt x="242982" y="217086"/>
                </a:lnTo>
                <a:lnTo>
                  <a:pt x="242649" y="199074"/>
                </a:lnTo>
                <a:lnTo>
                  <a:pt x="242601" y="0"/>
                </a:lnTo>
                <a:lnTo>
                  <a:pt x="312705" y="0"/>
                </a:lnTo>
                <a:lnTo>
                  <a:pt x="312705" y="4181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0222" y="3568731"/>
            <a:ext cx="2211704" cy="704992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5374" y="3568731"/>
            <a:ext cx="2010441" cy="704992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5529167" y="3568731"/>
            <a:ext cx="1716405" cy="705485"/>
            <a:chOff x="5529167" y="3568731"/>
            <a:chExt cx="1716405" cy="705485"/>
          </a:xfrm>
        </p:grpSpPr>
        <p:sp>
          <p:nvSpPr>
            <p:cNvPr id="23" name="object 23" descr=""/>
            <p:cNvSpPr/>
            <p:nvPr/>
          </p:nvSpPr>
          <p:spPr>
            <a:xfrm>
              <a:off x="5529167" y="3568731"/>
              <a:ext cx="1716405" cy="705485"/>
            </a:xfrm>
            <a:custGeom>
              <a:avLst/>
              <a:gdLst/>
              <a:ahLst/>
              <a:cxnLst/>
              <a:rect l="l" t="t" r="r" b="b"/>
              <a:pathLst>
                <a:path w="1716404" h="705485">
                  <a:moveTo>
                    <a:pt x="1534478" y="704992"/>
                  </a:moveTo>
                  <a:lnTo>
                    <a:pt x="181531" y="704992"/>
                  </a:lnTo>
                  <a:lnTo>
                    <a:pt x="172354" y="704659"/>
                  </a:lnTo>
                  <a:lnTo>
                    <a:pt x="126587" y="694491"/>
                  </a:lnTo>
                  <a:lnTo>
                    <a:pt x="85439" y="673036"/>
                  </a:lnTo>
                  <a:lnTo>
                    <a:pt x="77484" y="668163"/>
                  </a:lnTo>
                  <a:lnTo>
                    <a:pt x="43624" y="636174"/>
                  </a:lnTo>
                  <a:lnTo>
                    <a:pt x="18930" y="596439"/>
                  </a:lnTo>
                  <a:lnTo>
                    <a:pt x="15240" y="587502"/>
                  </a:lnTo>
                  <a:lnTo>
                    <a:pt x="11191" y="579239"/>
                  </a:lnTo>
                  <a:lnTo>
                    <a:pt x="952" y="533959"/>
                  </a:lnTo>
                  <a:lnTo>
                    <a:pt x="0" y="514254"/>
                  </a:lnTo>
                  <a:lnTo>
                    <a:pt x="0" y="190785"/>
                  </a:lnTo>
                  <a:lnTo>
                    <a:pt x="5381" y="144970"/>
                  </a:lnTo>
                  <a:lnTo>
                    <a:pt x="18930" y="109323"/>
                  </a:lnTo>
                  <a:lnTo>
                    <a:pt x="43624" y="69830"/>
                  </a:lnTo>
                  <a:lnTo>
                    <a:pt x="56387" y="56483"/>
                  </a:lnTo>
                  <a:lnTo>
                    <a:pt x="62681" y="49887"/>
                  </a:lnTo>
                  <a:lnTo>
                    <a:pt x="100869" y="23145"/>
                  </a:lnTo>
                  <a:lnTo>
                    <a:pt x="144875" y="5383"/>
                  </a:lnTo>
                  <a:lnTo>
                    <a:pt x="190690" y="0"/>
                  </a:lnTo>
                  <a:lnTo>
                    <a:pt x="1525333" y="0"/>
                  </a:lnTo>
                  <a:lnTo>
                    <a:pt x="1571148" y="5383"/>
                  </a:lnTo>
                  <a:lnTo>
                    <a:pt x="1606796" y="19026"/>
                  </a:lnTo>
                  <a:lnTo>
                    <a:pt x="1646205" y="43719"/>
                  </a:lnTo>
                  <a:lnTo>
                    <a:pt x="1659540" y="56483"/>
                  </a:lnTo>
                  <a:lnTo>
                    <a:pt x="1666191" y="62723"/>
                  </a:lnTo>
                  <a:lnTo>
                    <a:pt x="1692973" y="100965"/>
                  </a:lnTo>
                  <a:lnTo>
                    <a:pt x="1710642" y="144970"/>
                  </a:lnTo>
                  <a:lnTo>
                    <a:pt x="1716024" y="190785"/>
                  </a:lnTo>
                  <a:lnTo>
                    <a:pt x="1716024" y="514254"/>
                  </a:lnTo>
                  <a:lnTo>
                    <a:pt x="1712975" y="552450"/>
                  </a:lnTo>
                  <a:lnTo>
                    <a:pt x="1700783" y="587502"/>
                  </a:lnTo>
                  <a:lnTo>
                    <a:pt x="1697093" y="596439"/>
                  </a:lnTo>
                  <a:lnTo>
                    <a:pt x="1672387" y="636174"/>
                  </a:lnTo>
                  <a:lnTo>
                    <a:pt x="1638538" y="668163"/>
                  </a:lnTo>
                  <a:lnTo>
                    <a:pt x="1630584" y="673036"/>
                  </a:lnTo>
                  <a:lnTo>
                    <a:pt x="1623226" y="678465"/>
                  </a:lnTo>
                  <a:lnTo>
                    <a:pt x="1580292" y="697230"/>
                  </a:lnTo>
                  <a:lnTo>
                    <a:pt x="1543633" y="704659"/>
                  </a:lnTo>
                  <a:lnTo>
                    <a:pt x="1534478" y="704992"/>
                  </a:lnTo>
                  <a:close/>
                </a:path>
              </a:pathLst>
            </a:custGeom>
            <a:solidFill>
              <a:srgbClr val="FF97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718333" y="3777805"/>
              <a:ext cx="181610" cy="273685"/>
            </a:xfrm>
            <a:custGeom>
              <a:avLst/>
              <a:gdLst/>
              <a:ahLst/>
              <a:cxnLst/>
              <a:rect l="l" t="t" r="r" b="b"/>
              <a:pathLst>
                <a:path w="181610" h="273685">
                  <a:moveTo>
                    <a:pt x="93059" y="273176"/>
                  </a:moveTo>
                  <a:lnTo>
                    <a:pt x="53103" y="266747"/>
                  </a:lnTo>
                  <a:lnTo>
                    <a:pt x="9429" y="242109"/>
                  </a:lnTo>
                  <a:lnTo>
                    <a:pt x="0" y="233457"/>
                  </a:lnTo>
                  <a:lnTo>
                    <a:pt x="19812" y="210597"/>
                  </a:lnTo>
                  <a:lnTo>
                    <a:pt x="27193" y="217408"/>
                  </a:lnTo>
                  <a:lnTo>
                    <a:pt x="35433" y="223932"/>
                  </a:lnTo>
                  <a:lnTo>
                    <a:pt x="72592" y="240589"/>
                  </a:lnTo>
                  <a:lnTo>
                    <a:pt x="93059" y="242696"/>
                  </a:lnTo>
                  <a:lnTo>
                    <a:pt x="105036" y="242100"/>
                  </a:lnTo>
                  <a:lnTo>
                    <a:pt x="139565" y="225647"/>
                  </a:lnTo>
                  <a:lnTo>
                    <a:pt x="147923" y="199929"/>
                  </a:lnTo>
                  <a:lnTo>
                    <a:pt x="147923" y="193833"/>
                  </a:lnTo>
                  <a:lnTo>
                    <a:pt x="146399" y="187737"/>
                  </a:lnTo>
                  <a:lnTo>
                    <a:pt x="144875" y="183165"/>
                  </a:lnTo>
                  <a:lnTo>
                    <a:pt x="141827" y="178593"/>
                  </a:lnTo>
                  <a:lnTo>
                    <a:pt x="138779" y="175545"/>
                  </a:lnTo>
                  <a:lnTo>
                    <a:pt x="135731" y="170973"/>
                  </a:lnTo>
                  <a:lnTo>
                    <a:pt x="126587" y="164782"/>
                  </a:lnTo>
                  <a:lnTo>
                    <a:pt x="120491" y="161734"/>
                  </a:lnTo>
                  <a:lnTo>
                    <a:pt x="115919" y="160210"/>
                  </a:lnTo>
                  <a:lnTo>
                    <a:pt x="103727" y="154114"/>
                  </a:lnTo>
                  <a:lnTo>
                    <a:pt x="67056" y="137350"/>
                  </a:lnTo>
                  <a:lnTo>
                    <a:pt x="60960" y="134302"/>
                  </a:lnTo>
                  <a:lnTo>
                    <a:pt x="53339" y="131254"/>
                  </a:lnTo>
                  <a:lnTo>
                    <a:pt x="47244" y="128206"/>
                  </a:lnTo>
                  <a:lnTo>
                    <a:pt x="41148" y="123634"/>
                  </a:lnTo>
                  <a:lnTo>
                    <a:pt x="35052" y="120586"/>
                  </a:lnTo>
                  <a:lnTo>
                    <a:pt x="30480" y="114490"/>
                  </a:lnTo>
                  <a:lnTo>
                    <a:pt x="25908" y="109918"/>
                  </a:lnTo>
                  <a:lnTo>
                    <a:pt x="21336" y="102298"/>
                  </a:lnTo>
                  <a:lnTo>
                    <a:pt x="13716" y="70199"/>
                  </a:lnTo>
                  <a:lnTo>
                    <a:pt x="14025" y="62484"/>
                  </a:lnTo>
                  <a:lnTo>
                    <a:pt x="15049" y="55340"/>
                  </a:lnTo>
                  <a:lnTo>
                    <a:pt x="16930" y="48768"/>
                  </a:lnTo>
                  <a:lnTo>
                    <a:pt x="19812" y="42767"/>
                  </a:lnTo>
                  <a:lnTo>
                    <a:pt x="22645" y="36193"/>
                  </a:lnTo>
                  <a:lnTo>
                    <a:pt x="55006" y="8667"/>
                  </a:lnTo>
                  <a:lnTo>
                    <a:pt x="96107" y="0"/>
                  </a:lnTo>
                  <a:lnTo>
                    <a:pt x="107275" y="571"/>
                  </a:lnTo>
                  <a:lnTo>
                    <a:pt x="148542" y="14016"/>
                  </a:lnTo>
                  <a:lnTo>
                    <a:pt x="173831" y="32099"/>
                  </a:lnTo>
                  <a:lnTo>
                    <a:pt x="155543" y="54959"/>
                  </a:lnTo>
                  <a:lnTo>
                    <a:pt x="149542" y="49529"/>
                  </a:lnTo>
                  <a:lnTo>
                    <a:pt x="142970" y="44672"/>
                  </a:lnTo>
                  <a:lnTo>
                    <a:pt x="104965" y="29598"/>
                  </a:lnTo>
                  <a:lnTo>
                    <a:pt x="96107" y="29051"/>
                  </a:lnTo>
                  <a:lnTo>
                    <a:pt x="85193" y="29646"/>
                  </a:lnTo>
                  <a:lnTo>
                    <a:pt x="50482" y="51720"/>
                  </a:lnTo>
                  <a:lnTo>
                    <a:pt x="47244" y="67151"/>
                  </a:lnTo>
                  <a:lnTo>
                    <a:pt x="47244" y="79343"/>
                  </a:lnTo>
                  <a:lnTo>
                    <a:pt x="56387" y="93154"/>
                  </a:lnTo>
                  <a:lnTo>
                    <a:pt x="74676" y="105346"/>
                  </a:lnTo>
                  <a:lnTo>
                    <a:pt x="79248" y="106870"/>
                  </a:lnTo>
                  <a:lnTo>
                    <a:pt x="85344" y="109918"/>
                  </a:lnTo>
                  <a:lnTo>
                    <a:pt x="90011" y="111442"/>
                  </a:lnTo>
                  <a:lnTo>
                    <a:pt x="128111" y="128206"/>
                  </a:lnTo>
                  <a:lnTo>
                    <a:pt x="135731" y="131254"/>
                  </a:lnTo>
                  <a:lnTo>
                    <a:pt x="175355" y="164782"/>
                  </a:lnTo>
                  <a:lnTo>
                    <a:pt x="176879" y="172497"/>
                  </a:lnTo>
                  <a:lnTo>
                    <a:pt x="178879" y="178260"/>
                  </a:lnTo>
                  <a:lnTo>
                    <a:pt x="180308" y="184308"/>
                  </a:lnTo>
                  <a:lnTo>
                    <a:pt x="181165" y="190928"/>
                  </a:lnTo>
                  <a:lnTo>
                    <a:pt x="181451" y="198405"/>
                  </a:lnTo>
                  <a:lnTo>
                    <a:pt x="181141" y="205501"/>
                  </a:lnTo>
                  <a:lnTo>
                    <a:pt x="162496" y="245444"/>
                  </a:lnTo>
                  <a:lnTo>
                    <a:pt x="129635" y="267080"/>
                  </a:lnTo>
                  <a:lnTo>
                    <a:pt x="103060" y="272653"/>
                  </a:lnTo>
                  <a:lnTo>
                    <a:pt x="93059" y="273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3408" y="3846480"/>
              <a:ext cx="164687" cy="20450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1718" y="3846480"/>
              <a:ext cx="154019" cy="20450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5362" y="3851052"/>
              <a:ext cx="155638" cy="19992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46532" y="3846480"/>
              <a:ext cx="106775" cy="198405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677787" y="3768661"/>
              <a:ext cx="389255" cy="360680"/>
            </a:xfrm>
            <a:custGeom>
              <a:avLst/>
              <a:gdLst/>
              <a:ahLst/>
              <a:cxnLst/>
              <a:rect l="l" t="t" r="r" b="b"/>
              <a:pathLst>
                <a:path w="389254" h="360679">
                  <a:moveTo>
                    <a:pt x="39624" y="82397"/>
                  </a:moveTo>
                  <a:lnTo>
                    <a:pt x="6096" y="82397"/>
                  </a:lnTo>
                  <a:lnTo>
                    <a:pt x="6096" y="276225"/>
                  </a:lnTo>
                  <a:lnTo>
                    <a:pt x="39624" y="276225"/>
                  </a:lnTo>
                  <a:lnTo>
                    <a:pt x="39624" y="82397"/>
                  </a:lnTo>
                  <a:close/>
                </a:path>
                <a:path w="389254" h="360679">
                  <a:moveTo>
                    <a:pt x="45720" y="13716"/>
                  </a:moveTo>
                  <a:lnTo>
                    <a:pt x="44196" y="9144"/>
                  </a:lnTo>
                  <a:lnTo>
                    <a:pt x="39624" y="6096"/>
                  </a:lnTo>
                  <a:lnTo>
                    <a:pt x="35052" y="1524"/>
                  </a:lnTo>
                  <a:lnTo>
                    <a:pt x="30480" y="0"/>
                  </a:lnTo>
                  <a:lnTo>
                    <a:pt x="16764" y="0"/>
                  </a:lnTo>
                  <a:lnTo>
                    <a:pt x="12192" y="1524"/>
                  </a:lnTo>
                  <a:lnTo>
                    <a:pt x="7620" y="6096"/>
                  </a:lnTo>
                  <a:lnTo>
                    <a:pt x="3048" y="9144"/>
                  </a:lnTo>
                  <a:lnTo>
                    <a:pt x="0" y="15240"/>
                  </a:lnTo>
                  <a:lnTo>
                    <a:pt x="0" y="27432"/>
                  </a:lnTo>
                  <a:lnTo>
                    <a:pt x="3048" y="32105"/>
                  </a:lnTo>
                  <a:lnTo>
                    <a:pt x="7620" y="36677"/>
                  </a:lnTo>
                  <a:lnTo>
                    <a:pt x="16764" y="42773"/>
                  </a:lnTo>
                  <a:lnTo>
                    <a:pt x="30480" y="42773"/>
                  </a:lnTo>
                  <a:lnTo>
                    <a:pt x="39624" y="36677"/>
                  </a:lnTo>
                  <a:lnTo>
                    <a:pt x="44196" y="32105"/>
                  </a:lnTo>
                  <a:lnTo>
                    <a:pt x="45720" y="27432"/>
                  </a:lnTo>
                  <a:lnTo>
                    <a:pt x="45720" y="13716"/>
                  </a:lnTo>
                  <a:close/>
                </a:path>
                <a:path w="389254" h="360679">
                  <a:moveTo>
                    <a:pt x="202780" y="274713"/>
                  </a:moveTo>
                  <a:lnTo>
                    <a:pt x="195160" y="250228"/>
                  </a:lnTo>
                  <a:lnTo>
                    <a:pt x="192112" y="251752"/>
                  </a:lnTo>
                  <a:lnTo>
                    <a:pt x="189064" y="251752"/>
                  </a:lnTo>
                  <a:lnTo>
                    <a:pt x="184492" y="253377"/>
                  </a:lnTo>
                  <a:lnTo>
                    <a:pt x="181444" y="254901"/>
                  </a:lnTo>
                  <a:lnTo>
                    <a:pt x="161531" y="254901"/>
                  </a:lnTo>
                  <a:lnTo>
                    <a:pt x="143243" y="216700"/>
                  </a:lnTo>
                  <a:lnTo>
                    <a:pt x="143243" y="109931"/>
                  </a:lnTo>
                  <a:lnTo>
                    <a:pt x="196684" y="109931"/>
                  </a:lnTo>
                  <a:lnTo>
                    <a:pt x="196684" y="82397"/>
                  </a:lnTo>
                  <a:lnTo>
                    <a:pt x="143243" y="82397"/>
                  </a:lnTo>
                  <a:lnTo>
                    <a:pt x="143243" y="27444"/>
                  </a:lnTo>
                  <a:lnTo>
                    <a:pt x="115811" y="27444"/>
                  </a:lnTo>
                  <a:lnTo>
                    <a:pt x="111239" y="82397"/>
                  </a:lnTo>
                  <a:lnTo>
                    <a:pt x="80759" y="83921"/>
                  </a:lnTo>
                  <a:lnTo>
                    <a:pt x="80759" y="109931"/>
                  </a:lnTo>
                  <a:lnTo>
                    <a:pt x="109715" y="109931"/>
                  </a:lnTo>
                  <a:lnTo>
                    <a:pt x="109715" y="216700"/>
                  </a:lnTo>
                  <a:lnTo>
                    <a:pt x="109982" y="223532"/>
                  </a:lnTo>
                  <a:lnTo>
                    <a:pt x="121907" y="264045"/>
                  </a:lnTo>
                  <a:lnTo>
                    <a:pt x="140195" y="276237"/>
                  </a:lnTo>
                  <a:lnTo>
                    <a:pt x="145326" y="279107"/>
                  </a:lnTo>
                  <a:lnTo>
                    <a:pt x="151447" y="281000"/>
                  </a:lnTo>
                  <a:lnTo>
                    <a:pt x="158457" y="282016"/>
                  </a:lnTo>
                  <a:lnTo>
                    <a:pt x="166204" y="282333"/>
                  </a:lnTo>
                  <a:lnTo>
                    <a:pt x="172300" y="282333"/>
                  </a:lnTo>
                  <a:lnTo>
                    <a:pt x="202780" y="274713"/>
                  </a:lnTo>
                  <a:close/>
                </a:path>
                <a:path w="389254" h="360679">
                  <a:moveTo>
                    <a:pt x="388899" y="82397"/>
                  </a:moveTo>
                  <a:lnTo>
                    <a:pt x="356895" y="82397"/>
                  </a:lnTo>
                  <a:lnTo>
                    <a:pt x="321843" y="190792"/>
                  </a:lnTo>
                  <a:lnTo>
                    <a:pt x="319798" y="196773"/>
                  </a:lnTo>
                  <a:lnTo>
                    <a:pt x="316268" y="209867"/>
                  </a:lnTo>
                  <a:lnTo>
                    <a:pt x="311937" y="224409"/>
                  </a:lnTo>
                  <a:lnTo>
                    <a:pt x="307365" y="238125"/>
                  </a:lnTo>
                  <a:lnTo>
                    <a:pt x="305079" y="244132"/>
                  </a:lnTo>
                  <a:lnTo>
                    <a:pt x="303555" y="244132"/>
                  </a:lnTo>
                  <a:lnTo>
                    <a:pt x="301256" y="237921"/>
                  </a:lnTo>
                  <a:lnTo>
                    <a:pt x="289750" y="203174"/>
                  </a:lnTo>
                  <a:lnTo>
                    <a:pt x="245554" y="82397"/>
                  </a:lnTo>
                  <a:lnTo>
                    <a:pt x="212026" y="82397"/>
                  </a:lnTo>
                  <a:lnTo>
                    <a:pt x="289750" y="277749"/>
                  </a:lnTo>
                  <a:lnTo>
                    <a:pt x="285178" y="291465"/>
                  </a:lnTo>
                  <a:lnTo>
                    <a:pt x="262407" y="327164"/>
                  </a:lnTo>
                  <a:lnTo>
                    <a:pt x="240982" y="334238"/>
                  </a:lnTo>
                  <a:lnTo>
                    <a:pt x="239458" y="334238"/>
                  </a:lnTo>
                  <a:lnTo>
                    <a:pt x="236410" y="332714"/>
                  </a:lnTo>
                  <a:lnTo>
                    <a:pt x="233362" y="332714"/>
                  </a:lnTo>
                  <a:lnTo>
                    <a:pt x="230314" y="331190"/>
                  </a:lnTo>
                  <a:lnTo>
                    <a:pt x="225742" y="331190"/>
                  </a:lnTo>
                  <a:lnTo>
                    <a:pt x="219646" y="357098"/>
                  </a:lnTo>
                  <a:lnTo>
                    <a:pt x="222694" y="358622"/>
                  </a:lnTo>
                  <a:lnTo>
                    <a:pt x="227266" y="358622"/>
                  </a:lnTo>
                  <a:lnTo>
                    <a:pt x="230314" y="360146"/>
                  </a:lnTo>
                  <a:lnTo>
                    <a:pt x="242506" y="360146"/>
                  </a:lnTo>
                  <a:lnTo>
                    <a:pt x="249974" y="359854"/>
                  </a:lnTo>
                  <a:lnTo>
                    <a:pt x="288226" y="341858"/>
                  </a:lnTo>
                  <a:lnTo>
                    <a:pt x="292760" y="337019"/>
                  </a:lnTo>
                  <a:lnTo>
                    <a:pt x="313194" y="299859"/>
                  </a:lnTo>
                  <a:lnTo>
                    <a:pt x="315747" y="292989"/>
                  </a:lnTo>
                  <a:lnTo>
                    <a:pt x="388899" y="82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0" name="object 3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88542" y="3568731"/>
            <a:ext cx="2288095" cy="704992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7030" y="4417218"/>
            <a:ext cx="2202656" cy="715708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253037" y="4417218"/>
            <a:ext cx="2535174" cy="715708"/>
          </a:xfrm>
          <a:prstGeom prst="rect">
            <a:avLst/>
          </a:prstGeom>
        </p:spPr>
      </p:pic>
      <p:grpSp>
        <p:nvGrpSpPr>
          <p:cNvPr id="33" name="object 33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3254406"/>
            <a:ext cx="1144270" cy="56515"/>
          </a:xfrm>
          <a:custGeom>
            <a:avLst/>
            <a:gdLst/>
            <a:ahLst/>
            <a:cxnLst/>
            <a:rect l="l" t="t" r="r" b="b"/>
            <a:pathLst>
              <a:path w="1144270" h="56514">
                <a:moveTo>
                  <a:pt x="1122616" y="56483"/>
                </a:move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3048" y="39719"/>
                </a:lnTo>
                <a:lnTo>
                  <a:pt x="1524" y="35051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1524" y="21335"/>
                </a:lnTo>
                <a:lnTo>
                  <a:pt x="3048" y="16763"/>
                </a:lnTo>
                <a:lnTo>
                  <a:pt x="6096" y="10667"/>
                </a:lnTo>
                <a:lnTo>
                  <a:pt x="10668" y="6095"/>
                </a:lnTo>
                <a:lnTo>
                  <a:pt x="15240" y="3047"/>
                </a:lnTo>
                <a:lnTo>
                  <a:pt x="21336" y="0"/>
                </a:lnTo>
                <a:lnTo>
                  <a:pt x="1122616" y="0"/>
                </a:lnTo>
                <a:lnTo>
                  <a:pt x="1127188" y="1523"/>
                </a:lnTo>
                <a:lnTo>
                  <a:pt x="1130236" y="3047"/>
                </a:lnTo>
                <a:lnTo>
                  <a:pt x="1133284" y="6095"/>
                </a:lnTo>
                <a:lnTo>
                  <a:pt x="1136427" y="7619"/>
                </a:lnTo>
                <a:lnTo>
                  <a:pt x="1139475" y="10667"/>
                </a:lnTo>
                <a:lnTo>
                  <a:pt x="1142523" y="16763"/>
                </a:lnTo>
                <a:lnTo>
                  <a:pt x="1144047" y="21335"/>
                </a:lnTo>
                <a:lnTo>
                  <a:pt x="1144047" y="35051"/>
                </a:lnTo>
                <a:lnTo>
                  <a:pt x="1142523" y="39719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910839" y="2453640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30" h="419100">
                <a:moveTo>
                  <a:pt x="74675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5" y="0"/>
                </a:lnTo>
                <a:lnTo>
                  <a:pt x="74675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091624" y="2453258"/>
            <a:ext cx="370840" cy="419734"/>
          </a:xfrm>
          <a:custGeom>
            <a:avLst/>
            <a:gdLst/>
            <a:ahLst/>
            <a:cxnLst/>
            <a:rect l="l" t="t" r="r" b="b"/>
            <a:pathLst>
              <a:path w="370839" h="419735">
                <a:moveTo>
                  <a:pt x="370712" y="419671"/>
                </a:moveTo>
                <a:lnTo>
                  <a:pt x="300513" y="419671"/>
                </a:lnTo>
                <a:lnTo>
                  <a:pt x="300537" y="220218"/>
                </a:lnTo>
                <a:lnTo>
                  <a:pt x="300704" y="212502"/>
                </a:lnTo>
                <a:lnTo>
                  <a:pt x="301156" y="204216"/>
                </a:lnTo>
                <a:lnTo>
                  <a:pt x="302037" y="195357"/>
                </a:lnTo>
                <a:lnTo>
                  <a:pt x="302275" y="187039"/>
                </a:lnTo>
                <a:lnTo>
                  <a:pt x="303323" y="169332"/>
                </a:lnTo>
                <a:lnTo>
                  <a:pt x="303561" y="160210"/>
                </a:lnTo>
                <a:lnTo>
                  <a:pt x="304466" y="151971"/>
                </a:lnTo>
                <a:lnTo>
                  <a:pt x="305704" y="134921"/>
                </a:lnTo>
                <a:lnTo>
                  <a:pt x="308705" y="110025"/>
                </a:lnTo>
                <a:lnTo>
                  <a:pt x="309395" y="102371"/>
                </a:lnTo>
                <a:lnTo>
                  <a:pt x="309657" y="94583"/>
                </a:lnTo>
                <a:lnTo>
                  <a:pt x="308133" y="94583"/>
                </a:lnTo>
                <a:lnTo>
                  <a:pt x="273081" y="190785"/>
                </a:lnTo>
                <a:lnTo>
                  <a:pt x="201358" y="379952"/>
                </a:lnTo>
                <a:lnTo>
                  <a:pt x="166306" y="379952"/>
                </a:lnTo>
                <a:lnTo>
                  <a:pt x="94583" y="190785"/>
                </a:lnTo>
                <a:lnTo>
                  <a:pt x="61055" y="94583"/>
                </a:lnTo>
                <a:lnTo>
                  <a:pt x="58007" y="94583"/>
                </a:lnTo>
                <a:lnTo>
                  <a:pt x="58912" y="101728"/>
                </a:lnTo>
                <a:lnTo>
                  <a:pt x="60150" y="117769"/>
                </a:lnTo>
                <a:lnTo>
                  <a:pt x="61055" y="126682"/>
                </a:lnTo>
                <a:lnTo>
                  <a:pt x="63150" y="143446"/>
                </a:lnTo>
                <a:lnTo>
                  <a:pt x="63841" y="151971"/>
                </a:lnTo>
                <a:lnTo>
                  <a:pt x="64103" y="160210"/>
                </a:lnTo>
                <a:lnTo>
                  <a:pt x="65008" y="169332"/>
                </a:lnTo>
                <a:lnTo>
                  <a:pt x="66246" y="187039"/>
                </a:lnTo>
                <a:lnTo>
                  <a:pt x="67151" y="195357"/>
                </a:lnTo>
                <a:lnTo>
                  <a:pt x="67389" y="204216"/>
                </a:lnTo>
                <a:lnTo>
                  <a:pt x="68437" y="220218"/>
                </a:lnTo>
                <a:lnTo>
                  <a:pt x="68675" y="227361"/>
                </a:lnTo>
                <a:lnTo>
                  <a:pt x="68675" y="419671"/>
                </a:lnTo>
                <a:lnTo>
                  <a:pt x="0" y="419671"/>
                </a:lnTo>
                <a:lnTo>
                  <a:pt x="0" y="0"/>
                </a:lnTo>
                <a:lnTo>
                  <a:pt x="80867" y="0"/>
                </a:lnTo>
                <a:lnTo>
                  <a:pt x="157162" y="206025"/>
                </a:lnTo>
                <a:lnTo>
                  <a:pt x="184594" y="286893"/>
                </a:lnTo>
                <a:lnTo>
                  <a:pt x="187642" y="286893"/>
                </a:lnTo>
                <a:lnTo>
                  <a:pt x="213550" y="206025"/>
                </a:lnTo>
                <a:lnTo>
                  <a:pt x="288321" y="0"/>
                </a:lnTo>
                <a:lnTo>
                  <a:pt x="370712" y="0"/>
                </a:lnTo>
                <a:lnTo>
                  <a:pt x="370712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567493" y="2453258"/>
            <a:ext cx="300990" cy="419734"/>
          </a:xfrm>
          <a:custGeom>
            <a:avLst/>
            <a:gdLst/>
            <a:ahLst/>
            <a:cxnLst/>
            <a:rect l="l" t="t" r="r" b="b"/>
            <a:pathLst>
              <a:path w="300989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922" y="0"/>
                </a:lnTo>
                <a:lnTo>
                  <a:pt x="158757" y="547"/>
                </a:lnTo>
                <a:lnTo>
                  <a:pt x="218749" y="10739"/>
                </a:lnTo>
                <a:lnTo>
                  <a:pt x="254793" y="28956"/>
                </a:lnTo>
                <a:lnTo>
                  <a:pt x="281797" y="56682"/>
                </a:lnTo>
                <a:lnTo>
                  <a:pt x="283346" y="59531"/>
                </a:lnTo>
                <a:lnTo>
                  <a:pt x="74771" y="59531"/>
                </a:lnTo>
                <a:lnTo>
                  <a:pt x="74771" y="206025"/>
                </a:lnTo>
                <a:lnTo>
                  <a:pt x="279425" y="206025"/>
                </a:lnTo>
                <a:lnTo>
                  <a:pt x="273843" y="213645"/>
                </a:lnTo>
                <a:lnTo>
                  <a:pt x="243719" y="240268"/>
                </a:lnTo>
                <a:lnTo>
                  <a:pt x="204406" y="257841"/>
                </a:lnTo>
                <a:lnTo>
                  <a:pt x="157900" y="265007"/>
                </a:lnTo>
                <a:lnTo>
                  <a:pt x="141922" y="265557"/>
                </a:lnTo>
                <a:lnTo>
                  <a:pt x="74771" y="265557"/>
                </a:lnTo>
                <a:lnTo>
                  <a:pt x="74771" y="419671"/>
                </a:lnTo>
                <a:close/>
              </a:path>
              <a:path w="300989" h="419735">
                <a:moveTo>
                  <a:pt x="279425" y="206025"/>
                </a:moveTo>
                <a:lnTo>
                  <a:pt x="135826" y="206025"/>
                </a:lnTo>
                <a:lnTo>
                  <a:pt x="175846" y="201176"/>
                </a:lnTo>
                <a:lnTo>
                  <a:pt x="204454" y="186737"/>
                </a:lnTo>
                <a:lnTo>
                  <a:pt x="221631" y="162868"/>
                </a:lnTo>
                <a:lnTo>
                  <a:pt x="227361" y="129730"/>
                </a:lnTo>
                <a:lnTo>
                  <a:pt x="225931" y="111673"/>
                </a:lnTo>
                <a:lnTo>
                  <a:pt x="204406" y="74771"/>
                </a:lnTo>
                <a:lnTo>
                  <a:pt x="157257" y="60626"/>
                </a:lnTo>
                <a:lnTo>
                  <a:pt x="135826" y="59531"/>
                </a:lnTo>
                <a:lnTo>
                  <a:pt x="283346" y="59531"/>
                </a:lnTo>
                <a:lnTo>
                  <a:pt x="297275" y="96309"/>
                </a:lnTo>
                <a:lnTo>
                  <a:pt x="300513" y="129730"/>
                </a:lnTo>
                <a:lnTo>
                  <a:pt x="299680" y="146329"/>
                </a:lnTo>
                <a:lnTo>
                  <a:pt x="297275" y="161936"/>
                </a:lnTo>
                <a:lnTo>
                  <a:pt x="293441" y="176705"/>
                </a:lnTo>
                <a:lnTo>
                  <a:pt x="288321" y="190785"/>
                </a:lnTo>
                <a:lnTo>
                  <a:pt x="281797" y="202787"/>
                </a:lnTo>
                <a:lnTo>
                  <a:pt x="279425" y="2060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945826" y="2453639"/>
            <a:ext cx="248920" cy="419100"/>
          </a:xfrm>
          <a:custGeom>
            <a:avLst/>
            <a:gdLst/>
            <a:ahLst/>
            <a:cxnLst/>
            <a:rect l="l" t="t" r="r" b="b"/>
            <a:pathLst>
              <a:path w="248920" h="419100">
                <a:moveTo>
                  <a:pt x="248589" y="356870"/>
                </a:moveTo>
                <a:lnTo>
                  <a:pt x="74764" y="356870"/>
                </a:lnTo>
                <a:lnTo>
                  <a:pt x="74764" y="0"/>
                </a:lnTo>
                <a:lnTo>
                  <a:pt x="0" y="0"/>
                </a:lnTo>
                <a:lnTo>
                  <a:pt x="0" y="356870"/>
                </a:lnTo>
                <a:lnTo>
                  <a:pt x="0" y="419100"/>
                </a:lnTo>
                <a:lnTo>
                  <a:pt x="248589" y="419100"/>
                </a:lnTo>
                <a:lnTo>
                  <a:pt x="248589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267670" y="2453830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35" y="356870"/>
                </a:moveTo>
                <a:lnTo>
                  <a:pt x="73240" y="356870"/>
                </a:lnTo>
                <a:lnTo>
                  <a:pt x="73240" y="232410"/>
                </a:lnTo>
                <a:lnTo>
                  <a:pt x="224218" y="232410"/>
                </a:lnTo>
                <a:lnTo>
                  <a:pt x="224218" y="168910"/>
                </a:lnTo>
                <a:lnTo>
                  <a:pt x="73240" y="168910"/>
                </a:lnTo>
                <a:lnTo>
                  <a:pt x="73240" y="62230"/>
                </a:lnTo>
                <a:lnTo>
                  <a:pt x="251739" y="62230"/>
                </a:lnTo>
                <a:lnTo>
                  <a:pt x="251739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35" y="419100"/>
                </a:lnTo>
                <a:lnTo>
                  <a:pt x="257835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610861" y="2453258"/>
            <a:ext cx="370840" cy="419734"/>
          </a:xfrm>
          <a:custGeom>
            <a:avLst/>
            <a:gdLst/>
            <a:ahLst/>
            <a:cxnLst/>
            <a:rect l="l" t="t" r="r" b="b"/>
            <a:pathLst>
              <a:path w="370839" h="419735">
                <a:moveTo>
                  <a:pt x="370712" y="419671"/>
                </a:moveTo>
                <a:lnTo>
                  <a:pt x="302037" y="419671"/>
                </a:lnTo>
                <a:lnTo>
                  <a:pt x="302037" y="195357"/>
                </a:lnTo>
                <a:lnTo>
                  <a:pt x="302942" y="187039"/>
                </a:lnTo>
                <a:lnTo>
                  <a:pt x="304180" y="169332"/>
                </a:lnTo>
                <a:lnTo>
                  <a:pt x="305085" y="160210"/>
                </a:lnTo>
                <a:lnTo>
                  <a:pt x="305347" y="151971"/>
                </a:lnTo>
                <a:lnTo>
                  <a:pt x="306038" y="143446"/>
                </a:lnTo>
                <a:lnTo>
                  <a:pt x="308133" y="126682"/>
                </a:lnTo>
                <a:lnTo>
                  <a:pt x="309038" y="117983"/>
                </a:lnTo>
                <a:lnTo>
                  <a:pt x="310276" y="102371"/>
                </a:lnTo>
                <a:lnTo>
                  <a:pt x="311181" y="94583"/>
                </a:lnTo>
                <a:lnTo>
                  <a:pt x="308133" y="94583"/>
                </a:lnTo>
                <a:lnTo>
                  <a:pt x="274605" y="190785"/>
                </a:lnTo>
                <a:lnTo>
                  <a:pt x="201358" y="379952"/>
                </a:lnTo>
                <a:lnTo>
                  <a:pt x="167830" y="379952"/>
                </a:lnTo>
                <a:lnTo>
                  <a:pt x="94583" y="190785"/>
                </a:lnTo>
                <a:lnTo>
                  <a:pt x="62579" y="94583"/>
                </a:lnTo>
                <a:lnTo>
                  <a:pt x="59531" y="94583"/>
                </a:lnTo>
                <a:lnTo>
                  <a:pt x="59793" y="101728"/>
                </a:lnTo>
                <a:lnTo>
                  <a:pt x="60483" y="109454"/>
                </a:lnTo>
                <a:lnTo>
                  <a:pt x="62579" y="126682"/>
                </a:lnTo>
                <a:lnTo>
                  <a:pt x="62841" y="134921"/>
                </a:lnTo>
                <a:lnTo>
                  <a:pt x="63531" y="143446"/>
                </a:lnTo>
                <a:lnTo>
                  <a:pt x="65627" y="160210"/>
                </a:lnTo>
                <a:lnTo>
                  <a:pt x="65865" y="169332"/>
                </a:lnTo>
                <a:lnTo>
                  <a:pt x="66913" y="187039"/>
                </a:lnTo>
                <a:lnTo>
                  <a:pt x="67151" y="195357"/>
                </a:lnTo>
                <a:lnTo>
                  <a:pt x="68032" y="204216"/>
                </a:lnTo>
                <a:lnTo>
                  <a:pt x="68484" y="212502"/>
                </a:lnTo>
                <a:lnTo>
                  <a:pt x="68675" y="227361"/>
                </a:lnTo>
                <a:lnTo>
                  <a:pt x="68675" y="419671"/>
                </a:lnTo>
                <a:lnTo>
                  <a:pt x="0" y="419671"/>
                </a:lnTo>
                <a:lnTo>
                  <a:pt x="0" y="0"/>
                </a:lnTo>
                <a:lnTo>
                  <a:pt x="82391" y="0"/>
                </a:lnTo>
                <a:lnTo>
                  <a:pt x="157162" y="206025"/>
                </a:lnTo>
                <a:lnTo>
                  <a:pt x="186118" y="286893"/>
                </a:lnTo>
                <a:lnTo>
                  <a:pt x="187642" y="286893"/>
                </a:lnTo>
                <a:lnTo>
                  <a:pt x="215074" y="206025"/>
                </a:lnTo>
                <a:lnTo>
                  <a:pt x="289845" y="0"/>
                </a:lnTo>
                <a:lnTo>
                  <a:pt x="370712" y="0"/>
                </a:lnTo>
                <a:lnTo>
                  <a:pt x="370712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088344" y="2453830"/>
            <a:ext cx="258445" cy="419100"/>
          </a:xfrm>
          <a:custGeom>
            <a:avLst/>
            <a:gdLst/>
            <a:ahLst/>
            <a:cxnLst/>
            <a:rect l="l" t="t" r="r" b="b"/>
            <a:pathLst>
              <a:path w="258445" h="419100">
                <a:moveTo>
                  <a:pt x="257848" y="356870"/>
                </a:moveTo>
                <a:lnTo>
                  <a:pt x="73253" y="356870"/>
                </a:lnTo>
                <a:lnTo>
                  <a:pt x="73253" y="232410"/>
                </a:lnTo>
                <a:lnTo>
                  <a:pt x="224218" y="232410"/>
                </a:lnTo>
                <a:lnTo>
                  <a:pt x="224218" y="168910"/>
                </a:lnTo>
                <a:lnTo>
                  <a:pt x="73253" y="168910"/>
                </a:lnTo>
                <a:lnTo>
                  <a:pt x="73253" y="62230"/>
                </a:lnTo>
                <a:lnTo>
                  <a:pt x="251752" y="62230"/>
                </a:lnTo>
                <a:lnTo>
                  <a:pt x="251752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2410"/>
                </a:lnTo>
                <a:lnTo>
                  <a:pt x="0" y="356870"/>
                </a:lnTo>
                <a:lnTo>
                  <a:pt x="0" y="419100"/>
                </a:lnTo>
                <a:lnTo>
                  <a:pt x="257848" y="419100"/>
                </a:lnTo>
                <a:lnTo>
                  <a:pt x="257848" y="356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434584" y="2453258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6775" y="183070"/>
                </a:lnTo>
                <a:lnTo>
                  <a:pt x="64103" y="94583"/>
                </a:lnTo>
                <a:lnTo>
                  <a:pt x="61055" y="94583"/>
                </a:lnTo>
                <a:lnTo>
                  <a:pt x="62436" y="111807"/>
                </a:lnTo>
                <a:lnTo>
                  <a:pt x="65770" y="146754"/>
                </a:lnTo>
                <a:lnTo>
                  <a:pt x="67151" y="164782"/>
                </a:lnTo>
                <a:lnTo>
                  <a:pt x="68913" y="182887"/>
                </a:lnTo>
                <a:lnTo>
                  <a:pt x="69818" y="200679"/>
                </a:lnTo>
                <a:lnTo>
                  <a:pt x="70151" y="218454"/>
                </a:lnTo>
                <a:lnTo>
                  <a:pt x="70199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5930" y="236505"/>
                </a:lnTo>
                <a:lnTo>
                  <a:pt x="250126" y="324993"/>
                </a:lnTo>
                <a:lnTo>
                  <a:pt x="251650" y="324993"/>
                </a:lnTo>
                <a:lnTo>
                  <a:pt x="249174" y="291643"/>
                </a:lnTo>
                <a:lnTo>
                  <a:pt x="247578" y="273732"/>
                </a:lnTo>
                <a:lnTo>
                  <a:pt x="245554" y="254793"/>
                </a:lnTo>
                <a:lnTo>
                  <a:pt x="243459" y="218205"/>
                </a:lnTo>
                <a:lnTo>
                  <a:pt x="242768" y="199889"/>
                </a:lnTo>
                <a:lnTo>
                  <a:pt x="242506" y="181546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817489" y="2453258"/>
            <a:ext cx="973455" cy="419734"/>
          </a:xfrm>
          <a:custGeom>
            <a:avLst/>
            <a:gdLst/>
            <a:ahLst/>
            <a:cxnLst/>
            <a:rect l="l" t="t" r="r" b="b"/>
            <a:pathLst>
              <a:path w="973454" h="419735">
                <a:moveTo>
                  <a:pt x="317271" y="355"/>
                </a:moveTo>
                <a:lnTo>
                  <a:pt x="0" y="355"/>
                </a:lnTo>
                <a:lnTo>
                  <a:pt x="0" y="62585"/>
                </a:lnTo>
                <a:lnTo>
                  <a:pt x="122008" y="62585"/>
                </a:lnTo>
                <a:lnTo>
                  <a:pt x="122008" y="419455"/>
                </a:lnTo>
                <a:lnTo>
                  <a:pt x="195262" y="419455"/>
                </a:lnTo>
                <a:lnTo>
                  <a:pt x="195262" y="62585"/>
                </a:lnTo>
                <a:lnTo>
                  <a:pt x="317271" y="62585"/>
                </a:lnTo>
                <a:lnTo>
                  <a:pt x="317271" y="355"/>
                </a:lnTo>
                <a:close/>
              </a:path>
              <a:path w="973454" h="419735">
                <a:moveTo>
                  <a:pt x="666559" y="419671"/>
                </a:moveTo>
                <a:lnTo>
                  <a:pt x="630021" y="306705"/>
                </a:lnTo>
                <a:lnTo>
                  <a:pt x="610768" y="247180"/>
                </a:lnTo>
                <a:lnTo>
                  <a:pt x="549579" y="58013"/>
                </a:lnTo>
                <a:lnTo>
                  <a:pt x="538441" y="23571"/>
                </a:lnTo>
                <a:lnTo>
                  <a:pt x="538441" y="247180"/>
                </a:lnTo>
                <a:lnTo>
                  <a:pt x="431673" y="247180"/>
                </a:lnTo>
                <a:lnTo>
                  <a:pt x="446913" y="196888"/>
                </a:lnTo>
                <a:lnTo>
                  <a:pt x="451688" y="179692"/>
                </a:lnTo>
                <a:lnTo>
                  <a:pt x="456628" y="162509"/>
                </a:lnTo>
                <a:lnTo>
                  <a:pt x="461264" y="145364"/>
                </a:lnTo>
                <a:lnTo>
                  <a:pt x="465201" y="128206"/>
                </a:lnTo>
                <a:lnTo>
                  <a:pt x="469773" y="110769"/>
                </a:lnTo>
                <a:lnTo>
                  <a:pt x="478917" y="75399"/>
                </a:lnTo>
                <a:lnTo>
                  <a:pt x="483489" y="58013"/>
                </a:lnTo>
                <a:lnTo>
                  <a:pt x="486537" y="58013"/>
                </a:lnTo>
                <a:lnTo>
                  <a:pt x="491109" y="75399"/>
                </a:lnTo>
                <a:lnTo>
                  <a:pt x="500253" y="110769"/>
                </a:lnTo>
                <a:lnTo>
                  <a:pt x="504825" y="128206"/>
                </a:lnTo>
                <a:lnTo>
                  <a:pt x="509409" y="145364"/>
                </a:lnTo>
                <a:lnTo>
                  <a:pt x="514159" y="162509"/>
                </a:lnTo>
                <a:lnTo>
                  <a:pt x="519214" y="179692"/>
                </a:lnTo>
                <a:lnTo>
                  <a:pt x="524725" y="196888"/>
                </a:lnTo>
                <a:lnTo>
                  <a:pt x="538441" y="247180"/>
                </a:lnTo>
                <a:lnTo>
                  <a:pt x="538441" y="23571"/>
                </a:lnTo>
                <a:lnTo>
                  <a:pt x="530821" y="0"/>
                </a:lnTo>
                <a:lnTo>
                  <a:pt x="442341" y="0"/>
                </a:lnTo>
                <a:lnTo>
                  <a:pt x="306514" y="419671"/>
                </a:lnTo>
                <a:lnTo>
                  <a:pt x="382803" y="419671"/>
                </a:lnTo>
                <a:lnTo>
                  <a:pt x="414909" y="306705"/>
                </a:lnTo>
                <a:lnTo>
                  <a:pt x="555205" y="306705"/>
                </a:lnTo>
                <a:lnTo>
                  <a:pt x="588733" y="419671"/>
                </a:lnTo>
                <a:lnTo>
                  <a:pt x="666559" y="419671"/>
                </a:lnTo>
                <a:close/>
              </a:path>
              <a:path w="973454" h="419735">
                <a:moveTo>
                  <a:pt x="973162" y="355"/>
                </a:moveTo>
                <a:lnTo>
                  <a:pt x="655878" y="355"/>
                </a:lnTo>
                <a:lnTo>
                  <a:pt x="655878" y="62585"/>
                </a:lnTo>
                <a:lnTo>
                  <a:pt x="776376" y="62585"/>
                </a:lnTo>
                <a:lnTo>
                  <a:pt x="776376" y="419455"/>
                </a:lnTo>
                <a:lnTo>
                  <a:pt x="851141" y="419455"/>
                </a:lnTo>
                <a:lnTo>
                  <a:pt x="851141" y="62585"/>
                </a:lnTo>
                <a:lnTo>
                  <a:pt x="973162" y="62585"/>
                </a:lnTo>
                <a:lnTo>
                  <a:pt x="973162" y="3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859523" y="2453640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6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6" y="0"/>
                </a:lnTo>
                <a:lnTo>
                  <a:pt x="74676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017924" y="2445639"/>
            <a:ext cx="370840" cy="434975"/>
          </a:xfrm>
          <a:custGeom>
            <a:avLst/>
            <a:gdLst/>
            <a:ahLst/>
            <a:cxnLst/>
            <a:rect l="l" t="t" r="r" b="b"/>
            <a:pathLst>
              <a:path w="370840" h="434975">
                <a:moveTo>
                  <a:pt x="184594" y="434911"/>
                </a:moveTo>
                <a:lnTo>
                  <a:pt x="145458" y="431292"/>
                </a:lnTo>
                <a:lnTo>
                  <a:pt x="93272" y="410996"/>
                </a:lnTo>
                <a:lnTo>
                  <a:pt x="51816" y="375380"/>
                </a:lnTo>
                <a:lnTo>
                  <a:pt x="21169" y="326436"/>
                </a:lnTo>
                <a:lnTo>
                  <a:pt x="7715" y="286401"/>
                </a:lnTo>
                <a:lnTo>
                  <a:pt x="857" y="240616"/>
                </a:lnTo>
                <a:lnTo>
                  <a:pt x="0" y="215169"/>
                </a:lnTo>
                <a:lnTo>
                  <a:pt x="857" y="190564"/>
                </a:lnTo>
                <a:lnTo>
                  <a:pt x="7715" y="145424"/>
                </a:lnTo>
                <a:lnTo>
                  <a:pt x="21169" y="105624"/>
                </a:lnTo>
                <a:lnTo>
                  <a:pt x="40076" y="72343"/>
                </a:lnTo>
                <a:lnTo>
                  <a:pt x="77997" y="33158"/>
                </a:lnTo>
                <a:lnTo>
                  <a:pt x="127279" y="9001"/>
                </a:lnTo>
                <a:lnTo>
                  <a:pt x="184594" y="0"/>
                </a:lnTo>
                <a:lnTo>
                  <a:pt x="204620" y="881"/>
                </a:lnTo>
                <a:lnTo>
                  <a:pt x="259270" y="15240"/>
                </a:lnTo>
                <a:lnTo>
                  <a:pt x="305655" y="44212"/>
                </a:lnTo>
                <a:lnTo>
                  <a:pt x="324699" y="65627"/>
                </a:lnTo>
                <a:lnTo>
                  <a:pt x="184594" y="65627"/>
                </a:lnTo>
                <a:lnTo>
                  <a:pt x="160798" y="67960"/>
                </a:lnTo>
                <a:lnTo>
                  <a:pt x="121278" y="87487"/>
                </a:lnTo>
                <a:lnTo>
                  <a:pt x="93011" y="126953"/>
                </a:lnTo>
                <a:lnTo>
                  <a:pt x="78247" y="182323"/>
                </a:lnTo>
                <a:lnTo>
                  <a:pt x="76295" y="215169"/>
                </a:lnTo>
                <a:lnTo>
                  <a:pt x="76842" y="232887"/>
                </a:lnTo>
                <a:lnTo>
                  <a:pt x="83915" y="279273"/>
                </a:lnTo>
                <a:lnTo>
                  <a:pt x="98917" y="317420"/>
                </a:lnTo>
                <a:lnTo>
                  <a:pt x="130540" y="353209"/>
                </a:lnTo>
                <a:lnTo>
                  <a:pt x="172276" y="369974"/>
                </a:lnTo>
                <a:lnTo>
                  <a:pt x="184594" y="370808"/>
                </a:lnTo>
                <a:lnTo>
                  <a:pt x="322481" y="370808"/>
                </a:lnTo>
                <a:lnTo>
                  <a:pt x="318801" y="375380"/>
                </a:lnTo>
                <a:lnTo>
                  <a:pt x="275899" y="410996"/>
                </a:lnTo>
                <a:lnTo>
                  <a:pt x="224218" y="431292"/>
                </a:lnTo>
                <a:lnTo>
                  <a:pt x="204835" y="434030"/>
                </a:lnTo>
                <a:lnTo>
                  <a:pt x="184594" y="434911"/>
                </a:lnTo>
                <a:close/>
              </a:path>
              <a:path w="370840" h="434975">
                <a:moveTo>
                  <a:pt x="322481" y="370808"/>
                </a:moveTo>
                <a:lnTo>
                  <a:pt x="184594" y="370808"/>
                </a:lnTo>
                <a:lnTo>
                  <a:pt x="196881" y="369974"/>
                </a:lnTo>
                <a:lnTo>
                  <a:pt x="208597" y="367569"/>
                </a:lnTo>
                <a:lnTo>
                  <a:pt x="248221" y="346221"/>
                </a:lnTo>
                <a:lnTo>
                  <a:pt x="276272" y="305943"/>
                </a:lnTo>
                <a:lnTo>
                  <a:pt x="288393" y="264930"/>
                </a:lnTo>
                <a:lnTo>
                  <a:pt x="292893" y="215169"/>
                </a:lnTo>
                <a:lnTo>
                  <a:pt x="291153" y="182323"/>
                </a:lnTo>
                <a:lnTo>
                  <a:pt x="276780" y="126953"/>
                </a:lnTo>
                <a:lnTo>
                  <a:pt x="247816" y="87487"/>
                </a:lnTo>
                <a:lnTo>
                  <a:pt x="208335" y="67960"/>
                </a:lnTo>
                <a:lnTo>
                  <a:pt x="184594" y="65627"/>
                </a:lnTo>
                <a:lnTo>
                  <a:pt x="324699" y="65627"/>
                </a:lnTo>
                <a:lnTo>
                  <a:pt x="349234" y="105624"/>
                </a:lnTo>
                <a:lnTo>
                  <a:pt x="362902" y="145424"/>
                </a:lnTo>
                <a:lnTo>
                  <a:pt x="369760" y="190564"/>
                </a:lnTo>
                <a:lnTo>
                  <a:pt x="370617" y="215169"/>
                </a:lnTo>
                <a:lnTo>
                  <a:pt x="369760" y="240616"/>
                </a:lnTo>
                <a:lnTo>
                  <a:pt x="362902" y="286401"/>
                </a:lnTo>
                <a:lnTo>
                  <a:pt x="349448" y="326436"/>
                </a:lnTo>
                <a:lnTo>
                  <a:pt x="330541" y="360792"/>
                </a:lnTo>
                <a:lnTo>
                  <a:pt x="322481" y="370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472457" y="2453258"/>
            <a:ext cx="313055" cy="419734"/>
          </a:xfrm>
          <a:custGeom>
            <a:avLst/>
            <a:gdLst/>
            <a:ahLst/>
            <a:cxnLst/>
            <a:rect l="l" t="t" r="r" b="b"/>
            <a:pathLst>
              <a:path w="313054" h="419735">
                <a:moveTo>
                  <a:pt x="312705" y="419671"/>
                </a:moveTo>
                <a:lnTo>
                  <a:pt x="236410" y="419671"/>
                </a:lnTo>
                <a:lnTo>
                  <a:pt x="106775" y="183070"/>
                </a:lnTo>
                <a:lnTo>
                  <a:pt x="64103" y="94583"/>
                </a:lnTo>
                <a:lnTo>
                  <a:pt x="61055" y="94583"/>
                </a:lnTo>
                <a:lnTo>
                  <a:pt x="63531" y="129147"/>
                </a:lnTo>
                <a:lnTo>
                  <a:pt x="65127" y="146754"/>
                </a:lnTo>
                <a:lnTo>
                  <a:pt x="67151" y="164782"/>
                </a:lnTo>
                <a:lnTo>
                  <a:pt x="69246" y="200679"/>
                </a:lnTo>
                <a:lnTo>
                  <a:pt x="69937" y="218454"/>
                </a:lnTo>
                <a:lnTo>
                  <a:pt x="70199" y="236505"/>
                </a:lnTo>
                <a:lnTo>
                  <a:pt x="70199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5930" y="236505"/>
                </a:lnTo>
                <a:lnTo>
                  <a:pt x="248602" y="324993"/>
                </a:lnTo>
                <a:lnTo>
                  <a:pt x="251745" y="324993"/>
                </a:lnTo>
                <a:lnTo>
                  <a:pt x="249221" y="291643"/>
                </a:lnTo>
                <a:lnTo>
                  <a:pt x="247593" y="273732"/>
                </a:lnTo>
                <a:lnTo>
                  <a:pt x="245554" y="254793"/>
                </a:lnTo>
                <a:lnTo>
                  <a:pt x="243792" y="236504"/>
                </a:lnTo>
                <a:lnTo>
                  <a:pt x="242887" y="218205"/>
                </a:lnTo>
                <a:lnTo>
                  <a:pt x="242554" y="199889"/>
                </a:lnTo>
                <a:lnTo>
                  <a:pt x="242506" y="0"/>
                </a:lnTo>
                <a:lnTo>
                  <a:pt x="312705" y="0"/>
                </a:lnTo>
                <a:lnTo>
                  <a:pt x="31270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476" y="3788473"/>
            <a:ext cx="2155316" cy="1487900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1067" y="3788473"/>
            <a:ext cx="2155316" cy="1487900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3158299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7911"/>
                </a:moveTo>
                <a:lnTo>
                  <a:pt x="25908" y="57911"/>
                </a:lnTo>
                <a:lnTo>
                  <a:pt x="21336" y="56387"/>
                </a:lnTo>
                <a:lnTo>
                  <a:pt x="15240" y="53339"/>
                </a:lnTo>
                <a:lnTo>
                  <a:pt x="10668" y="51815"/>
                </a:lnTo>
                <a:lnTo>
                  <a:pt x="9144" y="48767"/>
                </a:lnTo>
                <a:lnTo>
                  <a:pt x="6096" y="47243"/>
                </a:lnTo>
                <a:lnTo>
                  <a:pt x="4572" y="44195"/>
                </a:lnTo>
                <a:lnTo>
                  <a:pt x="3048" y="39623"/>
                </a:lnTo>
                <a:lnTo>
                  <a:pt x="0" y="33527"/>
                </a:lnTo>
                <a:lnTo>
                  <a:pt x="0" y="28955"/>
                </a:lnTo>
                <a:lnTo>
                  <a:pt x="0" y="25907"/>
                </a:lnTo>
                <a:lnTo>
                  <a:pt x="1524" y="21335"/>
                </a:lnTo>
                <a:lnTo>
                  <a:pt x="6096" y="12191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4571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3284" y="6095"/>
                </a:lnTo>
                <a:lnTo>
                  <a:pt x="1139475" y="12191"/>
                </a:lnTo>
                <a:lnTo>
                  <a:pt x="1144047" y="21335"/>
                </a:lnTo>
                <a:lnTo>
                  <a:pt x="1144047" y="36575"/>
                </a:lnTo>
                <a:lnTo>
                  <a:pt x="1142523" y="39623"/>
                </a:lnTo>
                <a:lnTo>
                  <a:pt x="1140999" y="44195"/>
                </a:lnTo>
                <a:lnTo>
                  <a:pt x="1139475" y="47243"/>
                </a:lnTo>
                <a:lnTo>
                  <a:pt x="1136427" y="48767"/>
                </a:lnTo>
                <a:lnTo>
                  <a:pt x="1133284" y="51815"/>
                </a:lnTo>
                <a:lnTo>
                  <a:pt x="1127188" y="54863"/>
                </a:lnTo>
                <a:lnTo>
                  <a:pt x="1122616" y="56387"/>
                </a:lnTo>
                <a:lnTo>
                  <a:pt x="1119568" y="57911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570636" y="2358675"/>
            <a:ext cx="370840" cy="418465"/>
          </a:xfrm>
          <a:custGeom>
            <a:avLst/>
            <a:gdLst/>
            <a:ahLst/>
            <a:cxnLst/>
            <a:rect l="l" t="t" r="r" b="b"/>
            <a:pathLst>
              <a:path w="370839" h="418464">
                <a:moveTo>
                  <a:pt x="370617" y="418052"/>
                </a:moveTo>
                <a:lnTo>
                  <a:pt x="301942" y="418052"/>
                </a:lnTo>
                <a:lnTo>
                  <a:pt x="301942" y="195262"/>
                </a:lnTo>
                <a:lnTo>
                  <a:pt x="302847" y="186356"/>
                </a:lnTo>
                <a:lnTo>
                  <a:pt x="304085" y="169116"/>
                </a:lnTo>
                <a:lnTo>
                  <a:pt x="304990" y="160210"/>
                </a:lnTo>
                <a:lnTo>
                  <a:pt x="305252" y="151303"/>
                </a:lnTo>
                <a:lnTo>
                  <a:pt x="305942" y="142672"/>
                </a:lnTo>
                <a:lnTo>
                  <a:pt x="308943" y="117086"/>
                </a:lnTo>
                <a:lnTo>
                  <a:pt x="310181" y="101703"/>
                </a:lnTo>
                <a:lnTo>
                  <a:pt x="311086" y="94583"/>
                </a:lnTo>
                <a:lnTo>
                  <a:pt x="308038" y="94583"/>
                </a:lnTo>
                <a:lnTo>
                  <a:pt x="274510" y="189166"/>
                </a:lnTo>
                <a:lnTo>
                  <a:pt x="202787" y="379952"/>
                </a:lnTo>
                <a:lnTo>
                  <a:pt x="167735" y="379952"/>
                </a:lnTo>
                <a:lnTo>
                  <a:pt x="94488" y="189166"/>
                </a:lnTo>
                <a:lnTo>
                  <a:pt x="62484" y="94583"/>
                </a:lnTo>
                <a:lnTo>
                  <a:pt x="59436" y="94583"/>
                </a:lnTo>
                <a:lnTo>
                  <a:pt x="59697" y="101703"/>
                </a:lnTo>
                <a:lnTo>
                  <a:pt x="60388" y="109251"/>
                </a:lnTo>
                <a:lnTo>
                  <a:pt x="62484" y="125063"/>
                </a:lnTo>
                <a:lnTo>
                  <a:pt x="63388" y="134024"/>
                </a:lnTo>
                <a:lnTo>
                  <a:pt x="64627" y="151303"/>
                </a:lnTo>
                <a:lnTo>
                  <a:pt x="66436" y="169116"/>
                </a:lnTo>
                <a:lnTo>
                  <a:pt x="67675" y="186356"/>
                </a:lnTo>
                <a:lnTo>
                  <a:pt x="68580" y="195262"/>
                </a:lnTo>
                <a:lnTo>
                  <a:pt x="68580" y="418052"/>
                </a:lnTo>
                <a:lnTo>
                  <a:pt x="0" y="418052"/>
                </a:lnTo>
                <a:lnTo>
                  <a:pt x="0" y="0"/>
                </a:lnTo>
                <a:lnTo>
                  <a:pt x="82296" y="0"/>
                </a:lnTo>
                <a:lnTo>
                  <a:pt x="158591" y="205930"/>
                </a:lnTo>
                <a:lnTo>
                  <a:pt x="186023" y="285368"/>
                </a:lnTo>
                <a:lnTo>
                  <a:pt x="187547" y="285368"/>
                </a:lnTo>
                <a:lnTo>
                  <a:pt x="215074" y="205930"/>
                </a:lnTo>
                <a:lnTo>
                  <a:pt x="289750" y="0"/>
                </a:lnTo>
                <a:lnTo>
                  <a:pt x="370617" y="0"/>
                </a:lnTo>
                <a:lnTo>
                  <a:pt x="370617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25169" y="2350960"/>
            <a:ext cx="370840" cy="435609"/>
          </a:xfrm>
          <a:custGeom>
            <a:avLst/>
            <a:gdLst/>
            <a:ahLst/>
            <a:cxnLst/>
            <a:rect l="l" t="t" r="r" b="b"/>
            <a:pathLst>
              <a:path w="370839" h="435610">
                <a:moveTo>
                  <a:pt x="184594" y="435006"/>
                </a:moveTo>
                <a:lnTo>
                  <a:pt x="146030" y="430768"/>
                </a:lnTo>
                <a:lnTo>
                  <a:pt x="93472" y="410837"/>
                </a:lnTo>
                <a:lnTo>
                  <a:pt x="51816" y="375475"/>
                </a:lnTo>
                <a:lnTo>
                  <a:pt x="29908" y="343959"/>
                </a:lnTo>
                <a:lnTo>
                  <a:pt x="13716" y="306800"/>
                </a:lnTo>
                <a:lnTo>
                  <a:pt x="3429" y="263271"/>
                </a:lnTo>
                <a:lnTo>
                  <a:pt x="0" y="215169"/>
                </a:lnTo>
                <a:lnTo>
                  <a:pt x="857" y="190593"/>
                </a:lnTo>
                <a:lnTo>
                  <a:pt x="7715" y="144835"/>
                </a:lnTo>
                <a:lnTo>
                  <a:pt x="21169" y="104797"/>
                </a:lnTo>
                <a:lnTo>
                  <a:pt x="40076" y="71087"/>
                </a:lnTo>
                <a:lnTo>
                  <a:pt x="78533" y="32289"/>
                </a:lnTo>
                <a:lnTo>
                  <a:pt x="127279" y="7795"/>
                </a:lnTo>
                <a:lnTo>
                  <a:pt x="184594" y="0"/>
                </a:lnTo>
                <a:lnTo>
                  <a:pt x="204835" y="872"/>
                </a:lnTo>
                <a:lnTo>
                  <a:pt x="242458" y="7795"/>
                </a:lnTo>
                <a:lnTo>
                  <a:pt x="291322" y="32289"/>
                </a:lnTo>
                <a:lnTo>
                  <a:pt x="324926" y="64103"/>
                </a:lnTo>
                <a:lnTo>
                  <a:pt x="184594" y="64103"/>
                </a:lnTo>
                <a:lnTo>
                  <a:pt x="161441" y="66666"/>
                </a:lnTo>
                <a:lnTo>
                  <a:pt x="121492" y="86686"/>
                </a:lnTo>
                <a:lnTo>
                  <a:pt x="93011" y="126149"/>
                </a:lnTo>
                <a:lnTo>
                  <a:pt x="78247" y="181698"/>
                </a:lnTo>
                <a:lnTo>
                  <a:pt x="76295" y="215169"/>
                </a:lnTo>
                <a:lnTo>
                  <a:pt x="76842" y="232084"/>
                </a:lnTo>
                <a:lnTo>
                  <a:pt x="83915" y="279273"/>
                </a:lnTo>
                <a:lnTo>
                  <a:pt x="100203" y="316657"/>
                </a:lnTo>
                <a:lnTo>
                  <a:pt x="130563" y="352329"/>
                </a:lnTo>
                <a:lnTo>
                  <a:pt x="172490" y="368782"/>
                </a:lnTo>
                <a:lnTo>
                  <a:pt x="184594" y="369379"/>
                </a:lnTo>
                <a:lnTo>
                  <a:pt x="323423" y="369379"/>
                </a:lnTo>
                <a:lnTo>
                  <a:pt x="318801" y="375475"/>
                </a:lnTo>
                <a:lnTo>
                  <a:pt x="275858" y="410837"/>
                </a:lnTo>
                <a:lnTo>
                  <a:pt x="224218" y="430768"/>
                </a:lnTo>
                <a:lnTo>
                  <a:pt x="204835" y="433896"/>
                </a:lnTo>
                <a:lnTo>
                  <a:pt x="184594" y="435006"/>
                </a:lnTo>
                <a:close/>
              </a:path>
              <a:path w="370839" h="435610">
                <a:moveTo>
                  <a:pt x="323423" y="369379"/>
                </a:moveTo>
                <a:lnTo>
                  <a:pt x="184594" y="369379"/>
                </a:lnTo>
                <a:lnTo>
                  <a:pt x="196881" y="368782"/>
                </a:lnTo>
                <a:lnTo>
                  <a:pt x="208597" y="366891"/>
                </a:lnTo>
                <a:lnTo>
                  <a:pt x="248221" y="344900"/>
                </a:lnTo>
                <a:lnTo>
                  <a:pt x="276225" y="305264"/>
                </a:lnTo>
                <a:lnTo>
                  <a:pt x="288995" y="264126"/>
                </a:lnTo>
                <a:lnTo>
                  <a:pt x="292893" y="215169"/>
                </a:lnTo>
                <a:lnTo>
                  <a:pt x="291140" y="181698"/>
                </a:lnTo>
                <a:lnTo>
                  <a:pt x="276739" y="126149"/>
                </a:lnTo>
                <a:lnTo>
                  <a:pt x="248459" y="86686"/>
                </a:lnTo>
                <a:lnTo>
                  <a:pt x="208549" y="66666"/>
                </a:lnTo>
                <a:lnTo>
                  <a:pt x="184594" y="64103"/>
                </a:lnTo>
                <a:lnTo>
                  <a:pt x="324926" y="64103"/>
                </a:lnTo>
                <a:lnTo>
                  <a:pt x="349448" y="104797"/>
                </a:lnTo>
                <a:lnTo>
                  <a:pt x="362902" y="144835"/>
                </a:lnTo>
                <a:lnTo>
                  <a:pt x="369760" y="190593"/>
                </a:lnTo>
                <a:lnTo>
                  <a:pt x="370617" y="215169"/>
                </a:lnTo>
                <a:lnTo>
                  <a:pt x="369760" y="239800"/>
                </a:lnTo>
                <a:lnTo>
                  <a:pt x="362902" y="285598"/>
                </a:lnTo>
                <a:lnTo>
                  <a:pt x="349448" y="325661"/>
                </a:lnTo>
                <a:lnTo>
                  <a:pt x="330541" y="359989"/>
                </a:lnTo>
                <a:lnTo>
                  <a:pt x="323423" y="3693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479702" y="2358675"/>
            <a:ext cx="314325" cy="418465"/>
          </a:xfrm>
          <a:custGeom>
            <a:avLst/>
            <a:gdLst/>
            <a:ahLst/>
            <a:cxnLst/>
            <a:rect l="l" t="t" r="r" b="b"/>
            <a:pathLst>
              <a:path w="314325" h="418464">
                <a:moveTo>
                  <a:pt x="314229" y="418052"/>
                </a:moveTo>
                <a:lnTo>
                  <a:pt x="237934" y="418052"/>
                </a:lnTo>
                <a:lnTo>
                  <a:pt x="106775" y="183070"/>
                </a:lnTo>
                <a:lnTo>
                  <a:pt x="64103" y="94583"/>
                </a:lnTo>
                <a:lnTo>
                  <a:pt x="61055" y="94583"/>
                </a:lnTo>
                <a:lnTo>
                  <a:pt x="62436" y="110885"/>
                </a:lnTo>
                <a:lnTo>
                  <a:pt x="65770" y="145241"/>
                </a:lnTo>
                <a:lnTo>
                  <a:pt x="67151" y="163258"/>
                </a:lnTo>
                <a:lnTo>
                  <a:pt x="71437" y="217559"/>
                </a:lnTo>
                <a:lnTo>
                  <a:pt x="71723" y="418052"/>
                </a:lnTo>
                <a:lnTo>
                  <a:pt x="0" y="418052"/>
                </a:lnTo>
                <a:lnTo>
                  <a:pt x="0" y="0"/>
                </a:lnTo>
                <a:lnTo>
                  <a:pt x="76295" y="0"/>
                </a:lnTo>
                <a:lnTo>
                  <a:pt x="207454" y="234981"/>
                </a:lnTo>
                <a:lnTo>
                  <a:pt x="250126" y="324992"/>
                </a:lnTo>
                <a:lnTo>
                  <a:pt x="251650" y="324992"/>
                </a:lnTo>
                <a:lnTo>
                  <a:pt x="249174" y="291036"/>
                </a:lnTo>
                <a:lnTo>
                  <a:pt x="247578" y="273049"/>
                </a:lnTo>
                <a:lnTo>
                  <a:pt x="245554" y="254793"/>
                </a:lnTo>
                <a:lnTo>
                  <a:pt x="243459" y="217027"/>
                </a:lnTo>
                <a:lnTo>
                  <a:pt x="242768" y="198992"/>
                </a:lnTo>
                <a:lnTo>
                  <a:pt x="242506" y="181546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899660" y="2359151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29" h="419100">
                <a:moveTo>
                  <a:pt x="74675" y="419100"/>
                </a:moveTo>
                <a:lnTo>
                  <a:pt x="0" y="419100"/>
                </a:lnTo>
                <a:lnTo>
                  <a:pt x="0" y="0"/>
                </a:lnTo>
                <a:lnTo>
                  <a:pt x="74675" y="0"/>
                </a:lnTo>
                <a:lnTo>
                  <a:pt x="74675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044046" y="2350960"/>
            <a:ext cx="717550" cy="435609"/>
          </a:xfrm>
          <a:custGeom>
            <a:avLst/>
            <a:gdLst/>
            <a:ahLst/>
            <a:cxnLst/>
            <a:rect l="l" t="t" r="r" b="b"/>
            <a:pathLst>
              <a:path w="717550" h="435610">
                <a:moveTo>
                  <a:pt x="315760" y="7975"/>
                </a:moveTo>
                <a:lnTo>
                  <a:pt x="0" y="7975"/>
                </a:lnTo>
                <a:lnTo>
                  <a:pt x="0" y="70205"/>
                </a:lnTo>
                <a:lnTo>
                  <a:pt x="120586" y="70205"/>
                </a:lnTo>
                <a:lnTo>
                  <a:pt x="120586" y="425805"/>
                </a:lnTo>
                <a:lnTo>
                  <a:pt x="195262" y="425805"/>
                </a:lnTo>
                <a:lnTo>
                  <a:pt x="195262" y="70205"/>
                </a:lnTo>
                <a:lnTo>
                  <a:pt x="315760" y="70205"/>
                </a:lnTo>
                <a:lnTo>
                  <a:pt x="315760" y="7975"/>
                </a:lnTo>
                <a:close/>
              </a:path>
              <a:path w="717550" h="435610">
                <a:moveTo>
                  <a:pt x="716953" y="215176"/>
                </a:moveTo>
                <a:lnTo>
                  <a:pt x="713524" y="167157"/>
                </a:lnTo>
                <a:lnTo>
                  <a:pt x="703237" y="123634"/>
                </a:lnTo>
                <a:lnTo>
                  <a:pt x="687044" y="87249"/>
                </a:lnTo>
                <a:lnTo>
                  <a:pt x="671258" y="64109"/>
                </a:lnTo>
                <a:lnTo>
                  <a:pt x="665137" y="56489"/>
                </a:lnTo>
                <a:lnTo>
                  <a:pt x="652170" y="43611"/>
                </a:lnTo>
                <a:lnTo>
                  <a:pt x="640664" y="34175"/>
                </a:lnTo>
                <a:lnTo>
                  <a:pt x="640664" y="215176"/>
                </a:lnTo>
                <a:lnTo>
                  <a:pt x="640105" y="232092"/>
                </a:lnTo>
                <a:lnTo>
                  <a:pt x="633044" y="279273"/>
                </a:lnTo>
                <a:lnTo>
                  <a:pt x="616750" y="316661"/>
                </a:lnTo>
                <a:lnTo>
                  <a:pt x="586384" y="352336"/>
                </a:lnTo>
                <a:lnTo>
                  <a:pt x="544461" y="368795"/>
                </a:lnTo>
                <a:lnTo>
                  <a:pt x="532358" y="369379"/>
                </a:lnTo>
                <a:lnTo>
                  <a:pt x="520077" y="368795"/>
                </a:lnTo>
                <a:lnTo>
                  <a:pt x="477545" y="352336"/>
                </a:lnTo>
                <a:lnTo>
                  <a:pt x="446544" y="316661"/>
                </a:lnTo>
                <a:lnTo>
                  <a:pt x="431685" y="279273"/>
                </a:lnTo>
                <a:lnTo>
                  <a:pt x="424395" y="232092"/>
                </a:lnTo>
                <a:lnTo>
                  <a:pt x="424065" y="215176"/>
                </a:lnTo>
                <a:lnTo>
                  <a:pt x="425805" y="181698"/>
                </a:lnTo>
                <a:lnTo>
                  <a:pt x="440169" y="126161"/>
                </a:lnTo>
                <a:lnTo>
                  <a:pt x="468490" y="86690"/>
                </a:lnTo>
                <a:lnTo>
                  <a:pt x="508406" y="66675"/>
                </a:lnTo>
                <a:lnTo>
                  <a:pt x="532358" y="64109"/>
                </a:lnTo>
                <a:lnTo>
                  <a:pt x="556158" y="66675"/>
                </a:lnTo>
                <a:lnTo>
                  <a:pt x="595680" y="86690"/>
                </a:lnTo>
                <a:lnTo>
                  <a:pt x="623938" y="126161"/>
                </a:lnTo>
                <a:lnTo>
                  <a:pt x="638708" y="181698"/>
                </a:lnTo>
                <a:lnTo>
                  <a:pt x="640664" y="215176"/>
                </a:lnTo>
                <a:lnTo>
                  <a:pt x="640664" y="34175"/>
                </a:lnTo>
                <a:lnTo>
                  <a:pt x="607136" y="13817"/>
                </a:lnTo>
                <a:lnTo>
                  <a:pt x="551802" y="876"/>
                </a:lnTo>
                <a:lnTo>
                  <a:pt x="532358" y="0"/>
                </a:lnTo>
                <a:lnTo>
                  <a:pt x="512114" y="876"/>
                </a:lnTo>
                <a:lnTo>
                  <a:pt x="474497" y="7797"/>
                </a:lnTo>
                <a:lnTo>
                  <a:pt x="425589" y="32296"/>
                </a:lnTo>
                <a:lnTo>
                  <a:pt x="387057" y="71094"/>
                </a:lnTo>
                <a:lnTo>
                  <a:pt x="367715" y="104800"/>
                </a:lnTo>
                <a:lnTo>
                  <a:pt x="354926" y="144843"/>
                </a:lnTo>
                <a:lnTo>
                  <a:pt x="348691" y="190601"/>
                </a:lnTo>
                <a:lnTo>
                  <a:pt x="347865" y="215176"/>
                </a:lnTo>
                <a:lnTo>
                  <a:pt x="348691" y="239801"/>
                </a:lnTo>
                <a:lnTo>
                  <a:pt x="354926" y="285610"/>
                </a:lnTo>
                <a:lnTo>
                  <a:pt x="367715" y="325882"/>
                </a:lnTo>
                <a:lnTo>
                  <a:pt x="387057" y="360641"/>
                </a:lnTo>
                <a:lnTo>
                  <a:pt x="425589" y="400431"/>
                </a:lnTo>
                <a:lnTo>
                  <a:pt x="474497" y="425932"/>
                </a:lnTo>
                <a:lnTo>
                  <a:pt x="512114" y="433908"/>
                </a:lnTo>
                <a:lnTo>
                  <a:pt x="532358" y="435013"/>
                </a:lnTo>
                <a:lnTo>
                  <a:pt x="552437" y="433908"/>
                </a:lnTo>
                <a:lnTo>
                  <a:pt x="607136" y="419671"/>
                </a:lnTo>
                <a:lnTo>
                  <a:pt x="652170" y="388607"/>
                </a:lnTo>
                <a:lnTo>
                  <a:pt x="687044" y="343395"/>
                </a:lnTo>
                <a:lnTo>
                  <a:pt x="703237" y="306806"/>
                </a:lnTo>
                <a:lnTo>
                  <a:pt x="713524" y="263271"/>
                </a:lnTo>
                <a:lnTo>
                  <a:pt x="716102" y="239801"/>
                </a:lnTo>
                <a:lnTo>
                  <a:pt x="716953" y="215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44921" y="2358675"/>
            <a:ext cx="311785" cy="418465"/>
          </a:xfrm>
          <a:custGeom>
            <a:avLst/>
            <a:gdLst/>
            <a:ahLst/>
            <a:cxnLst/>
            <a:rect l="l" t="t" r="r" b="b"/>
            <a:pathLst>
              <a:path w="311785" h="418464">
                <a:moveTo>
                  <a:pt x="74771" y="418052"/>
                </a:moveTo>
                <a:lnTo>
                  <a:pt x="0" y="418052"/>
                </a:lnTo>
                <a:lnTo>
                  <a:pt x="0" y="0"/>
                </a:lnTo>
                <a:lnTo>
                  <a:pt x="141827" y="0"/>
                </a:lnTo>
                <a:lnTo>
                  <a:pt x="157582" y="309"/>
                </a:lnTo>
                <a:lnTo>
                  <a:pt x="202882" y="6095"/>
                </a:lnTo>
                <a:lnTo>
                  <a:pt x="240815" y="20240"/>
                </a:lnTo>
                <a:lnTo>
                  <a:pt x="277193" y="53832"/>
                </a:lnTo>
                <a:lnTo>
                  <a:pt x="280308" y="59435"/>
                </a:lnTo>
                <a:lnTo>
                  <a:pt x="74771" y="59435"/>
                </a:lnTo>
                <a:lnTo>
                  <a:pt x="74771" y="195262"/>
                </a:lnTo>
                <a:lnTo>
                  <a:pt x="276817" y="195262"/>
                </a:lnTo>
                <a:lnTo>
                  <a:pt x="272986" y="201358"/>
                </a:lnTo>
                <a:lnTo>
                  <a:pt x="260675" y="215153"/>
                </a:lnTo>
                <a:lnTo>
                  <a:pt x="246507" y="226778"/>
                </a:lnTo>
                <a:lnTo>
                  <a:pt x="230338" y="236385"/>
                </a:lnTo>
                <a:lnTo>
                  <a:pt x="212026" y="244125"/>
                </a:lnTo>
                <a:lnTo>
                  <a:pt x="218108" y="254793"/>
                </a:lnTo>
                <a:lnTo>
                  <a:pt x="74771" y="254793"/>
                </a:lnTo>
                <a:lnTo>
                  <a:pt x="74771" y="418052"/>
                </a:lnTo>
                <a:close/>
              </a:path>
              <a:path w="311785" h="418464">
                <a:moveTo>
                  <a:pt x="276817" y="195262"/>
                </a:moveTo>
                <a:lnTo>
                  <a:pt x="134207" y="195262"/>
                </a:lnTo>
                <a:lnTo>
                  <a:pt x="153891" y="194143"/>
                </a:lnTo>
                <a:lnTo>
                  <a:pt x="171592" y="190880"/>
                </a:lnTo>
                <a:lnTo>
                  <a:pt x="209835" y="168210"/>
                </a:lnTo>
                <a:lnTo>
                  <a:pt x="222694" y="123539"/>
                </a:lnTo>
                <a:lnTo>
                  <a:pt x="221265" y="106679"/>
                </a:lnTo>
                <a:lnTo>
                  <a:pt x="199834" y="73247"/>
                </a:lnTo>
                <a:lnTo>
                  <a:pt x="154534" y="60294"/>
                </a:lnTo>
                <a:lnTo>
                  <a:pt x="134207" y="59435"/>
                </a:lnTo>
                <a:lnTo>
                  <a:pt x="280308" y="59435"/>
                </a:lnTo>
                <a:lnTo>
                  <a:pt x="295108" y="106989"/>
                </a:lnTo>
                <a:lnTo>
                  <a:pt x="295941" y="123539"/>
                </a:lnTo>
                <a:lnTo>
                  <a:pt x="294511" y="146454"/>
                </a:lnTo>
                <a:lnTo>
                  <a:pt x="290214" y="167056"/>
                </a:lnTo>
                <a:lnTo>
                  <a:pt x="283042" y="185355"/>
                </a:lnTo>
                <a:lnTo>
                  <a:pt x="276817" y="195262"/>
                </a:lnTo>
                <a:close/>
              </a:path>
              <a:path w="311785" h="418464">
                <a:moveTo>
                  <a:pt x="311181" y="418052"/>
                </a:moveTo>
                <a:lnTo>
                  <a:pt x="228790" y="418052"/>
                </a:lnTo>
                <a:lnTo>
                  <a:pt x="138779" y="254793"/>
                </a:lnTo>
                <a:lnTo>
                  <a:pt x="218108" y="254793"/>
                </a:lnTo>
                <a:lnTo>
                  <a:pt x="311181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227064" y="2359151"/>
            <a:ext cx="76200" cy="419100"/>
          </a:xfrm>
          <a:custGeom>
            <a:avLst/>
            <a:gdLst/>
            <a:ahLst/>
            <a:cxnLst/>
            <a:rect l="l" t="t" r="r" b="b"/>
            <a:pathLst>
              <a:path w="76200" h="419100">
                <a:moveTo>
                  <a:pt x="76200" y="419100"/>
                </a:moveTo>
                <a:lnTo>
                  <a:pt x="0" y="419100"/>
                </a:lnTo>
                <a:lnTo>
                  <a:pt x="0" y="0"/>
                </a:lnTo>
                <a:lnTo>
                  <a:pt x="76200" y="0"/>
                </a:lnTo>
                <a:lnTo>
                  <a:pt x="76200" y="419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409277" y="2358675"/>
            <a:ext cx="314325" cy="418465"/>
          </a:xfrm>
          <a:custGeom>
            <a:avLst/>
            <a:gdLst/>
            <a:ahLst/>
            <a:cxnLst/>
            <a:rect l="l" t="t" r="r" b="b"/>
            <a:pathLst>
              <a:path w="314325" h="418464">
                <a:moveTo>
                  <a:pt x="314229" y="418052"/>
                </a:moveTo>
                <a:lnTo>
                  <a:pt x="237934" y="418052"/>
                </a:lnTo>
                <a:lnTo>
                  <a:pt x="106775" y="183070"/>
                </a:lnTo>
                <a:lnTo>
                  <a:pt x="64103" y="94583"/>
                </a:lnTo>
                <a:lnTo>
                  <a:pt x="61055" y="94583"/>
                </a:lnTo>
                <a:lnTo>
                  <a:pt x="63531" y="127777"/>
                </a:lnTo>
                <a:lnTo>
                  <a:pt x="65127" y="145241"/>
                </a:lnTo>
                <a:lnTo>
                  <a:pt x="67151" y="163258"/>
                </a:lnTo>
                <a:lnTo>
                  <a:pt x="69246" y="199691"/>
                </a:lnTo>
                <a:lnTo>
                  <a:pt x="69937" y="217559"/>
                </a:lnTo>
                <a:lnTo>
                  <a:pt x="70199" y="234981"/>
                </a:lnTo>
                <a:lnTo>
                  <a:pt x="70199" y="418052"/>
                </a:lnTo>
                <a:lnTo>
                  <a:pt x="0" y="418052"/>
                </a:lnTo>
                <a:lnTo>
                  <a:pt x="0" y="0"/>
                </a:lnTo>
                <a:lnTo>
                  <a:pt x="76295" y="0"/>
                </a:lnTo>
                <a:lnTo>
                  <a:pt x="205930" y="234981"/>
                </a:lnTo>
                <a:lnTo>
                  <a:pt x="250221" y="324992"/>
                </a:lnTo>
                <a:lnTo>
                  <a:pt x="251745" y="324992"/>
                </a:lnTo>
                <a:lnTo>
                  <a:pt x="249257" y="291036"/>
                </a:lnTo>
                <a:lnTo>
                  <a:pt x="247633" y="273049"/>
                </a:lnTo>
                <a:lnTo>
                  <a:pt x="245554" y="254793"/>
                </a:lnTo>
                <a:lnTo>
                  <a:pt x="243459" y="217027"/>
                </a:lnTo>
                <a:lnTo>
                  <a:pt x="242768" y="198992"/>
                </a:lnTo>
                <a:lnTo>
                  <a:pt x="242506" y="181546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807422" y="2350960"/>
            <a:ext cx="331470" cy="435609"/>
          </a:xfrm>
          <a:custGeom>
            <a:avLst/>
            <a:gdLst/>
            <a:ahLst/>
            <a:cxnLst/>
            <a:rect l="l" t="t" r="r" b="b"/>
            <a:pathLst>
              <a:path w="331470" h="435610">
                <a:moveTo>
                  <a:pt x="195262" y="435006"/>
                </a:moveTo>
                <a:lnTo>
                  <a:pt x="155174" y="430768"/>
                </a:lnTo>
                <a:lnTo>
                  <a:pt x="117443" y="419671"/>
                </a:lnTo>
                <a:lnTo>
                  <a:pt x="68968" y="391382"/>
                </a:lnTo>
                <a:lnTo>
                  <a:pt x="32004" y="347579"/>
                </a:lnTo>
                <a:lnTo>
                  <a:pt x="13716" y="309848"/>
                </a:lnTo>
                <a:lnTo>
                  <a:pt x="3429" y="267473"/>
                </a:lnTo>
                <a:lnTo>
                  <a:pt x="0" y="218312"/>
                </a:lnTo>
                <a:lnTo>
                  <a:pt x="881" y="193467"/>
                </a:lnTo>
                <a:lnTo>
                  <a:pt x="8358" y="147241"/>
                </a:lnTo>
                <a:lnTo>
                  <a:pt x="23836" y="106940"/>
                </a:lnTo>
                <a:lnTo>
                  <a:pt x="45029" y="71992"/>
                </a:lnTo>
                <a:lnTo>
                  <a:pt x="71373" y="43600"/>
                </a:lnTo>
                <a:lnTo>
                  <a:pt x="120491" y="13811"/>
                </a:lnTo>
                <a:lnTo>
                  <a:pt x="158448" y="3476"/>
                </a:lnTo>
                <a:lnTo>
                  <a:pt x="199834" y="0"/>
                </a:lnTo>
                <a:lnTo>
                  <a:pt x="210097" y="300"/>
                </a:lnTo>
                <a:lnTo>
                  <a:pt x="248578" y="7000"/>
                </a:lnTo>
                <a:lnTo>
                  <a:pt x="288309" y="24098"/>
                </a:lnTo>
                <a:lnTo>
                  <a:pt x="319397" y="47982"/>
                </a:lnTo>
                <a:lnTo>
                  <a:pt x="324897" y="53435"/>
                </a:lnTo>
                <a:lnTo>
                  <a:pt x="283749" y="99250"/>
                </a:lnTo>
                <a:lnTo>
                  <a:pt x="275431" y="91773"/>
                </a:lnTo>
                <a:lnTo>
                  <a:pt x="266711" y="85153"/>
                </a:lnTo>
                <a:lnTo>
                  <a:pt x="227075" y="66401"/>
                </a:lnTo>
                <a:lnTo>
                  <a:pt x="199834" y="64103"/>
                </a:lnTo>
                <a:lnTo>
                  <a:pt x="186389" y="64700"/>
                </a:lnTo>
                <a:lnTo>
                  <a:pt x="149447" y="74866"/>
                </a:lnTo>
                <a:lnTo>
                  <a:pt x="109823" y="105346"/>
                </a:lnTo>
                <a:lnTo>
                  <a:pt x="89677" y="139248"/>
                </a:lnTo>
                <a:lnTo>
                  <a:pt x="78581" y="182403"/>
                </a:lnTo>
                <a:lnTo>
                  <a:pt x="76295" y="216693"/>
                </a:lnTo>
                <a:lnTo>
                  <a:pt x="78295" y="250220"/>
                </a:lnTo>
                <a:lnTo>
                  <a:pt x="94297" y="305807"/>
                </a:lnTo>
                <a:lnTo>
                  <a:pt x="126302" y="346153"/>
                </a:lnTo>
                <a:lnTo>
                  <a:pt x="174347" y="366792"/>
                </a:lnTo>
                <a:lnTo>
                  <a:pt x="204406" y="369379"/>
                </a:lnTo>
                <a:lnTo>
                  <a:pt x="213288" y="369093"/>
                </a:lnTo>
                <a:lnTo>
                  <a:pt x="252602" y="359009"/>
                </a:lnTo>
                <a:lnTo>
                  <a:pt x="263842" y="260984"/>
                </a:lnTo>
                <a:lnTo>
                  <a:pt x="184594" y="260984"/>
                </a:lnTo>
                <a:lnTo>
                  <a:pt x="184594" y="199929"/>
                </a:lnTo>
                <a:lnTo>
                  <a:pt x="330993" y="199929"/>
                </a:lnTo>
                <a:lnTo>
                  <a:pt x="330993" y="384619"/>
                </a:lnTo>
                <a:lnTo>
                  <a:pt x="290234" y="412265"/>
                </a:lnTo>
                <a:lnTo>
                  <a:pt x="236410" y="430768"/>
                </a:lnTo>
                <a:lnTo>
                  <a:pt x="216408" y="433896"/>
                </a:lnTo>
                <a:lnTo>
                  <a:pt x="195262" y="4350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5031" y="3597783"/>
            <a:ext cx="6386703" cy="801147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1762" y="4569809"/>
            <a:ext cx="3833241" cy="801147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1537620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1524" y="36671"/>
                </a:lnTo>
                <a:lnTo>
                  <a:pt x="0" y="32099"/>
                </a:lnTo>
                <a:lnTo>
                  <a:pt x="0" y="29051"/>
                </a:lnTo>
                <a:lnTo>
                  <a:pt x="0" y="24479"/>
                </a:lnTo>
                <a:lnTo>
                  <a:pt x="3048" y="18383"/>
                </a:lnTo>
                <a:lnTo>
                  <a:pt x="4572" y="13716"/>
                </a:lnTo>
                <a:lnTo>
                  <a:pt x="6096" y="10668"/>
                </a:lnTo>
                <a:lnTo>
                  <a:pt x="9144" y="9144"/>
                </a:lnTo>
                <a:lnTo>
                  <a:pt x="10668" y="6096"/>
                </a:lnTo>
                <a:lnTo>
                  <a:pt x="15240" y="3048"/>
                </a:lnTo>
                <a:lnTo>
                  <a:pt x="18288" y="1524"/>
                </a:lnTo>
                <a:lnTo>
                  <a:pt x="21336" y="1524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4"/>
                </a:lnTo>
                <a:lnTo>
                  <a:pt x="1127188" y="1524"/>
                </a:lnTo>
                <a:lnTo>
                  <a:pt x="1130236" y="3048"/>
                </a:lnTo>
                <a:lnTo>
                  <a:pt x="1136427" y="9144"/>
                </a:lnTo>
                <a:lnTo>
                  <a:pt x="1139475" y="10668"/>
                </a:lnTo>
                <a:lnTo>
                  <a:pt x="1140999" y="13716"/>
                </a:lnTo>
                <a:lnTo>
                  <a:pt x="1142523" y="18383"/>
                </a:lnTo>
                <a:lnTo>
                  <a:pt x="1144047" y="21431"/>
                </a:lnTo>
                <a:lnTo>
                  <a:pt x="1144047" y="36671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7067" y="1976627"/>
            <a:ext cx="7322819" cy="482498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646003" y="719708"/>
            <a:ext cx="718820" cy="434975"/>
          </a:xfrm>
          <a:custGeom>
            <a:avLst/>
            <a:gdLst/>
            <a:ahLst/>
            <a:cxnLst/>
            <a:rect l="l" t="t" r="r" b="b"/>
            <a:pathLst>
              <a:path w="718820" h="434975">
                <a:moveTo>
                  <a:pt x="321843" y="373862"/>
                </a:moveTo>
                <a:lnTo>
                  <a:pt x="280606" y="328041"/>
                </a:lnTo>
                <a:lnTo>
                  <a:pt x="271195" y="337794"/>
                </a:lnTo>
                <a:lnTo>
                  <a:pt x="261366" y="346227"/>
                </a:lnTo>
                <a:lnTo>
                  <a:pt x="218300" y="367576"/>
                </a:lnTo>
                <a:lnTo>
                  <a:pt x="192112" y="370814"/>
                </a:lnTo>
                <a:lnTo>
                  <a:pt x="167017" y="368236"/>
                </a:lnTo>
                <a:lnTo>
                  <a:pt x="124828" y="347662"/>
                </a:lnTo>
                <a:lnTo>
                  <a:pt x="94475" y="307060"/>
                </a:lnTo>
                <a:lnTo>
                  <a:pt x="79489" y="250456"/>
                </a:lnTo>
                <a:lnTo>
                  <a:pt x="77724" y="216700"/>
                </a:lnTo>
                <a:lnTo>
                  <a:pt x="78054" y="199847"/>
                </a:lnTo>
                <a:lnTo>
                  <a:pt x="85344" y="154114"/>
                </a:lnTo>
                <a:lnTo>
                  <a:pt x="102349" y="115938"/>
                </a:lnTo>
                <a:lnTo>
                  <a:pt x="137045" y="81686"/>
                </a:lnTo>
                <a:lnTo>
                  <a:pt x="182003" y="66230"/>
                </a:lnTo>
                <a:lnTo>
                  <a:pt x="195160" y="65633"/>
                </a:lnTo>
                <a:lnTo>
                  <a:pt x="206603" y="66205"/>
                </a:lnTo>
                <a:lnTo>
                  <a:pt x="246811" y="79654"/>
                </a:lnTo>
                <a:lnTo>
                  <a:pt x="271462" y="99161"/>
                </a:lnTo>
                <a:lnTo>
                  <a:pt x="314223" y="53441"/>
                </a:lnTo>
                <a:lnTo>
                  <a:pt x="278130" y="25069"/>
                </a:lnTo>
                <a:lnTo>
                  <a:pt x="230492" y="4381"/>
                </a:lnTo>
                <a:lnTo>
                  <a:pt x="193636" y="0"/>
                </a:lnTo>
                <a:lnTo>
                  <a:pt x="174256" y="1104"/>
                </a:lnTo>
                <a:lnTo>
                  <a:pt x="136639" y="9004"/>
                </a:lnTo>
                <a:lnTo>
                  <a:pt x="86156" y="33197"/>
                </a:lnTo>
                <a:lnTo>
                  <a:pt x="45034" y="72593"/>
                </a:lnTo>
                <a:lnTo>
                  <a:pt x="23837" y="106921"/>
                </a:lnTo>
                <a:lnTo>
                  <a:pt x="9004" y="147853"/>
                </a:lnTo>
                <a:lnTo>
                  <a:pt x="1092" y="193636"/>
                </a:lnTo>
                <a:lnTo>
                  <a:pt x="0" y="218224"/>
                </a:lnTo>
                <a:lnTo>
                  <a:pt x="1092" y="243700"/>
                </a:lnTo>
                <a:lnTo>
                  <a:pt x="9004" y="290093"/>
                </a:lnTo>
                <a:lnTo>
                  <a:pt x="23812" y="330174"/>
                </a:lnTo>
                <a:lnTo>
                  <a:pt x="44386" y="363880"/>
                </a:lnTo>
                <a:lnTo>
                  <a:pt x="83832" y="402678"/>
                </a:lnTo>
                <a:lnTo>
                  <a:pt x="133591" y="427202"/>
                </a:lnTo>
                <a:lnTo>
                  <a:pt x="171208" y="434060"/>
                </a:lnTo>
                <a:lnTo>
                  <a:pt x="190588" y="434911"/>
                </a:lnTo>
                <a:lnTo>
                  <a:pt x="210654" y="433819"/>
                </a:lnTo>
                <a:lnTo>
                  <a:pt x="263842" y="419671"/>
                </a:lnTo>
                <a:lnTo>
                  <a:pt x="308673" y="387883"/>
                </a:lnTo>
                <a:lnTo>
                  <a:pt x="321843" y="373862"/>
                </a:lnTo>
                <a:close/>
              </a:path>
              <a:path w="718820" h="434975">
                <a:moveTo>
                  <a:pt x="718375" y="215176"/>
                </a:moveTo>
                <a:lnTo>
                  <a:pt x="714946" y="167271"/>
                </a:lnTo>
                <a:lnTo>
                  <a:pt x="704659" y="125158"/>
                </a:lnTo>
                <a:lnTo>
                  <a:pt x="688467" y="88125"/>
                </a:lnTo>
                <a:lnTo>
                  <a:pt x="672795" y="65633"/>
                </a:lnTo>
                <a:lnTo>
                  <a:pt x="666559" y="58013"/>
                </a:lnTo>
                <a:lnTo>
                  <a:pt x="653415" y="44221"/>
                </a:lnTo>
                <a:lnTo>
                  <a:pt x="640651" y="33845"/>
                </a:lnTo>
                <a:lnTo>
                  <a:pt x="640651" y="215176"/>
                </a:lnTo>
                <a:lnTo>
                  <a:pt x="640105" y="232905"/>
                </a:lnTo>
                <a:lnTo>
                  <a:pt x="633031" y="279273"/>
                </a:lnTo>
                <a:lnTo>
                  <a:pt x="618159" y="317423"/>
                </a:lnTo>
                <a:lnTo>
                  <a:pt x="587171" y="353212"/>
                </a:lnTo>
                <a:lnTo>
                  <a:pt x="544639" y="369976"/>
                </a:lnTo>
                <a:lnTo>
                  <a:pt x="532358" y="370814"/>
                </a:lnTo>
                <a:lnTo>
                  <a:pt x="520039" y="369976"/>
                </a:lnTo>
                <a:lnTo>
                  <a:pt x="478320" y="353212"/>
                </a:lnTo>
                <a:lnTo>
                  <a:pt x="447319" y="317207"/>
                </a:lnTo>
                <a:lnTo>
                  <a:pt x="431673" y="279273"/>
                </a:lnTo>
                <a:lnTo>
                  <a:pt x="424599" y="232905"/>
                </a:lnTo>
                <a:lnTo>
                  <a:pt x="424053" y="215176"/>
                </a:lnTo>
                <a:lnTo>
                  <a:pt x="426008" y="182333"/>
                </a:lnTo>
                <a:lnTo>
                  <a:pt x="440766" y="126961"/>
                </a:lnTo>
                <a:lnTo>
                  <a:pt x="469036" y="87490"/>
                </a:lnTo>
                <a:lnTo>
                  <a:pt x="508558" y="67970"/>
                </a:lnTo>
                <a:lnTo>
                  <a:pt x="532358" y="65633"/>
                </a:lnTo>
                <a:lnTo>
                  <a:pt x="556094" y="67970"/>
                </a:lnTo>
                <a:lnTo>
                  <a:pt x="595579" y="87490"/>
                </a:lnTo>
                <a:lnTo>
                  <a:pt x="624535" y="126961"/>
                </a:lnTo>
                <a:lnTo>
                  <a:pt x="638911" y="182333"/>
                </a:lnTo>
                <a:lnTo>
                  <a:pt x="640651" y="215176"/>
                </a:lnTo>
                <a:lnTo>
                  <a:pt x="640651" y="33845"/>
                </a:lnTo>
                <a:lnTo>
                  <a:pt x="607034" y="15240"/>
                </a:lnTo>
                <a:lnTo>
                  <a:pt x="552589" y="889"/>
                </a:lnTo>
                <a:lnTo>
                  <a:pt x="532358" y="0"/>
                </a:lnTo>
                <a:lnTo>
                  <a:pt x="512267" y="1104"/>
                </a:lnTo>
                <a:lnTo>
                  <a:pt x="457581" y="15240"/>
                </a:lnTo>
                <a:lnTo>
                  <a:pt x="412534" y="44907"/>
                </a:lnTo>
                <a:lnTo>
                  <a:pt x="377672" y="88125"/>
                </a:lnTo>
                <a:lnTo>
                  <a:pt x="361480" y="125158"/>
                </a:lnTo>
                <a:lnTo>
                  <a:pt x="351193" y="167271"/>
                </a:lnTo>
                <a:lnTo>
                  <a:pt x="347764" y="215176"/>
                </a:lnTo>
                <a:lnTo>
                  <a:pt x="348615" y="240626"/>
                </a:lnTo>
                <a:lnTo>
                  <a:pt x="355473" y="286410"/>
                </a:lnTo>
                <a:lnTo>
                  <a:pt x="368922" y="326478"/>
                </a:lnTo>
                <a:lnTo>
                  <a:pt x="387832" y="360807"/>
                </a:lnTo>
                <a:lnTo>
                  <a:pt x="426326" y="400964"/>
                </a:lnTo>
                <a:lnTo>
                  <a:pt x="475043" y="426554"/>
                </a:lnTo>
                <a:lnTo>
                  <a:pt x="532358" y="434911"/>
                </a:lnTo>
                <a:lnTo>
                  <a:pt x="552589" y="434035"/>
                </a:lnTo>
                <a:lnTo>
                  <a:pt x="590219" y="426554"/>
                </a:lnTo>
                <a:lnTo>
                  <a:pt x="639114" y="400964"/>
                </a:lnTo>
                <a:lnTo>
                  <a:pt x="670242" y="370814"/>
                </a:lnTo>
                <a:lnTo>
                  <a:pt x="697204" y="326478"/>
                </a:lnTo>
                <a:lnTo>
                  <a:pt x="710666" y="286410"/>
                </a:lnTo>
                <a:lnTo>
                  <a:pt x="717524" y="240626"/>
                </a:lnTo>
                <a:lnTo>
                  <a:pt x="718375" y="2151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419344" y="719708"/>
            <a:ext cx="645795" cy="434975"/>
          </a:xfrm>
          <a:custGeom>
            <a:avLst/>
            <a:gdLst/>
            <a:ahLst/>
            <a:cxnLst/>
            <a:rect l="l" t="t" r="r" b="b"/>
            <a:pathLst>
              <a:path w="645795" h="434975">
                <a:moveTo>
                  <a:pt x="300507" y="309753"/>
                </a:moveTo>
                <a:lnTo>
                  <a:pt x="294411" y="270129"/>
                </a:lnTo>
                <a:lnTo>
                  <a:pt x="271551" y="231457"/>
                </a:lnTo>
                <a:lnTo>
                  <a:pt x="250126" y="215176"/>
                </a:lnTo>
                <a:lnTo>
                  <a:pt x="242735" y="209956"/>
                </a:lnTo>
                <a:lnTo>
                  <a:pt x="234505" y="205460"/>
                </a:lnTo>
                <a:lnTo>
                  <a:pt x="216598" y="196888"/>
                </a:lnTo>
                <a:lnTo>
                  <a:pt x="160108" y="173926"/>
                </a:lnTo>
                <a:lnTo>
                  <a:pt x="153492" y="170764"/>
                </a:lnTo>
                <a:lnTo>
                  <a:pt x="147154" y="168021"/>
                </a:lnTo>
                <a:lnTo>
                  <a:pt x="140817" y="165569"/>
                </a:lnTo>
                <a:lnTo>
                  <a:pt x="134200" y="163258"/>
                </a:lnTo>
                <a:lnTo>
                  <a:pt x="126580" y="158686"/>
                </a:lnTo>
                <a:lnTo>
                  <a:pt x="118960" y="155638"/>
                </a:lnTo>
                <a:lnTo>
                  <a:pt x="106768" y="146494"/>
                </a:lnTo>
                <a:lnTo>
                  <a:pt x="102196" y="140398"/>
                </a:lnTo>
                <a:lnTo>
                  <a:pt x="99148" y="135826"/>
                </a:lnTo>
                <a:lnTo>
                  <a:pt x="94576" y="129730"/>
                </a:lnTo>
                <a:lnTo>
                  <a:pt x="93052" y="122110"/>
                </a:lnTo>
                <a:lnTo>
                  <a:pt x="93052" y="114490"/>
                </a:lnTo>
                <a:lnTo>
                  <a:pt x="111340" y="77825"/>
                </a:lnTo>
                <a:lnTo>
                  <a:pt x="158584" y="65633"/>
                </a:lnTo>
                <a:lnTo>
                  <a:pt x="172046" y="66205"/>
                </a:lnTo>
                <a:lnTo>
                  <a:pt x="218617" y="79895"/>
                </a:lnTo>
                <a:lnTo>
                  <a:pt x="250126" y="100685"/>
                </a:lnTo>
                <a:lnTo>
                  <a:pt x="288315" y="53441"/>
                </a:lnTo>
                <a:lnTo>
                  <a:pt x="245999" y="22694"/>
                </a:lnTo>
                <a:lnTo>
                  <a:pt x="195059" y="3619"/>
                </a:lnTo>
                <a:lnTo>
                  <a:pt x="158584" y="0"/>
                </a:lnTo>
                <a:lnTo>
                  <a:pt x="143776" y="571"/>
                </a:lnTo>
                <a:lnTo>
                  <a:pt x="102196" y="9144"/>
                </a:lnTo>
                <a:lnTo>
                  <a:pt x="67652" y="26085"/>
                </a:lnTo>
                <a:lnTo>
                  <a:pt x="34328" y="61696"/>
                </a:lnTo>
                <a:lnTo>
                  <a:pt x="18872" y="106489"/>
                </a:lnTo>
                <a:lnTo>
                  <a:pt x="18288" y="119062"/>
                </a:lnTo>
                <a:lnTo>
                  <a:pt x="18618" y="130187"/>
                </a:lnTo>
                <a:lnTo>
                  <a:pt x="29616" y="167551"/>
                </a:lnTo>
                <a:lnTo>
                  <a:pt x="57912" y="203365"/>
                </a:lnTo>
                <a:lnTo>
                  <a:pt x="95072" y="226085"/>
                </a:lnTo>
                <a:lnTo>
                  <a:pt x="102196" y="228892"/>
                </a:lnTo>
                <a:lnTo>
                  <a:pt x="160108" y="254800"/>
                </a:lnTo>
                <a:lnTo>
                  <a:pt x="166954" y="258025"/>
                </a:lnTo>
                <a:lnTo>
                  <a:pt x="173685" y="260794"/>
                </a:lnTo>
                <a:lnTo>
                  <a:pt x="186118" y="265557"/>
                </a:lnTo>
                <a:lnTo>
                  <a:pt x="201358" y="274701"/>
                </a:lnTo>
                <a:lnTo>
                  <a:pt x="207454" y="279273"/>
                </a:lnTo>
                <a:lnTo>
                  <a:pt x="216598" y="288417"/>
                </a:lnTo>
                <a:lnTo>
                  <a:pt x="219646" y="294513"/>
                </a:lnTo>
                <a:lnTo>
                  <a:pt x="224218" y="300609"/>
                </a:lnTo>
                <a:lnTo>
                  <a:pt x="225742" y="308229"/>
                </a:lnTo>
                <a:lnTo>
                  <a:pt x="225742" y="315849"/>
                </a:lnTo>
                <a:lnTo>
                  <a:pt x="205930" y="355574"/>
                </a:lnTo>
                <a:lnTo>
                  <a:pt x="168808" y="369722"/>
                </a:lnTo>
                <a:lnTo>
                  <a:pt x="152488" y="370814"/>
                </a:lnTo>
                <a:lnTo>
                  <a:pt x="137655" y="369951"/>
                </a:lnTo>
                <a:lnTo>
                  <a:pt x="94576" y="357098"/>
                </a:lnTo>
                <a:lnTo>
                  <a:pt x="54419" y="332625"/>
                </a:lnTo>
                <a:lnTo>
                  <a:pt x="42672" y="321945"/>
                </a:lnTo>
                <a:lnTo>
                  <a:pt x="0" y="373862"/>
                </a:lnTo>
                <a:lnTo>
                  <a:pt x="32004" y="399440"/>
                </a:lnTo>
                <a:lnTo>
                  <a:pt x="68668" y="418147"/>
                </a:lnTo>
                <a:lnTo>
                  <a:pt x="108673" y="430530"/>
                </a:lnTo>
                <a:lnTo>
                  <a:pt x="150964" y="434911"/>
                </a:lnTo>
                <a:lnTo>
                  <a:pt x="167855" y="434327"/>
                </a:lnTo>
                <a:lnTo>
                  <a:pt x="213550" y="424243"/>
                </a:lnTo>
                <a:lnTo>
                  <a:pt x="250837" y="405993"/>
                </a:lnTo>
                <a:lnTo>
                  <a:pt x="278358" y="379577"/>
                </a:lnTo>
                <a:lnTo>
                  <a:pt x="298221" y="335330"/>
                </a:lnTo>
                <a:lnTo>
                  <a:pt x="299935" y="322961"/>
                </a:lnTo>
                <a:lnTo>
                  <a:pt x="300507" y="309753"/>
                </a:lnTo>
                <a:close/>
              </a:path>
              <a:path w="645795" h="434975">
                <a:moveTo>
                  <a:pt x="645223" y="7975"/>
                </a:moveTo>
                <a:lnTo>
                  <a:pt x="327939" y="7975"/>
                </a:lnTo>
                <a:lnTo>
                  <a:pt x="327939" y="70205"/>
                </a:lnTo>
                <a:lnTo>
                  <a:pt x="448437" y="70205"/>
                </a:lnTo>
                <a:lnTo>
                  <a:pt x="448437" y="427075"/>
                </a:lnTo>
                <a:lnTo>
                  <a:pt x="523201" y="427075"/>
                </a:lnTo>
                <a:lnTo>
                  <a:pt x="523201" y="70205"/>
                </a:lnTo>
                <a:lnTo>
                  <a:pt x="645223" y="70205"/>
                </a:lnTo>
                <a:lnTo>
                  <a:pt x="645223" y="79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911125"/>
            <a:ext cx="1144270" cy="56515"/>
          </a:xfrm>
          <a:custGeom>
            <a:avLst/>
            <a:gdLst/>
            <a:ahLst/>
            <a:cxnLst/>
            <a:rect l="l" t="t" r="r" b="b"/>
            <a:pathLst>
              <a:path w="1144270" h="56514">
                <a:moveTo>
                  <a:pt x="1122616" y="56483"/>
                </a:move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3048" y="39719"/>
                </a:lnTo>
                <a:lnTo>
                  <a:pt x="1524" y="35051"/>
                </a:lnTo>
                <a:lnTo>
                  <a:pt x="0" y="32003"/>
                </a:lnTo>
                <a:lnTo>
                  <a:pt x="0" y="28955"/>
                </a:lnTo>
                <a:lnTo>
                  <a:pt x="0" y="24383"/>
                </a:lnTo>
                <a:lnTo>
                  <a:pt x="1524" y="21335"/>
                </a:lnTo>
                <a:lnTo>
                  <a:pt x="3048" y="16763"/>
                </a:lnTo>
                <a:lnTo>
                  <a:pt x="6096" y="10667"/>
                </a:lnTo>
                <a:lnTo>
                  <a:pt x="10668" y="6095"/>
                </a:lnTo>
                <a:lnTo>
                  <a:pt x="15240" y="3047"/>
                </a:lnTo>
                <a:lnTo>
                  <a:pt x="21336" y="0"/>
                </a:lnTo>
                <a:lnTo>
                  <a:pt x="1122616" y="0"/>
                </a:lnTo>
                <a:lnTo>
                  <a:pt x="1127188" y="1523"/>
                </a:lnTo>
                <a:lnTo>
                  <a:pt x="1130236" y="3047"/>
                </a:lnTo>
                <a:lnTo>
                  <a:pt x="1133284" y="6095"/>
                </a:lnTo>
                <a:lnTo>
                  <a:pt x="1136427" y="7619"/>
                </a:lnTo>
                <a:lnTo>
                  <a:pt x="1139475" y="10667"/>
                </a:lnTo>
                <a:lnTo>
                  <a:pt x="1142523" y="16763"/>
                </a:lnTo>
                <a:lnTo>
                  <a:pt x="1144047" y="21335"/>
                </a:lnTo>
                <a:lnTo>
                  <a:pt x="1144047" y="35051"/>
                </a:lnTo>
                <a:lnTo>
                  <a:pt x="1142523" y="39719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772816" y="2100579"/>
            <a:ext cx="248920" cy="420370"/>
          </a:xfrm>
          <a:custGeom>
            <a:avLst/>
            <a:gdLst/>
            <a:ahLst/>
            <a:cxnLst/>
            <a:rect l="l" t="t" r="r" b="b"/>
            <a:pathLst>
              <a:path w="248919" h="420369">
                <a:moveTo>
                  <a:pt x="248602" y="355600"/>
                </a:moveTo>
                <a:lnTo>
                  <a:pt x="74764" y="355600"/>
                </a:lnTo>
                <a:lnTo>
                  <a:pt x="74764" y="0"/>
                </a:lnTo>
                <a:lnTo>
                  <a:pt x="0" y="0"/>
                </a:lnTo>
                <a:lnTo>
                  <a:pt x="0" y="355600"/>
                </a:lnTo>
                <a:lnTo>
                  <a:pt x="0" y="420370"/>
                </a:lnTo>
                <a:lnTo>
                  <a:pt x="248602" y="420370"/>
                </a:lnTo>
                <a:lnTo>
                  <a:pt x="248602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094659" y="2101316"/>
            <a:ext cx="257810" cy="419100"/>
          </a:xfrm>
          <a:custGeom>
            <a:avLst/>
            <a:gdLst/>
            <a:ahLst/>
            <a:cxnLst/>
            <a:rect l="l" t="t" r="r" b="b"/>
            <a:pathLst>
              <a:path w="257810" h="419100">
                <a:moveTo>
                  <a:pt x="257746" y="355600"/>
                </a:moveTo>
                <a:lnTo>
                  <a:pt x="74777" y="355600"/>
                </a:lnTo>
                <a:lnTo>
                  <a:pt x="74777" y="231140"/>
                </a:lnTo>
                <a:lnTo>
                  <a:pt x="224218" y="231140"/>
                </a:lnTo>
                <a:lnTo>
                  <a:pt x="224218" y="168910"/>
                </a:lnTo>
                <a:lnTo>
                  <a:pt x="74777" y="168910"/>
                </a:lnTo>
                <a:lnTo>
                  <a:pt x="74777" y="62230"/>
                </a:lnTo>
                <a:lnTo>
                  <a:pt x="251650" y="62230"/>
                </a:lnTo>
                <a:lnTo>
                  <a:pt x="251650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1140"/>
                </a:lnTo>
                <a:lnTo>
                  <a:pt x="0" y="355600"/>
                </a:lnTo>
                <a:lnTo>
                  <a:pt x="0" y="419100"/>
                </a:lnTo>
                <a:lnTo>
                  <a:pt x="257746" y="419100"/>
                </a:lnTo>
                <a:lnTo>
                  <a:pt x="257746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410420" y="2093124"/>
            <a:ext cx="639445" cy="434975"/>
          </a:xfrm>
          <a:custGeom>
            <a:avLst/>
            <a:gdLst/>
            <a:ahLst/>
            <a:cxnLst/>
            <a:rect l="l" t="t" r="r" b="b"/>
            <a:pathLst>
              <a:path w="639445" h="434975">
                <a:moveTo>
                  <a:pt x="300507" y="309753"/>
                </a:moveTo>
                <a:lnTo>
                  <a:pt x="294411" y="270129"/>
                </a:lnTo>
                <a:lnTo>
                  <a:pt x="271640" y="231457"/>
                </a:lnTo>
                <a:lnTo>
                  <a:pt x="250126" y="215163"/>
                </a:lnTo>
                <a:lnTo>
                  <a:pt x="242100" y="209740"/>
                </a:lnTo>
                <a:lnTo>
                  <a:pt x="233934" y="204876"/>
                </a:lnTo>
                <a:lnTo>
                  <a:pt x="225475" y="200596"/>
                </a:lnTo>
                <a:lnTo>
                  <a:pt x="216598" y="196875"/>
                </a:lnTo>
                <a:lnTo>
                  <a:pt x="160210" y="172402"/>
                </a:lnTo>
                <a:lnTo>
                  <a:pt x="134200" y="163258"/>
                </a:lnTo>
                <a:lnTo>
                  <a:pt x="118960" y="154114"/>
                </a:lnTo>
                <a:lnTo>
                  <a:pt x="112864" y="151066"/>
                </a:lnTo>
                <a:lnTo>
                  <a:pt x="106768" y="146494"/>
                </a:lnTo>
                <a:lnTo>
                  <a:pt x="102196" y="140398"/>
                </a:lnTo>
                <a:lnTo>
                  <a:pt x="99148" y="134302"/>
                </a:lnTo>
                <a:lnTo>
                  <a:pt x="94576" y="129730"/>
                </a:lnTo>
                <a:lnTo>
                  <a:pt x="93052" y="122110"/>
                </a:lnTo>
                <a:lnTo>
                  <a:pt x="93052" y="114490"/>
                </a:lnTo>
                <a:lnTo>
                  <a:pt x="111340" y="77812"/>
                </a:lnTo>
                <a:lnTo>
                  <a:pt x="158686" y="64096"/>
                </a:lnTo>
                <a:lnTo>
                  <a:pt x="172097" y="64909"/>
                </a:lnTo>
                <a:lnTo>
                  <a:pt x="218617" y="79895"/>
                </a:lnTo>
                <a:lnTo>
                  <a:pt x="250126" y="100672"/>
                </a:lnTo>
                <a:lnTo>
                  <a:pt x="286791" y="53428"/>
                </a:lnTo>
                <a:lnTo>
                  <a:pt x="245351" y="22047"/>
                </a:lnTo>
                <a:lnTo>
                  <a:pt x="194881" y="3429"/>
                </a:lnTo>
                <a:lnTo>
                  <a:pt x="158686" y="0"/>
                </a:lnTo>
                <a:lnTo>
                  <a:pt x="143814" y="571"/>
                </a:lnTo>
                <a:lnTo>
                  <a:pt x="102196" y="9144"/>
                </a:lnTo>
                <a:lnTo>
                  <a:pt x="67703" y="26073"/>
                </a:lnTo>
                <a:lnTo>
                  <a:pt x="34340" y="61480"/>
                </a:lnTo>
                <a:lnTo>
                  <a:pt x="18884" y="105194"/>
                </a:lnTo>
                <a:lnTo>
                  <a:pt x="18288" y="117538"/>
                </a:lnTo>
                <a:lnTo>
                  <a:pt x="18618" y="128676"/>
                </a:lnTo>
                <a:lnTo>
                  <a:pt x="29616" y="167551"/>
                </a:lnTo>
                <a:lnTo>
                  <a:pt x="58000" y="203352"/>
                </a:lnTo>
                <a:lnTo>
                  <a:pt x="95084" y="226072"/>
                </a:lnTo>
                <a:lnTo>
                  <a:pt x="102196" y="228879"/>
                </a:lnTo>
                <a:lnTo>
                  <a:pt x="160210" y="254787"/>
                </a:lnTo>
                <a:lnTo>
                  <a:pt x="201358" y="274701"/>
                </a:lnTo>
                <a:lnTo>
                  <a:pt x="224218" y="308229"/>
                </a:lnTo>
                <a:lnTo>
                  <a:pt x="224218" y="315849"/>
                </a:lnTo>
                <a:lnTo>
                  <a:pt x="205930" y="355561"/>
                </a:lnTo>
                <a:lnTo>
                  <a:pt x="168808" y="368427"/>
                </a:lnTo>
                <a:lnTo>
                  <a:pt x="152488" y="369277"/>
                </a:lnTo>
                <a:lnTo>
                  <a:pt x="137655" y="368452"/>
                </a:lnTo>
                <a:lnTo>
                  <a:pt x="94576" y="357085"/>
                </a:lnTo>
                <a:lnTo>
                  <a:pt x="54470" y="331978"/>
                </a:lnTo>
                <a:lnTo>
                  <a:pt x="42672" y="321945"/>
                </a:lnTo>
                <a:lnTo>
                  <a:pt x="0" y="372325"/>
                </a:lnTo>
                <a:lnTo>
                  <a:pt x="32016" y="398665"/>
                </a:lnTo>
                <a:lnTo>
                  <a:pt x="68668" y="418147"/>
                </a:lnTo>
                <a:lnTo>
                  <a:pt x="108673" y="430530"/>
                </a:lnTo>
                <a:lnTo>
                  <a:pt x="150964" y="434911"/>
                </a:lnTo>
                <a:lnTo>
                  <a:pt x="167855" y="434314"/>
                </a:lnTo>
                <a:lnTo>
                  <a:pt x="213550" y="424243"/>
                </a:lnTo>
                <a:lnTo>
                  <a:pt x="250837" y="405980"/>
                </a:lnTo>
                <a:lnTo>
                  <a:pt x="278409" y="379564"/>
                </a:lnTo>
                <a:lnTo>
                  <a:pt x="298221" y="334759"/>
                </a:lnTo>
                <a:lnTo>
                  <a:pt x="299935" y="322313"/>
                </a:lnTo>
                <a:lnTo>
                  <a:pt x="300507" y="309753"/>
                </a:lnTo>
                <a:close/>
              </a:path>
              <a:path w="639445" h="434975">
                <a:moveTo>
                  <a:pt x="639127" y="309753"/>
                </a:moveTo>
                <a:lnTo>
                  <a:pt x="633031" y="270129"/>
                </a:lnTo>
                <a:lnTo>
                  <a:pt x="610273" y="231457"/>
                </a:lnTo>
                <a:lnTo>
                  <a:pt x="588835" y="215163"/>
                </a:lnTo>
                <a:lnTo>
                  <a:pt x="580758" y="209740"/>
                </a:lnTo>
                <a:lnTo>
                  <a:pt x="572554" y="204876"/>
                </a:lnTo>
                <a:lnTo>
                  <a:pt x="564095" y="200596"/>
                </a:lnTo>
                <a:lnTo>
                  <a:pt x="555218" y="196875"/>
                </a:lnTo>
                <a:lnTo>
                  <a:pt x="498830" y="172402"/>
                </a:lnTo>
                <a:lnTo>
                  <a:pt x="472821" y="163258"/>
                </a:lnTo>
                <a:lnTo>
                  <a:pt x="457581" y="154114"/>
                </a:lnTo>
                <a:lnTo>
                  <a:pt x="451485" y="151066"/>
                </a:lnTo>
                <a:lnTo>
                  <a:pt x="445389" y="146494"/>
                </a:lnTo>
                <a:lnTo>
                  <a:pt x="440817" y="140398"/>
                </a:lnTo>
                <a:lnTo>
                  <a:pt x="437769" y="134302"/>
                </a:lnTo>
                <a:lnTo>
                  <a:pt x="433197" y="129730"/>
                </a:lnTo>
                <a:lnTo>
                  <a:pt x="431673" y="122110"/>
                </a:lnTo>
                <a:lnTo>
                  <a:pt x="431673" y="114490"/>
                </a:lnTo>
                <a:lnTo>
                  <a:pt x="449961" y="77812"/>
                </a:lnTo>
                <a:lnTo>
                  <a:pt x="497306" y="64096"/>
                </a:lnTo>
                <a:lnTo>
                  <a:pt x="510705" y="64909"/>
                </a:lnTo>
                <a:lnTo>
                  <a:pt x="557237" y="79895"/>
                </a:lnTo>
                <a:lnTo>
                  <a:pt x="588835" y="100672"/>
                </a:lnTo>
                <a:lnTo>
                  <a:pt x="626935" y="53428"/>
                </a:lnTo>
                <a:lnTo>
                  <a:pt x="584669" y="22047"/>
                </a:lnTo>
                <a:lnTo>
                  <a:pt x="533692" y="3429"/>
                </a:lnTo>
                <a:lnTo>
                  <a:pt x="497306" y="0"/>
                </a:lnTo>
                <a:lnTo>
                  <a:pt x="482473" y="571"/>
                </a:lnTo>
                <a:lnTo>
                  <a:pt x="440817" y="9144"/>
                </a:lnTo>
                <a:lnTo>
                  <a:pt x="406311" y="26073"/>
                </a:lnTo>
                <a:lnTo>
                  <a:pt x="373011" y="61480"/>
                </a:lnTo>
                <a:lnTo>
                  <a:pt x="357492" y="105194"/>
                </a:lnTo>
                <a:lnTo>
                  <a:pt x="356908" y="117538"/>
                </a:lnTo>
                <a:lnTo>
                  <a:pt x="357238" y="128676"/>
                </a:lnTo>
                <a:lnTo>
                  <a:pt x="368249" y="167551"/>
                </a:lnTo>
                <a:lnTo>
                  <a:pt x="396621" y="203352"/>
                </a:lnTo>
                <a:lnTo>
                  <a:pt x="433692" y="226072"/>
                </a:lnTo>
                <a:lnTo>
                  <a:pt x="440817" y="228879"/>
                </a:lnTo>
                <a:lnTo>
                  <a:pt x="498830" y="254787"/>
                </a:lnTo>
                <a:lnTo>
                  <a:pt x="505663" y="257327"/>
                </a:lnTo>
                <a:lnTo>
                  <a:pt x="524738" y="265557"/>
                </a:lnTo>
                <a:lnTo>
                  <a:pt x="539978" y="274701"/>
                </a:lnTo>
                <a:lnTo>
                  <a:pt x="546074" y="277749"/>
                </a:lnTo>
                <a:lnTo>
                  <a:pt x="550646" y="282321"/>
                </a:lnTo>
                <a:lnTo>
                  <a:pt x="555218" y="288417"/>
                </a:lnTo>
                <a:lnTo>
                  <a:pt x="558266" y="294513"/>
                </a:lnTo>
                <a:lnTo>
                  <a:pt x="562838" y="300609"/>
                </a:lnTo>
                <a:lnTo>
                  <a:pt x="564362" y="308229"/>
                </a:lnTo>
                <a:lnTo>
                  <a:pt x="564362" y="315849"/>
                </a:lnTo>
                <a:lnTo>
                  <a:pt x="544550" y="355561"/>
                </a:lnTo>
                <a:lnTo>
                  <a:pt x="507466" y="368427"/>
                </a:lnTo>
                <a:lnTo>
                  <a:pt x="491210" y="369277"/>
                </a:lnTo>
                <a:lnTo>
                  <a:pt x="476313" y="368452"/>
                </a:lnTo>
                <a:lnTo>
                  <a:pt x="433197" y="357085"/>
                </a:lnTo>
                <a:lnTo>
                  <a:pt x="393115" y="331978"/>
                </a:lnTo>
                <a:lnTo>
                  <a:pt x="381381" y="321945"/>
                </a:lnTo>
                <a:lnTo>
                  <a:pt x="338620" y="372325"/>
                </a:lnTo>
                <a:lnTo>
                  <a:pt x="370662" y="398665"/>
                </a:lnTo>
                <a:lnTo>
                  <a:pt x="407289" y="418147"/>
                </a:lnTo>
                <a:lnTo>
                  <a:pt x="447306" y="430530"/>
                </a:lnTo>
                <a:lnTo>
                  <a:pt x="489686" y="434911"/>
                </a:lnTo>
                <a:lnTo>
                  <a:pt x="506514" y="434314"/>
                </a:lnTo>
                <a:lnTo>
                  <a:pt x="552170" y="424243"/>
                </a:lnTo>
                <a:lnTo>
                  <a:pt x="589534" y="405980"/>
                </a:lnTo>
                <a:lnTo>
                  <a:pt x="617029" y="379564"/>
                </a:lnTo>
                <a:lnTo>
                  <a:pt x="636841" y="334759"/>
                </a:lnTo>
                <a:lnTo>
                  <a:pt x="638556" y="322313"/>
                </a:lnTo>
                <a:lnTo>
                  <a:pt x="639127" y="309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104513" y="2093118"/>
            <a:ext cx="369570" cy="434975"/>
          </a:xfrm>
          <a:custGeom>
            <a:avLst/>
            <a:gdLst/>
            <a:ahLst/>
            <a:cxnLst/>
            <a:rect l="l" t="t" r="r" b="b"/>
            <a:pathLst>
              <a:path w="369570" h="434975">
                <a:moveTo>
                  <a:pt x="184499" y="434911"/>
                </a:moveTo>
                <a:lnTo>
                  <a:pt x="145446" y="431292"/>
                </a:lnTo>
                <a:lnTo>
                  <a:pt x="93218" y="411036"/>
                </a:lnTo>
                <a:lnTo>
                  <a:pt x="51816" y="375380"/>
                </a:lnTo>
                <a:lnTo>
                  <a:pt x="21169" y="326476"/>
                </a:lnTo>
                <a:lnTo>
                  <a:pt x="7715" y="286401"/>
                </a:lnTo>
                <a:lnTo>
                  <a:pt x="857" y="240616"/>
                </a:lnTo>
                <a:lnTo>
                  <a:pt x="0" y="215169"/>
                </a:lnTo>
                <a:lnTo>
                  <a:pt x="857" y="190564"/>
                </a:lnTo>
                <a:lnTo>
                  <a:pt x="7715" y="145424"/>
                </a:lnTo>
                <a:lnTo>
                  <a:pt x="21169" y="105386"/>
                </a:lnTo>
                <a:lnTo>
                  <a:pt x="40076" y="71057"/>
                </a:lnTo>
                <a:lnTo>
                  <a:pt x="77926" y="32396"/>
                </a:lnTo>
                <a:lnTo>
                  <a:pt x="127277" y="8358"/>
                </a:lnTo>
                <a:lnTo>
                  <a:pt x="184499" y="0"/>
                </a:lnTo>
                <a:lnTo>
                  <a:pt x="204580" y="881"/>
                </a:lnTo>
                <a:lnTo>
                  <a:pt x="259270" y="15240"/>
                </a:lnTo>
                <a:lnTo>
                  <a:pt x="305602" y="43569"/>
                </a:lnTo>
                <a:lnTo>
                  <a:pt x="324603" y="64103"/>
                </a:lnTo>
                <a:lnTo>
                  <a:pt x="184499" y="64103"/>
                </a:lnTo>
                <a:lnTo>
                  <a:pt x="160758" y="66675"/>
                </a:lnTo>
                <a:lnTo>
                  <a:pt x="121277" y="87249"/>
                </a:lnTo>
                <a:lnTo>
                  <a:pt x="92313" y="126739"/>
                </a:lnTo>
                <a:lnTo>
                  <a:pt x="77939" y="181680"/>
                </a:lnTo>
                <a:lnTo>
                  <a:pt x="76200" y="215169"/>
                </a:lnTo>
                <a:lnTo>
                  <a:pt x="76747" y="232043"/>
                </a:lnTo>
                <a:lnTo>
                  <a:pt x="83820" y="279273"/>
                </a:lnTo>
                <a:lnTo>
                  <a:pt x="98647" y="317206"/>
                </a:lnTo>
                <a:lnTo>
                  <a:pt x="130540" y="352566"/>
                </a:lnTo>
                <a:lnTo>
                  <a:pt x="172235" y="368688"/>
                </a:lnTo>
                <a:lnTo>
                  <a:pt x="184499" y="369284"/>
                </a:lnTo>
                <a:lnTo>
                  <a:pt x="323443" y="369284"/>
                </a:lnTo>
                <a:lnTo>
                  <a:pt x="318801" y="375380"/>
                </a:lnTo>
                <a:lnTo>
                  <a:pt x="275845" y="411036"/>
                </a:lnTo>
                <a:lnTo>
                  <a:pt x="223635" y="430720"/>
                </a:lnTo>
                <a:lnTo>
                  <a:pt x="204580" y="433816"/>
                </a:lnTo>
                <a:lnTo>
                  <a:pt x="184499" y="434911"/>
                </a:lnTo>
                <a:close/>
              </a:path>
              <a:path w="369570" h="434975">
                <a:moveTo>
                  <a:pt x="323443" y="369284"/>
                </a:moveTo>
                <a:lnTo>
                  <a:pt x="184499" y="369284"/>
                </a:lnTo>
                <a:lnTo>
                  <a:pt x="196777" y="368688"/>
                </a:lnTo>
                <a:lnTo>
                  <a:pt x="208359" y="366807"/>
                </a:lnTo>
                <a:lnTo>
                  <a:pt x="248031" y="345650"/>
                </a:lnTo>
                <a:lnTo>
                  <a:pt x="276225" y="305371"/>
                </a:lnTo>
                <a:lnTo>
                  <a:pt x="288297" y="264970"/>
                </a:lnTo>
                <a:lnTo>
                  <a:pt x="292798" y="215169"/>
                </a:lnTo>
                <a:lnTo>
                  <a:pt x="291060" y="181680"/>
                </a:lnTo>
                <a:lnTo>
                  <a:pt x="276725" y="126739"/>
                </a:lnTo>
                <a:lnTo>
                  <a:pt x="247815" y="87249"/>
                </a:lnTo>
                <a:lnTo>
                  <a:pt x="208295" y="66675"/>
                </a:lnTo>
                <a:lnTo>
                  <a:pt x="184499" y="64103"/>
                </a:lnTo>
                <a:lnTo>
                  <a:pt x="324603" y="64103"/>
                </a:lnTo>
                <a:lnTo>
                  <a:pt x="349234" y="105386"/>
                </a:lnTo>
                <a:lnTo>
                  <a:pt x="362021" y="145424"/>
                </a:lnTo>
                <a:lnTo>
                  <a:pt x="368260" y="190564"/>
                </a:lnTo>
                <a:lnTo>
                  <a:pt x="369093" y="215169"/>
                </a:lnTo>
                <a:lnTo>
                  <a:pt x="368474" y="239973"/>
                </a:lnTo>
                <a:lnTo>
                  <a:pt x="362664" y="286187"/>
                </a:lnTo>
                <a:lnTo>
                  <a:pt x="349234" y="326476"/>
                </a:lnTo>
                <a:lnTo>
                  <a:pt x="329898" y="360805"/>
                </a:lnTo>
                <a:lnTo>
                  <a:pt x="323443" y="3692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4557522" y="2100738"/>
            <a:ext cx="314325" cy="419734"/>
          </a:xfrm>
          <a:custGeom>
            <a:avLst/>
            <a:gdLst/>
            <a:ahLst/>
            <a:cxnLst/>
            <a:rect l="l" t="t" r="r" b="b"/>
            <a:pathLst>
              <a:path w="314325" h="419735">
                <a:moveTo>
                  <a:pt x="314229" y="419671"/>
                </a:moveTo>
                <a:lnTo>
                  <a:pt x="237934" y="419671"/>
                </a:lnTo>
                <a:lnTo>
                  <a:pt x="108299" y="183165"/>
                </a:lnTo>
                <a:lnTo>
                  <a:pt x="64008" y="94583"/>
                </a:lnTo>
                <a:lnTo>
                  <a:pt x="62484" y="94583"/>
                </a:lnTo>
                <a:lnTo>
                  <a:pt x="64960" y="128575"/>
                </a:lnTo>
                <a:lnTo>
                  <a:pt x="66555" y="146540"/>
                </a:lnTo>
                <a:lnTo>
                  <a:pt x="68580" y="164782"/>
                </a:lnTo>
                <a:lnTo>
                  <a:pt x="70675" y="200679"/>
                </a:lnTo>
                <a:lnTo>
                  <a:pt x="71366" y="218454"/>
                </a:lnTo>
                <a:lnTo>
                  <a:pt x="71628" y="236505"/>
                </a:lnTo>
                <a:lnTo>
                  <a:pt x="71628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7454" y="236505"/>
                </a:lnTo>
                <a:lnTo>
                  <a:pt x="250126" y="325088"/>
                </a:lnTo>
                <a:lnTo>
                  <a:pt x="253174" y="325088"/>
                </a:lnTo>
                <a:lnTo>
                  <a:pt x="251793" y="308507"/>
                </a:lnTo>
                <a:lnTo>
                  <a:pt x="248459" y="273130"/>
                </a:lnTo>
                <a:lnTo>
                  <a:pt x="247078" y="254889"/>
                </a:lnTo>
                <a:lnTo>
                  <a:pt x="245078" y="236545"/>
                </a:lnTo>
                <a:lnTo>
                  <a:pt x="243649" y="218229"/>
                </a:lnTo>
                <a:lnTo>
                  <a:pt x="242792" y="199931"/>
                </a:lnTo>
                <a:lnTo>
                  <a:pt x="242506" y="181641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949475" y="2093118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60" h="434975">
                <a:moveTo>
                  <a:pt x="151066" y="434911"/>
                </a:moveTo>
                <a:lnTo>
                  <a:pt x="109299" y="430530"/>
                </a:lnTo>
                <a:lnTo>
                  <a:pt x="68675" y="418147"/>
                </a:lnTo>
                <a:lnTo>
                  <a:pt x="32087" y="398668"/>
                </a:lnTo>
                <a:lnTo>
                  <a:pt x="0" y="372332"/>
                </a:lnTo>
                <a:lnTo>
                  <a:pt x="42767" y="321944"/>
                </a:lnTo>
                <a:lnTo>
                  <a:pt x="54506" y="331977"/>
                </a:lnTo>
                <a:lnTo>
                  <a:pt x="66960" y="341268"/>
                </a:lnTo>
                <a:lnTo>
                  <a:pt x="109259" y="362211"/>
                </a:lnTo>
                <a:lnTo>
                  <a:pt x="152590" y="369284"/>
                </a:lnTo>
                <a:lnTo>
                  <a:pt x="168878" y="368426"/>
                </a:lnTo>
                <a:lnTo>
                  <a:pt x="207454" y="355568"/>
                </a:lnTo>
                <a:lnTo>
                  <a:pt x="225837" y="315848"/>
                </a:lnTo>
                <a:lnTo>
                  <a:pt x="225837" y="308228"/>
                </a:lnTo>
                <a:lnTo>
                  <a:pt x="201358" y="274700"/>
                </a:lnTo>
                <a:lnTo>
                  <a:pt x="195262" y="270128"/>
                </a:lnTo>
                <a:lnTo>
                  <a:pt x="186118" y="265556"/>
                </a:lnTo>
                <a:lnTo>
                  <a:pt x="167044" y="257332"/>
                </a:lnTo>
                <a:lnTo>
                  <a:pt x="160210" y="254793"/>
                </a:lnTo>
                <a:lnTo>
                  <a:pt x="103727" y="228885"/>
                </a:lnTo>
                <a:lnTo>
                  <a:pt x="65532" y="208788"/>
                </a:lnTo>
                <a:lnTo>
                  <a:pt x="34194" y="175843"/>
                </a:lnTo>
                <a:lnTo>
                  <a:pt x="20478" y="139255"/>
                </a:lnTo>
                <a:lnTo>
                  <a:pt x="18383" y="117538"/>
                </a:lnTo>
                <a:lnTo>
                  <a:pt x="18978" y="105196"/>
                </a:lnTo>
                <a:lnTo>
                  <a:pt x="35075" y="61482"/>
                </a:lnTo>
                <a:lnTo>
                  <a:pt x="67698" y="26074"/>
                </a:lnTo>
                <a:lnTo>
                  <a:pt x="102203" y="9143"/>
                </a:lnTo>
                <a:lnTo>
                  <a:pt x="144087" y="571"/>
                </a:lnTo>
                <a:lnTo>
                  <a:pt x="158686" y="0"/>
                </a:lnTo>
                <a:lnTo>
                  <a:pt x="176952" y="857"/>
                </a:lnTo>
                <a:lnTo>
                  <a:pt x="230409" y="13715"/>
                </a:lnTo>
                <a:lnTo>
                  <a:pt x="275201" y="41616"/>
                </a:lnTo>
                <a:lnTo>
                  <a:pt x="288321" y="53435"/>
                </a:lnTo>
                <a:lnTo>
                  <a:pt x="250221" y="100679"/>
                </a:lnTo>
                <a:lnTo>
                  <a:pt x="239909" y="92987"/>
                </a:lnTo>
                <a:lnTo>
                  <a:pt x="229445" y="86010"/>
                </a:lnTo>
                <a:lnTo>
                  <a:pt x="184785" y="67151"/>
                </a:lnTo>
                <a:lnTo>
                  <a:pt x="158686" y="64103"/>
                </a:lnTo>
                <a:lnTo>
                  <a:pt x="144660" y="64960"/>
                </a:lnTo>
                <a:lnTo>
                  <a:pt x="103386" y="85250"/>
                </a:lnTo>
                <a:lnTo>
                  <a:pt x="93059" y="114490"/>
                </a:lnTo>
                <a:lnTo>
                  <a:pt x="93059" y="122110"/>
                </a:lnTo>
                <a:lnTo>
                  <a:pt x="94583" y="129730"/>
                </a:lnTo>
                <a:lnTo>
                  <a:pt x="99155" y="134302"/>
                </a:lnTo>
                <a:lnTo>
                  <a:pt x="102203" y="140398"/>
                </a:lnTo>
                <a:lnTo>
                  <a:pt x="106775" y="146494"/>
                </a:lnTo>
                <a:lnTo>
                  <a:pt x="112966" y="151066"/>
                </a:lnTo>
                <a:lnTo>
                  <a:pt x="119062" y="154114"/>
                </a:lnTo>
                <a:lnTo>
                  <a:pt x="134302" y="163258"/>
                </a:lnTo>
                <a:lnTo>
                  <a:pt x="160210" y="172402"/>
                </a:lnTo>
                <a:lnTo>
                  <a:pt x="216693" y="196881"/>
                </a:lnTo>
                <a:lnTo>
                  <a:pt x="225790" y="200596"/>
                </a:lnTo>
                <a:lnTo>
                  <a:pt x="234600" y="204882"/>
                </a:lnTo>
                <a:lnTo>
                  <a:pt x="242839" y="209740"/>
                </a:lnTo>
                <a:lnTo>
                  <a:pt x="250221" y="215169"/>
                </a:lnTo>
                <a:lnTo>
                  <a:pt x="257936" y="220027"/>
                </a:lnTo>
                <a:lnTo>
                  <a:pt x="287178" y="252900"/>
                </a:lnTo>
                <a:lnTo>
                  <a:pt x="301490" y="298632"/>
                </a:lnTo>
                <a:lnTo>
                  <a:pt x="302037" y="309752"/>
                </a:lnTo>
                <a:lnTo>
                  <a:pt x="301228" y="322317"/>
                </a:lnTo>
                <a:lnTo>
                  <a:pt x="285321" y="369522"/>
                </a:lnTo>
                <a:lnTo>
                  <a:pt x="251148" y="405986"/>
                </a:lnTo>
                <a:lnTo>
                  <a:pt x="213550" y="424243"/>
                </a:lnTo>
                <a:lnTo>
                  <a:pt x="167901" y="434316"/>
                </a:lnTo>
                <a:lnTo>
                  <a:pt x="151066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458955" y="2100579"/>
            <a:ext cx="248920" cy="420370"/>
          </a:xfrm>
          <a:custGeom>
            <a:avLst/>
            <a:gdLst/>
            <a:ahLst/>
            <a:cxnLst/>
            <a:rect l="l" t="t" r="r" b="b"/>
            <a:pathLst>
              <a:path w="248920" h="420369">
                <a:moveTo>
                  <a:pt x="248704" y="355600"/>
                </a:moveTo>
                <a:lnTo>
                  <a:pt x="73253" y="355600"/>
                </a:lnTo>
                <a:lnTo>
                  <a:pt x="73253" y="0"/>
                </a:lnTo>
                <a:lnTo>
                  <a:pt x="0" y="0"/>
                </a:lnTo>
                <a:lnTo>
                  <a:pt x="0" y="355600"/>
                </a:lnTo>
                <a:lnTo>
                  <a:pt x="0" y="420370"/>
                </a:lnTo>
                <a:lnTo>
                  <a:pt x="248704" y="420370"/>
                </a:lnTo>
                <a:lnTo>
                  <a:pt x="248704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779287" y="2100745"/>
            <a:ext cx="650240" cy="419734"/>
          </a:xfrm>
          <a:custGeom>
            <a:avLst/>
            <a:gdLst/>
            <a:ahLst/>
            <a:cxnLst/>
            <a:rect l="l" t="t" r="r" b="b"/>
            <a:pathLst>
              <a:path w="650239" h="419735">
                <a:moveTo>
                  <a:pt x="259372" y="356171"/>
                </a:moveTo>
                <a:lnTo>
                  <a:pt x="74777" y="356171"/>
                </a:lnTo>
                <a:lnTo>
                  <a:pt x="74777" y="231711"/>
                </a:lnTo>
                <a:lnTo>
                  <a:pt x="225742" y="231711"/>
                </a:lnTo>
                <a:lnTo>
                  <a:pt x="225742" y="169481"/>
                </a:lnTo>
                <a:lnTo>
                  <a:pt x="74777" y="169481"/>
                </a:lnTo>
                <a:lnTo>
                  <a:pt x="74777" y="62801"/>
                </a:lnTo>
                <a:lnTo>
                  <a:pt x="253276" y="62801"/>
                </a:lnTo>
                <a:lnTo>
                  <a:pt x="253276" y="571"/>
                </a:lnTo>
                <a:lnTo>
                  <a:pt x="0" y="571"/>
                </a:lnTo>
                <a:lnTo>
                  <a:pt x="0" y="62801"/>
                </a:lnTo>
                <a:lnTo>
                  <a:pt x="0" y="169481"/>
                </a:lnTo>
                <a:lnTo>
                  <a:pt x="0" y="231711"/>
                </a:lnTo>
                <a:lnTo>
                  <a:pt x="0" y="356171"/>
                </a:lnTo>
                <a:lnTo>
                  <a:pt x="0" y="419671"/>
                </a:lnTo>
                <a:lnTo>
                  <a:pt x="259372" y="419671"/>
                </a:lnTo>
                <a:lnTo>
                  <a:pt x="259372" y="356171"/>
                </a:lnTo>
                <a:close/>
              </a:path>
              <a:path w="650239" h="419735">
                <a:moveTo>
                  <a:pt x="649795" y="419671"/>
                </a:moveTo>
                <a:lnTo>
                  <a:pt x="612762" y="305181"/>
                </a:lnTo>
                <a:lnTo>
                  <a:pt x="594004" y="247167"/>
                </a:lnTo>
                <a:lnTo>
                  <a:pt x="532828" y="58000"/>
                </a:lnTo>
                <a:lnTo>
                  <a:pt x="523201" y="28257"/>
                </a:lnTo>
                <a:lnTo>
                  <a:pt x="523201" y="247167"/>
                </a:lnTo>
                <a:lnTo>
                  <a:pt x="416433" y="247167"/>
                </a:lnTo>
                <a:lnTo>
                  <a:pt x="430149" y="195351"/>
                </a:lnTo>
                <a:lnTo>
                  <a:pt x="435597" y="179044"/>
                </a:lnTo>
                <a:lnTo>
                  <a:pt x="440626" y="162318"/>
                </a:lnTo>
                <a:lnTo>
                  <a:pt x="445363" y="145326"/>
                </a:lnTo>
                <a:lnTo>
                  <a:pt x="449961" y="128206"/>
                </a:lnTo>
                <a:lnTo>
                  <a:pt x="454583" y="110769"/>
                </a:lnTo>
                <a:lnTo>
                  <a:pt x="463765" y="75387"/>
                </a:lnTo>
                <a:lnTo>
                  <a:pt x="468337" y="58000"/>
                </a:lnTo>
                <a:lnTo>
                  <a:pt x="469861" y="58000"/>
                </a:lnTo>
                <a:lnTo>
                  <a:pt x="474433" y="75171"/>
                </a:lnTo>
                <a:lnTo>
                  <a:pt x="479005" y="92494"/>
                </a:lnTo>
                <a:lnTo>
                  <a:pt x="483577" y="110121"/>
                </a:lnTo>
                <a:lnTo>
                  <a:pt x="488149" y="128206"/>
                </a:lnTo>
                <a:lnTo>
                  <a:pt x="492963" y="145326"/>
                </a:lnTo>
                <a:lnTo>
                  <a:pt x="498055" y="162318"/>
                </a:lnTo>
                <a:lnTo>
                  <a:pt x="503161" y="179044"/>
                </a:lnTo>
                <a:lnTo>
                  <a:pt x="523201" y="247167"/>
                </a:lnTo>
                <a:lnTo>
                  <a:pt x="523201" y="28257"/>
                </a:lnTo>
                <a:lnTo>
                  <a:pt x="514057" y="0"/>
                </a:lnTo>
                <a:lnTo>
                  <a:pt x="427101" y="0"/>
                </a:lnTo>
                <a:lnTo>
                  <a:pt x="289839" y="419671"/>
                </a:lnTo>
                <a:lnTo>
                  <a:pt x="366141" y="419671"/>
                </a:lnTo>
                <a:lnTo>
                  <a:pt x="398145" y="305181"/>
                </a:lnTo>
                <a:lnTo>
                  <a:pt x="539965" y="305181"/>
                </a:lnTo>
                <a:lnTo>
                  <a:pt x="572071" y="419671"/>
                </a:lnTo>
                <a:lnTo>
                  <a:pt x="64979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481000" y="2100738"/>
            <a:ext cx="313055" cy="419734"/>
          </a:xfrm>
          <a:custGeom>
            <a:avLst/>
            <a:gdLst/>
            <a:ahLst/>
            <a:cxnLst/>
            <a:rect l="l" t="t" r="r" b="b"/>
            <a:pathLst>
              <a:path w="313054" h="419735">
                <a:moveTo>
                  <a:pt x="74771" y="419671"/>
                </a:moveTo>
                <a:lnTo>
                  <a:pt x="0" y="419671"/>
                </a:lnTo>
                <a:lnTo>
                  <a:pt x="0" y="0"/>
                </a:lnTo>
                <a:lnTo>
                  <a:pt x="141827" y="0"/>
                </a:lnTo>
                <a:lnTo>
                  <a:pt x="157796" y="309"/>
                </a:lnTo>
                <a:lnTo>
                  <a:pt x="202882" y="6096"/>
                </a:lnTo>
                <a:lnTo>
                  <a:pt x="240815" y="20883"/>
                </a:lnTo>
                <a:lnTo>
                  <a:pt x="277408" y="54529"/>
                </a:lnTo>
                <a:lnTo>
                  <a:pt x="280266" y="59531"/>
                </a:lnTo>
                <a:lnTo>
                  <a:pt x="74771" y="59531"/>
                </a:lnTo>
                <a:lnTo>
                  <a:pt x="74771" y="195357"/>
                </a:lnTo>
                <a:lnTo>
                  <a:pt x="276871" y="195357"/>
                </a:lnTo>
                <a:lnTo>
                  <a:pt x="272986" y="201453"/>
                </a:lnTo>
                <a:lnTo>
                  <a:pt x="260675" y="215193"/>
                </a:lnTo>
                <a:lnTo>
                  <a:pt x="246507" y="226790"/>
                </a:lnTo>
                <a:lnTo>
                  <a:pt x="230338" y="236386"/>
                </a:lnTo>
                <a:lnTo>
                  <a:pt x="212026" y="244125"/>
                </a:lnTo>
                <a:lnTo>
                  <a:pt x="218199" y="254889"/>
                </a:lnTo>
                <a:lnTo>
                  <a:pt x="74771" y="254889"/>
                </a:lnTo>
                <a:lnTo>
                  <a:pt x="74771" y="419671"/>
                </a:lnTo>
                <a:close/>
              </a:path>
              <a:path w="313054" h="419735">
                <a:moveTo>
                  <a:pt x="276871" y="195357"/>
                </a:moveTo>
                <a:lnTo>
                  <a:pt x="134207" y="195357"/>
                </a:lnTo>
                <a:lnTo>
                  <a:pt x="154534" y="194452"/>
                </a:lnTo>
                <a:lnTo>
                  <a:pt x="172164" y="191547"/>
                </a:lnTo>
                <a:lnTo>
                  <a:pt x="209835" y="168275"/>
                </a:lnTo>
                <a:lnTo>
                  <a:pt x="222694" y="125158"/>
                </a:lnTo>
                <a:lnTo>
                  <a:pt x="221265" y="108006"/>
                </a:lnTo>
                <a:lnTo>
                  <a:pt x="199834" y="73247"/>
                </a:lnTo>
                <a:lnTo>
                  <a:pt x="154534" y="60388"/>
                </a:lnTo>
                <a:lnTo>
                  <a:pt x="134207" y="59531"/>
                </a:lnTo>
                <a:lnTo>
                  <a:pt x="280266" y="59531"/>
                </a:lnTo>
                <a:lnTo>
                  <a:pt x="295108" y="107672"/>
                </a:lnTo>
                <a:lnTo>
                  <a:pt x="295941" y="125158"/>
                </a:lnTo>
                <a:lnTo>
                  <a:pt x="294511" y="147795"/>
                </a:lnTo>
                <a:lnTo>
                  <a:pt x="290214" y="167878"/>
                </a:lnTo>
                <a:lnTo>
                  <a:pt x="283042" y="185675"/>
                </a:lnTo>
                <a:lnTo>
                  <a:pt x="276871" y="195357"/>
                </a:lnTo>
                <a:close/>
              </a:path>
              <a:path w="313054" h="419735">
                <a:moveTo>
                  <a:pt x="312705" y="419671"/>
                </a:moveTo>
                <a:lnTo>
                  <a:pt x="228790" y="419671"/>
                </a:lnTo>
                <a:lnTo>
                  <a:pt x="138779" y="254889"/>
                </a:lnTo>
                <a:lnTo>
                  <a:pt x="218199" y="254889"/>
                </a:lnTo>
                <a:lnTo>
                  <a:pt x="31270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6865334" y="2100738"/>
            <a:ext cx="313055" cy="419734"/>
          </a:xfrm>
          <a:custGeom>
            <a:avLst/>
            <a:gdLst/>
            <a:ahLst/>
            <a:cxnLst/>
            <a:rect l="l" t="t" r="r" b="b"/>
            <a:pathLst>
              <a:path w="313054" h="419735">
                <a:moveTo>
                  <a:pt x="312705" y="419671"/>
                </a:moveTo>
                <a:lnTo>
                  <a:pt x="236505" y="419671"/>
                </a:lnTo>
                <a:lnTo>
                  <a:pt x="106775" y="183165"/>
                </a:lnTo>
                <a:lnTo>
                  <a:pt x="64103" y="94583"/>
                </a:lnTo>
                <a:lnTo>
                  <a:pt x="61055" y="94583"/>
                </a:lnTo>
                <a:lnTo>
                  <a:pt x="63531" y="128575"/>
                </a:lnTo>
                <a:lnTo>
                  <a:pt x="65127" y="146540"/>
                </a:lnTo>
                <a:lnTo>
                  <a:pt x="67151" y="164782"/>
                </a:lnTo>
                <a:lnTo>
                  <a:pt x="69246" y="200679"/>
                </a:lnTo>
                <a:lnTo>
                  <a:pt x="69937" y="218454"/>
                </a:lnTo>
                <a:lnTo>
                  <a:pt x="70199" y="236505"/>
                </a:lnTo>
                <a:lnTo>
                  <a:pt x="70199" y="419671"/>
                </a:lnTo>
                <a:lnTo>
                  <a:pt x="0" y="419671"/>
                </a:lnTo>
                <a:lnTo>
                  <a:pt x="0" y="0"/>
                </a:lnTo>
                <a:lnTo>
                  <a:pt x="76295" y="0"/>
                </a:lnTo>
                <a:lnTo>
                  <a:pt x="205930" y="236505"/>
                </a:lnTo>
                <a:lnTo>
                  <a:pt x="248697" y="325088"/>
                </a:lnTo>
                <a:lnTo>
                  <a:pt x="251745" y="325088"/>
                </a:lnTo>
                <a:lnTo>
                  <a:pt x="249269" y="291095"/>
                </a:lnTo>
                <a:lnTo>
                  <a:pt x="247673" y="273130"/>
                </a:lnTo>
                <a:lnTo>
                  <a:pt x="245649" y="254889"/>
                </a:lnTo>
                <a:lnTo>
                  <a:pt x="243554" y="218229"/>
                </a:lnTo>
                <a:lnTo>
                  <a:pt x="242863" y="199931"/>
                </a:lnTo>
                <a:lnTo>
                  <a:pt x="242601" y="181641"/>
                </a:lnTo>
                <a:lnTo>
                  <a:pt x="242601" y="0"/>
                </a:lnTo>
                <a:lnTo>
                  <a:pt x="312705" y="0"/>
                </a:lnTo>
                <a:lnTo>
                  <a:pt x="31270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84809" y="2101316"/>
            <a:ext cx="259715" cy="419100"/>
          </a:xfrm>
          <a:custGeom>
            <a:avLst/>
            <a:gdLst/>
            <a:ahLst/>
            <a:cxnLst/>
            <a:rect l="l" t="t" r="r" b="b"/>
            <a:pathLst>
              <a:path w="259715" h="419100">
                <a:moveTo>
                  <a:pt x="259359" y="355600"/>
                </a:moveTo>
                <a:lnTo>
                  <a:pt x="74764" y="355600"/>
                </a:lnTo>
                <a:lnTo>
                  <a:pt x="74764" y="231140"/>
                </a:lnTo>
                <a:lnTo>
                  <a:pt x="224307" y="231140"/>
                </a:lnTo>
                <a:lnTo>
                  <a:pt x="224307" y="168910"/>
                </a:lnTo>
                <a:lnTo>
                  <a:pt x="74764" y="168910"/>
                </a:lnTo>
                <a:lnTo>
                  <a:pt x="74764" y="62230"/>
                </a:lnTo>
                <a:lnTo>
                  <a:pt x="251739" y="62230"/>
                </a:lnTo>
                <a:lnTo>
                  <a:pt x="251739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1140"/>
                </a:lnTo>
                <a:lnTo>
                  <a:pt x="0" y="355600"/>
                </a:lnTo>
                <a:lnTo>
                  <a:pt x="0" y="419100"/>
                </a:lnTo>
                <a:lnTo>
                  <a:pt x="259359" y="419100"/>
                </a:lnTo>
                <a:lnTo>
                  <a:pt x="259359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629620" y="2100738"/>
            <a:ext cx="316230" cy="419734"/>
          </a:xfrm>
          <a:custGeom>
            <a:avLst/>
            <a:gdLst/>
            <a:ahLst/>
            <a:cxnLst/>
            <a:rect l="l" t="t" r="r" b="b"/>
            <a:pathLst>
              <a:path w="316229" h="419735">
                <a:moveTo>
                  <a:pt x="115919" y="419671"/>
                </a:moveTo>
                <a:lnTo>
                  <a:pt x="0" y="419671"/>
                </a:lnTo>
                <a:lnTo>
                  <a:pt x="0" y="0"/>
                </a:lnTo>
                <a:lnTo>
                  <a:pt x="111347" y="0"/>
                </a:lnTo>
                <a:lnTo>
                  <a:pt x="156772" y="3168"/>
                </a:lnTo>
                <a:lnTo>
                  <a:pt x="196929" y="12775"/>
                </a:lnTo>
                <a:lnTo>
                  <a:pt x="231656" y="28972"/>
                </a:lnTo>
                <a:lnTo>
                  <a:pt x="260794" y="51911"/>
                </a:lnTo>
                <a:lnTo>
                  <a:pt x="268252" y="61055"/>
                </a:lnTo>
                <a:lnTo>
                  <a:pt x="74676" y="61055"/>
                </a:lnTo>
                <a:lnTo>
                  <a:pt x="74676" y="358616"/>
                </a:lnTo>
                <a:lnTo>
                  <a:pt x="268590" y="358616"/>
                </a:lnTo>
                <a:lnTo>
                  <a:pt x="262318" y="366236"/>
                </a:lnTo>
                <a:lnTo>
                  <a:pt x="217312" y="398249"/>
                </a:lnTo>
                <a:lnTo>
                  <a:pt x="180038" y="411956"/>
                </a:lnTo>
                <a:lnTo>
                  <a:pt x="138233" y="418814"/>
                </a:lnTo>
                <a:lnTo>
                  <a:pt x="115919" y="419671"/>
                </a:lnTo>
                <a:close/>
              </a:path>
              <a:path w="316229" h="419735">
                <a:moveTo>
                  <a:pt x="268590" y="358616"/>
                </a:moveTo>
                <a:lnTo>
                  <a:pt x="106775" y="358616"/>
                </a:lnTo>
                <a:lnTo>
                  <a:pt x="136804" y="356328"/>
                </a:lnTo>
                <a:lnTo>
                  <a:pt x="162984" y="349460"/>
                </a:lnTo>
                <a:lnTo>
                  <a:pt x="204406" y="321945"/>
                </a:lnTo>
                <a:lnTo>
                  <a:pt x="230505" y="275070"/>
                </a:lnTo>
                <a:lnTo>
                  <a:pt x="239458" y="207549"/>
                </a:lnTo>
                <a:lnTo>
                  <a:pt x="237196" y="171464"/>
                </a:lnTo>
                <a:lnTo>
                  <a:pt x="219527" y="115904"/>
                </a:lnTo>
                <a:lnTo>
                  <a:pt x="185468" y="80343"/>
                </a:lnTo>
                <a:lnTo>
                  <a:pt x="136804" y="63103"/>
                </a:lnTo>
                <a:lnTo>
                  <a:pt x="106775" y="61055"/>
                </a:lnTo>
                <a:lnTo>
                  <a:pt x="268252" y="61055"/>
                </a:lnTo>
                <a:lnTo>
                  <a:pt x="284812" y="81359"/>
                </a:lnTo>
                <a:lnTo>
                  <a:pt x="301990" y="117121"/>
                </a:lnTo>
                <a:lnTo>
                  <a:pt x="312309" y="159188"/>
                </a:lnTo>
                <a:lnTo>
                  <a:pt x="315753" y="207549"/>
                </a:lnTo>
                <a:lnTo>
                  <a:pt x="314895" y="232996"/>
                </a:lnTo>
                <a:lnTo>
                  <a:pt x="307998" y="278781"/>
                </a:lnTo>
                <a:lnTo>
                  <a:pt x="294251" y="317975"/>
                </a:lnTo>
                <a:lnTo>
                  <a:pt x="274296" y="351685"/>
                </a:lnTo>
                <a:lnTo>
                  <a:pt x="268590" y="35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2286190" y="3443668"/>
            <a:ext cx="313055" cy="331470"/>
          </a:xfrm>
          <a:custGeom>
            <a:avLst/>
            <a:gdLst/>
            <a:ahLst/>
            <a:cxnLst/>
            <a:rect l="l" t="t" r="r" b="b"/>
            <a:pathLst>
              <a:path w="313055" h="331470">
                <a:moveTo>
                  <a:pt x="126682" y="331089"/>
                </a:moveTo>
                <a:lnTo>
                  <a:pt x="108299" y="331089"/>
                </a:lnTo>
                <a:lnTo>
                  <a:pt x="105251" y="329565"/>
                </a:lnTo>
                <a:lnTo>
                  <a:pt x="100679" y="329565"/>
                </a:lnTo>
                <a:lnTo>
                  <a:pt x="97631" y="328041"/>
                </a:lnTo>
                <a:lnTo>
                  <a:pt x="96107" y="328041"/>
                </a:lnTo>
                <a:lnTo>
                  <a:pt x="94583" y="326517"/>
                </a:lnTo>
                <a:lnTo>
                  <a:pt x="93059" y="326517"/>
                </a:lnTo>
                <a:lnTo>
                  <a:pt x="88487" y="321945"/>
                </a:lnTo>
                <a:lnTo>
                  <a:pt x="83915" y="314205"/>
                </a:lnTo>
                <a:lnTo>
                  <a:pt x="74771" y="299870"/>
                </a:lnTo>
                <a:lnTo>
                  <a:pt x="70199" y="292989"/>
                </a:lnTo>
                <a:lnTo>
                  <a:pt x="66508" y="287020"/>
                </a:lnTo>
                <a:lnTo>
                  <a:pt x="62388" y="280749"/>
                </a:lnTo>
                <a:lnTo>
                  <a:pt x="37576" y="249864"/>
                </a:lnTo>
                <a:lnTo>
                  <a:pt x="32099" y="244125"/>
                </a:lnTo>
                <a:lnTo>
                  <a:pt x="27241" y="237267"/>
                </a:lnTo>
                <a:lnTo>
                  <a:pt x="21812" y="230409"/>
                </a:lnTo>
                <a:lnTo>
                  <a:pt x="15811" y="223551"/>
                </a:lnTo>
                <a:lnTo>
                  <a:pt x="9239" y="216693"/>
                </a:lnTo>
                <a:lnTo>
                  <a:pt x="4667" y="212121"/>
                </a:lnTo>
                <a:lnTo>
                  <a:pt x="3047" y="208978"/>
                </a:lnTo>
                <a:lnTo>
                  <a:pt x="1523" y="207454"/>
                </a:lnTo>
                <a:lnTo>
                  <a:pt x="0" y="204406"/>
                </a:lnTo>
                <a:lnTo>
                  <a:pt x="0" y="199834"/>
                </a:lnTo>
                <a:lnTo>
                  <a:pt x="4667" y="195262"/>
                </a:lnTo>
                <a:lnTo>
                  <a:pt x="6191" y="192214"/>
                </a:lnTo>
                <a:lnTo>
                  <a:pt x="9239" y="190690"/>
                </a:lnTo>
                <a:lnTo>
                  <a:pt x="13811" y="187642"/>
                </a:lnTo>
                <a:lnTo>
                  <a:pt x="16859" y="186118"/>
                </a:lnTo>
                <a:lnTo>
                  <a:pt x="26003" y="183070"/>
                </a:lnTo>
                <a:lnTo>
                  <a:pt x="30575" y="183070"/>
                </a:lnTo>
                <a:lnTo>
                  <a:pt x="35147" y="181546"/>
                </a:lnTo>
                <a:lnTo>
                  <a:pt x="48863" y="181546"/>
                </a:lnTo>
                <a:lnTo>
                  <a:pt x="51911" y="183070"/>
                </a:lnTo>
                <a:lnTo>
                  <a:pt x="53435" y="184594"/>
                </a:lnTo>
                <a:lnTo>
                  <a:pt x="56483" y="186118"/>
                </a:lnTo>
                <a:lnTo>
                  <a:pt x="82891" y="216678"/>
                </a:lnTo>
                <a:lnTo>
                  <a:pt x="109339" y="253269"/>
                </a:lnTo>
                <a:lnTo>
                  <a:pt x="116014" y="262413"/>
                </a:lnTo>
                <a:lnTo>
                  <a:pt x="122634" y="246410"/>
                </a:lnTo>
                <a:lnTo>
                  <a:pt x="135302" y="214367"/>
                </a:lnTo>
                <a:lnTo>
                  <a:pt x="141922" y="198310"/>
                </a:lnTo>
                <a:lnTo>
                  <a:pt x="148804" y="182568"/>
                </a:lnTo>
                <a:lnTo>
                  <a:pt x="155828" y="167247"/>
                </a:lnTo>
                <a:lnTo>
                  <a:pt x="163139" y="152193"/>
                </a:lnTo>
                <a:lnTo>
                  <a:pt x="170878" y="137255"/>
                </a:lnTo>
                <a:lnTo>
                  <a:pt x="178022" y="122420"/>
                </a:lnTo>
                <a:lnTo>
                  <a:pt x="185737" y="107727"/>
                </a:lnTo>
                <a:lnTo>
                  <a:pt x="194024" y="93321"/>
                </a:lnTo>
                <a:lnTo>
                  <a:pt x="202882" y="79343"/>
                </a:lnTo>
                <a:lnTo>
                  <a:pt x="211184" y="64452"/>
                </a:lnTo>
                <a:lnTo>
                  <a:pt x="243530" y="15930"/>
                </a:lnTo>
                <a:lnTo>
                  <a:pt x="286607" y="285"/>
                </a:lnTo>
                <a:lnTo>
                  <a:pt x="305085" y="0"/>
                </a:lnTo>
                <a:lnTo>
                  <a:pt x="311181" y="3048"/>
                </a:lnTo>
                <a:lnTo>
                  <a:pt x="312705" y="4571"/>
                </a:lnTo>
                <a:lnTo>
                  <a:pt x="312705" y="10668"/>
                </a:lnTo>
                <a:lnTo>
                  <a:pt x="309657" y="13716"/>
                </a:lnTo>
                <a:lnTo>
                  <a:pt x="309657" y="15240"/>
                </a:lnTo>
                <a:lnTo>
                  <a:pt x="283154" y="52903"/>
                </a:lnTo>
                <a:lnTo>
                  <a:pt x="260699" y="88261"/>
                </a:lnTo>
                <a:lnTo>
                  <a:pt x="239101" y="124493"/>
                </a:lnTo>
                <a:lnTo>
                  <a:pt x="218217" y="161734"/>
                </a:lnTo>
                <a:lnTo>
                  <a:pt x="199303" y="199176"/>
                </a:lnTo>
                <a:lnTo>
                  <a:pt x="181558" y="238029"/>
                </a:lnTo>
                <a:lnTo>
                  <a:pt x="164974" y="278025"/>
                </a:lnTo>
                <a:lnTo>
                  <a:pt x="149542" y="318897"/>
                </a:lnTo>
                <a:lnTo>
                  <a:pt x="148018" y="321945"/>
                </a:lnTo>
                <a:lnTo>
                  <a:pt x="144970" y="324993"/>
                </a:lnTo>
                <a:lnTo>
                  <a:pt x="138874" y="328041"/>
                </a:lnTo>
                <a:lnTo>
                  <a:pt x="134302" y="329565"/>
                </a:lnTo>
                <a:lnTo>
                  <a:pt x="126682" y="3310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" name="object 16" descr=""/>
          <p:cNvGrpSpPr/>
          <p:nvPr/>
        </p:nvGrpSpPr>
        <p:grpSpPr>
          <a:xfrm>
            <a:off x="2746914" y="3480244"/>
            <a:ext cx="860425" cy="294640"/>
            <a:chOff x="2746914" y="3480244"/>
            <a:chExt cx="860425" cy="294640"/>
          </a:xfrm>
        </p:grpSpPr>
        <p:sp>
          <p:nvSpPr>
            <p:cNvPr id="17" name="object 17" descr=""/>
            <p:cNvSpPr/>
            <p:nvPr/>
          </p:nvSpPr>
          <p:spPr>
            <a:xfrm>
              <a:off x="2746914" y="3480244"/>
              <a:ext cx="209550" cy="288925"/>
            </a:xfrm>
            <a:custGeom>
              <a:avLst/>
              <a:gdLst/>
              <a:ahLst/>
              <a:cxnLst/>
              <a:rect l="l" t="t" r="r" b="b"/>
              <a:pathLst>
                <a:path w="209550" h="288925">
                  <a:moveTo>
                    <a:pt x="74676" y="288417"/>
                  </a:moveTo>
                  <a:lnTo>
                    <a:pt x="0" y="288417"/>
                  </a:lnTo>
                  <a:lnTo>
                    <a:pt x="0" y="0"/>
                  </a:lnTo>
                  <a:lnTo>
                    <a:pt x="73152" y="0"/>
                  </a:lnTo>
                  <a:lnTo>
                    <a:pt x="104353" y="2287"/>
                  </a:lnTo>
                  <a:lnTo>
                    <a:pt x="131528" y="9155"/>
                  </a:lnTo>
                  <a:lnTo>
                    <a:pt x="154684" y="20614"/>
                  </a:lnTo>
                  <a:lnTo>
                    <a:pt x="166562" y="30575"/>
                  </a:lnTo>
                  <a:lnTo>
                    <a:pt x="36576" y="30575"/>
                  </a:lnTo>
                  <a:lnTo>
                    <a:pt x="36576" y="259461"/>
                  </a:lnTo>
                  <a:lnTo>
                    <a:pt x="164558" y="259461"/>
                  </a:lnTo>
                  <a:lnTo>
                    <a:pt x="155543" y="266509"/>
                  </a:lnTo>
                  <a:lnTo>
                    <a:pt x="119561" y="283273"/>
                  </a:lnTo>
                  <a:lnTo>
                    <a:pt x="90423" y="287845"/>
                  </a:lnTo>
                  <a:lnTo>
                    <a:pt x="74676" y="288417"/>
                  </a:lnTo>
                  <a:close/>
                </a:path>
                <a:path w="209550" h="288925">
                  <a:moveTo>
                    <a:pt x="164558" y="259461"/>
                  </a:moveTo>
                  <a:lnTo>
                    <a:pt x="70104" y="259461"/>
                  </a:lnTo>
                  <a:lnTo>
                    <a:pt x="93852" y="257483"/>
                  </a:lnTo>
                  <a:lnTo>
                    <a:pt x="114573" y="251638"/>
                  </a:lnTo>
                  <a:lnTo>
                    <a:pt x="146399" y="228885"/>
                  </a:lnTo>
                  <a:lnTo>
                    <a:pt x="164877" y="191916"/>
                  </a:lnTo>
                  <a:lnTo>
                    <a:pt x="170783" y="143446"/>
                  </a:lnTo>
                  <a:lnTo>
                    <a:pt x="169330" y="117476"/>
                  </a:lnTo>
                  <a:lnTo>
                    <a:pt x="157281" y="75214"/>
                  </a:lnTo>
                  <a:lnTo>
                    <a:pt x="114573" y="37623"/>
                  </a:lnTo>
                  <a:lnTo>
                    <a:pt x="70104" y="30575"/>
                  </a:lnTo>
                  <a:lnTo>
                    <a:pt x="166562" y="30575"/>
                  </a:lnTo>
                  <a:lnTo>
                    <a:pt x="200584" y="82022"/>
                  </a:lnTo>
                  <a:lnTo>
                    <a:pt x="208978" y="143446"/>
                  </a:lnTo>
                  <a:lnTo>
                    <a:pt x="208407" y="160058"/>
                  </a:lnTo>
                  <a:lnTo>
                    <a:pt x="199834" y="204501"/>
                  </a:lnTo>
                  <a:lnTo>
                    <a:pt x="182435" y="240546"/>
                  </a:lnTo>
                  <a:lnTo>
                    <a:pt x="165258" y="258913"/>
                  </a:lnTo>
                  <a:lnTo>
                    <a:pt x="164558" y="259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98565" y="3548919"/>
              <a:ext cx="181546" cy="225837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6687" y="3548919"/>
              <a:ext cx="170878" cy="225837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8902" y="3548919"/>
              <a:ext cx="198310" cy="225837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59028" y="3555015"/>
            <a:ext cx="170878" cy="219741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3903154" y="3548919"/>
            <a:ext cx="186055" cy="309880"/>
          </a:xfrm>
          <a:custGeom>
            <a:avLst/>
            <a:gdLst/>
            <a:ahLst/>
            <a:cxnLst/>
            <a:rect l="l" t="t" r="r" b="b"/>
            <a:pathLst>
              <a:path w="186054" h="309879">
                <a:moveTo>
                  <a:pt x="158591" y="195357"/>
                </a:moveTo>
                <a:lnTo>
                  <a:pt x="96107" y="195357"/>
                </a:lnTo>
                <a:lnTo>
                  <a:pt x="105251" y="192309"/>
                </a:lnTo>
                <a:lnTo>
                  <a:pt x="112871" y="189261"/>
                </a:lnTo>
                <a:lnTo>
                  <a:pt x="120491" y="184689"/>
                </a:lnTo>
                <a:lnTo>
                  <a:pt x="126587" y="180117"/>
                </a:lnTo>
                <a:lnTo>
                  <a:pt x="131159" y="172402"/>
                </a:lnTo>
                <a:lnTo>
                  <a:pt x="135445" y="166401"/>
                </a:lnTo>
                <a:lnTo>
                  <a:pt x="148304" y="129159"/>
                </a:lnTo>
                <a:lnTo>
                  <a:pt x="149447" y="109918"/>
                </a:lnTo>
                <a:lnTo>
                  <a:pt x="149185" y="101005"/>
                </a:lnTo>
                <a:lnTo>
                  <a:pt x="139112" y="58531"/>
                </a:lnTo>
                <a:lnTo>
                  <a:pt x="135731" y="53435"/>
                </a:lnTo>
                <a:lnTo>
                  <a:pt x="131159" y="45815"/>
                </a:lnTo>
                <a:lnTo>
                  <a:pt x="93059" y="30480"/>
                </a:lnTo>
                <a:lnTo>
                  <a:pt x="33528" y="30480"/>
                </a:lnTo>
                <a:lnTo>
                  <a:pt x="41529" y="24788"/>
                </a:lnTo>
                <a:lnTo>
                  <a:pt x="74677" y="5143"/>
                </a:lnTo>
                <a:lnTo>
                  <a:pt x="102203" y="0"/>
                </a:lnTo>
                <a:lnTo>
                  <a:pt x="112204" y="571"/>
                </a:lnTo>
                <a:lnTo>
                  <a:pt x="153447" y="18097"/>
                </a:lnTo>
                <a:lnTo>
                  <a:pt x="177974" y="55005"/>
                </a:lnTo>
                <a:lnTo>
                  <a:pt x="185737" y="97576"/>
                </a:lnTo>
                <a:lnTo>
                  <a:pt x="186023" y="109918"/>
                </a:lnTo>
                <a:lnTo>
                  <a:pt x="185689" y="123324"/>
                </a:lnTo>
                <a:lnTo>
                  <a:pt x="174664" y="168702"/>
                </a:lnTo>
                <a:lnTo>
                  <a:pt x="164901" y="187056"/>
                </a:lnTo>
                <a:lnTo>
                  <a:pt x="158591" y="195357"/>
                </a:lnTo>
                <a:close/>
              </a:path>
              <a:path w="186054" h="309879">
                <a:moveTo>
                  <a:pt x="35052" y="309753"/>
                </a:moveTo>
                <a:lnTo>
                  <a:pt x="0" y="309753"/>
                </a:lnTo>
                <a:lnTo>
                  <a:pt x="0" y="6096"/>
                </a:lnTo>
                <a:lnTo>
                  <a:pt x="28956" y="6096"/>
                </a:lnTo>
                <a:lnTo>
                  <a:pt x="32004" y="30480"/>
                </a:lnTo>
                <a:lnTo>
                  <a:pt x="93059" y="30480"/>
                </a:lnTo>
                <a:lnTo>
                  <a:pt x="50863" y="47910"/>
                </a:lnTo>
                <a:lnTo>
                  <a:pt x="35052" y="61055"/>
                </a:lnTo>
                <a:lnTo>
                  <a:pt x="35052" y="172402"/>
                </a:lnTo>
                <a:lnTo>
                  <a:pt x="42791" y="177863"/>
                </a:lnTo>
                <a:lnTo>
                  <a:pt x="50101" y="182582"/>
                </a:lnTo>
                <a:lnTo>
                  <a:pt x="57126" y="186426"/>
                </a:lnTo>
                <a:lnTo>
                  <a:pt x="64008" y="189261"/>
                </a:lnTo>
                <a:lnTo>
                  <a:pt x="73152" y="193833"/>
                </a:lnTo>
                <a:lnTo>
                  <a:pt x="80772" y="195357"/>
                </a:lnTo>
                <a:lnTo>
                  <a:pt x="158591" y="195357"/>
                </a:lnTo>
                <a:lnTo>
                  <a:pt x="152804" y="201453"/>
                </a:lnTo>
                <a:lnTo>
                  <a:pt x="35052" y="201453"/>
                </a:lnTo>
                <a:lnTo>
                  <a:pt x="35052" y="309753"/>
                </a:lnTo>
                <a:close/>
              </a:path>
              <a:path w="186054" h="309879">
                <a:moveTo>
                  <a:pt x="94583" y="225837"/>
                </a:moveTo>
                <a:lnTo>
                  <a:pt x="56911" y="215384"/>
                </a:lnTo>
                <a:lnTo>
                  <a:pt x="35052" y="201453"/>
                </a:lnTo>
                <a:lnTo>
                  <a:pt x="152804" y="201453"/>
                </a:lnTo>
                <a:lnTo>
                  <a:pt x="112109" y="223742"/>
                </a:lnTo>
                <a:lnTo>
                  <a:pt x="94583" y="2258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4147184" y="3455860"/>
            <a:ext cx="58419" cy="319405"/>
          </a:xfrm>
          <a:custGeom>
            <a:avLst/>
            <a:gdLst/>
            <a:ahLst/>
            <a:cxnLst/>
            <a:rect l="l" t="t" r="r" b="b"/>
            <a:pathLst>
              <a:path w="58420" h="319404">
                <a:moveTo>
                  <a:pt x="47244" y="318897"/>
                </a:moveTo>
                <a:lnTo>
                  <a:pt x="38100" y="318897"/>
                </a:lnTo>
                <a:lnTo>
                  <a:pt x="28432" y="318063"/>
                </a:lnTo>
                <a:lnTo>
                  <a:pt x="571" y="280987"/>
                </a:lnTo>
                <a:lnTo>
                  <a:pt x="0" y="270129"/>
                </a:lnTo>
                <a:lnTo>
                  <a:pt x="0" y="0"/>
                </a:lnTo>
                <a:lnTo>
                  <a:pt x="35052" y="0"/>
                </a:lnTo>
                <a:lnTo>
                  <a:pt x="35052" y="279273"/>
                </a:lnTo>
                <a:lnTo>
                  <a:pt x="36576" y="282321"/>
                </a:lnTo>
                <a:lnTo>
                  <a:pt x="42672" y="288417"/>
                </a:lnTo>
                <a:lnTo>
                  <a:pt x="51816" y="288417"/>
                </a:lnTo>
                <a:lnTo>
                  <a:pt x="53339" y="286893"/>
                </a:lnTo>
                <a:lnTo>
                  <a:pt x="57912" y="314325"/>
                </a:lnTo>
                <a:lnTo>
                  <a:pt x="56387" y="315849"/>
                </a:lnTo>
                <a:lnTo>
                  <a:pt x="53339" y="317373"/>
                </a:lnTo>
                <a:lnTo>
                  <a:pt x="50292" y="317373"/>
                </a:lnTo>
                <a:lnTo>
                  <a:pt x="47244" y="3188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4252436" y="3465004"/>
            <a:ext cx="50800" cy="304165"/>
          </a:xfrm>
          <a:custGeom>
            <a:avLst/>
            <a:gdLst/>
            <a:ahLst/>
            <a:cxnLst/>
            <a:rect l="l" t="t" r="r" b="b"/>
            <a:pathLst>
              <a:path w="50800" h="304164">
                <a:moveTo>
                  <a:pt x="32004" y="45815"/>
                </a:moveTo>
                <a:lnTo>
                  <a:pt x="18288" y="45815"/>
                </a:lnTo>
                <a:lnTo>
                  <a:pt x="12192" y="44291"/>
                </a:lnTo>
                <a:lnTo>
                  <a:pt x="7620" y="39624"/>
                </a:lnTo>
                <a:lnTo>
                  <a:pt x="3048" y="35052"/>
                </a:lnTo>
                <a:lnTo>
                  <a:pt x="0" y="28956"/>
                </a:lnTo>
                <a:lnTo>
                  <a:pt x="0" y="15240"/>
                </a:lnTo>
                <a:lnTo>
                  <a:pt x="3048" y="9144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2672" y="6096"/>
                </a:lnTo>
                <a:lnTo>
                  <a:pt x="47244" y="9144"/>
                </a:lnTo>
                <a:lnTo>
                  <a:pt x="50292" y="15240"/>
                </a:lnTo>
                <a:lnTo>
                  <a:pt x="50292" y="28956"/>
                </a:lnTo>
                <a:lnTo>
                  <a:pt x="47244" y="35052"/>
                </a:lnTo>
                <a:lnTo>
                  <a:pt x="42672" y="39624"/>
                </a:lnTo>
                <a:lnTo>
                  <a:pt x="38100" y="44291"/>
                </a:lnTo>
                <a:lnTo>
                  <a:pt x="32004" y="45815"/>
                </a:lnTo>
                <a:close/>
              </a:path>
              <a:path w="50800" h="304164">
                <a:moveTo>
                  <a:pt x="42672" y="303657"/>
                </a:moveTo>
                <a:lnTo>
                  <a:pt x="6096" y="303657"/>
                </a:lnTo>
                <a:lnTo>
                  <a:pt x="6096" y="90011"/>
                </a:lnTo>
                <a:lnTo>
                  <a:pt x="42672" y="90011"/>
                </a:lnTo>
                <a:lnTo>
                  <a:pt x="42672" y="30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66831" y="3548919"/>
            <a:ext cx="172402" cy="219741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4591050" y="3548919"/>
            <a:ext cx="196850" cy="319405"/>
          </a:xfrm>
          <a:custGeom>
            <a:avLst/>
            <a:gdLst/>
            <a:ahLst/>
            <a:cxnLst/>
            <a:rect l="l" t="t" r="r" b="b"/>
            <a:pathLst>
              <a:path w="196850" h="319404">
                <a:moveTo>
                  <a:pt x="88487" y="318897"/>
                </a:moveTo>
                <a:lnTo>
                  <a:pt x="79367" y="318611"/>
                </a:lnTo>
                <a:lnTo>
                  <a:pt x="70389" y="317754"/>
                </a:lnTo>
                <a:lnTo>
                  <a:pt x="61698" y="316325"/>
                </a:lnTo>
                <a:lnTo>
                  <a:pt x="53435" y="314325"/>
                </a:lnTo>
                <a:lnTo>
                  <a:pt x="45466" y="312658"/>
                </a:lnTo>
                <a:lnTo>
                  <a:pt x="9810" y="290798"/>
                </a:lnTo>
                <a:lnTo>
                  <a:pt x="0" y="270129"/>
                </a:lnTo>
                <a:lnTo>
                  <a:pt x="0" y="260985"/>
                </a:lnTo>
                <a:lnTo>
                  <a:pt x="18288" y="223551"/>
                </a:lnTo>
                <a:lnTo>
                  <a:pt x="32004" y="212121"/>
                </a:lnTo>
                <a:lnTo>
                  <a:pt x="32004" y="210597"/>
                </a:lnTo>
                <a:lnTo>
                  <a:pt x="25908" y="207549"/>
                </a:lnTo>
                <a:lnTo>
                  <a:pt x="21336" y="202977"/>
                </a:lnTo>
                <a:lnTo>
                  <a:pt x="18288" y="196881"/>
                </a:lnTo>
                <a:lnTo>
                  <a:pt x="15240" y="192309"/>
                </a:lnTo>
                <a:lnTo>
                  <a:pt x="12192" y="184689"/>
                </a:lnTo>
                <a:lnTo>
                  <a:pt x="12192" y="166306"/>
                </a:lnTo>
                <a:lnTo>
                  <a:pt x="36576" y="135826"/>
                </a:lnTo>
                <a:lnTo>
                  <a:pt x="36576" y="134302"/>
                </a:lnTo>
                <a:lnTo>
                  <a:pt x="12763" y="103338"/>
                </a:lnTo>
                <a:lnTo>
                  <a:pt x="7620" y="76295"/>
                </a:lnTo>
                <a:lnTo>
                  <a:pt x="8167" y="68318"/>
                </a:lnTo>
                <a:lnTo>
                  <a:pt x="9715" y="60483"/>
                </a:lnTo>
                <a:lnTo>
                  <a:pt x="12120" y="52935"/>
                </a:lnTo>
                <a:lnTo>
                  <a:pt x="15240" y="45815"/>
                </a:lnTo>
                <a:lnTo>
                  <a:pt x="18073" y="38347"/>
                </a:lnTo>
                <a:lnTo>
                  <a:pt x="50515" y="8905"/>
                </a:lnTo>
                <a:lnTo>
                  <a:pt x="88487" y="0"/>
                </a:lnTo>
                <a:lnTo>
                  <a:pt x="94583" y="0"/>
                </a:lnTo>
                <a:lnTo>
                  <a:pt x="100679" y="1524"/>
                </a:lnTo>
                <a:lnTo>
                  <a:pt x="105251" y="1524"/>
                </a:lnTo>
                <a:lnTo>
                  <a:pt x="118967" y="6096"/>
                </a:lnTo>
                <a:lnTo>
                  <a:pt x="193738" y="6096"/>
                </a:lnTo>
                <a:lnTo>
                  <a:pt x="193738" y="27432"/>
                </a:lnTo>
                <a:lnTo>
                  <a:pt x="88487" y="27432"/>
                </a:lnTo>
                <a:lnTo>
                  <a:pt x="79629" y="28266"/>
                </a:lnTo>
                <a:lnTo>
                  <a:pt x="46958" y="55721"/>
                </a:lnTo>
                <a:lnTo>
                  <a:pt x="44291" y="76295"/>
                </a:lnTo>
                <a:lnTo>
                  <a:pt x="44291" y="91535"/>
                </a:lnTo>
                <a:lnTo>
                  <a:pt x="47339" y="97631"/>
                </a:lnTo>
                <a:lnTo>
                  <a:pt x="48863" y="105346"/>
                </a:lnTo>
                <a:lnTo>
                  <a:pt x="53435" y="109918"/>
                </a:lnTo>
                <a:lnTo>
                  <a:pt x="56483" y="114490"/>
                </a:lnTo>
                <a:lnTo>
                  <a:pt x="61055" y="119062"/>
                </a:lnTo>
                <a:lnTo>
                  <a:pt x="65627" y="122110"/>
                </a:lnTo>
                <a:lnTo>
                  <a:pt x="71723" y="125158"/>
                </a:lnTo>
                <a:lnTo>
                  <a:pt x="76295" y="126682"/>
                </a:lnTo>
                <a:lnTo>
                  <a:pt x="82391" y="128206"/>
                </a:lnTo>
                <a:lnTo>
                  <a:pt x="148542" y="128206"/>
                </a:lnTo>
                <a:lnTo>
                  <a:pt x="144875" y="132778"/>
                </a:lnTo>
                <a:lnTo>
                  <a:pt x="139112" y="137064"/>
                </a:lnTo>
                <a:lnTo>
                  <a:pt x="133064" y="140779"/>
                </a:lnTo>
                <a:lnTo>
                  <a:pt x="126444" y="143922"/>
                </a:lnTo>
                <a:lnTo>
                  <a:pt x="123398" y="144970"/>
                </a:lnTo>
                <a:lnTo>
                  <a:pt x="56483" y="144970"/>
                </a:lnTo>
                <a:lnTo>
                  <a:pt x="50387" y="151066"/>
                </a:lnTo>
                <a:lnTo>
                  <a:pt x="44291" y="160210"/>
                </a:lnTo>
                <a:lnTo>
                  <a:pt x="42767" y="164782"/>
                </a:lnTo>
                <a:lnTo>
                  <a:pt x="42767" y="177069"/>
                </a:lnTo>
                <a:lnTo>
                  <a:pt x="80867" y="193833"/>
                </a:lnTo>
                <a:lnTo>
                  <a:pt x="122015" y="193833"/>
                </a:lnTo>
                <a:lnTo>
                  <a:pt x="140056" y="194667"/>
                </a:lnTo>
                <a:lnTo>
                  <a:pt x="178498" y="206025"/>
                </a:lnTo>
                <a:lnTo>
                  <a:pt x="190978" y="219741"/>
                </a:lnTo>
                <a:lnTo>
                  <a:pt x="54959" y="219741"/>
                </a:lnTo>
                <a:lnTo>
                  <a:pt x="47339" y="225837"/>
                </a:lnTo>
                <a:lnTo>
                  <a:pt x="41148" y="231933"/>
                </a:lnTo>
                <a:lnTo>
                  <a:pt x="38100" y="238029"/>
                </a:lnTo>
                <a:lnTo>
                  <a:pt x="33528" y="244125"/>
                </a:lnTo>
                <a:lnTo>
                  <a:pt x="32004" y="250317"/>
                </a:lnTo>
                <a:lnTo>
                  <a:pt x="32004" y="256413"/>
                </a:lnTo>
                <a:lnTo>
                  <a:pt x="57721" y="287845"/>
                </a:lnTo>
                <a:lnTo>
                  <a:pt x="94583" y="292989"/>
                </a:lnTo>
                <a:lnTo>
                  <a:pt x="172342" y="292989"/>
                </a:lnTo>
                <a:lnTo>
                  <a:pt x="167830" y="296037"/>
                </a:lnTo>
                <a:lnTo>
                  <a:pt x="123634" y="315682"/>
                </a:lnTo>
                <a:lnTo>
                  <a:pt x="100774" y="318587"/>
                </a:lnTo>
                <a:lnTo>
                  <a:pt x="88487" y="318897"/>
                </a:lnTo>
                <a:close/>
              </a:path>
              <a:path w="196850" h="319404">
                <a:moveTo>
                  <a:pt x="148542" y="128206"/>
                </a:moveTo>
                <a:lnTo>
                  <a:pt x="94583" y="128206"/>
                </a:lnTo>
                <a:lnTo>
                  <a:pt x="106775" y="125158"/>
                </a:lnTo>
                <a:lnTo>
                  <a:pt x="115919" y="119062"/>
                </a:lnTo>
                <a:lnTo>
                  <a:pt x="134207" y="76295"/>
                </a:lnTo>
                <a:lnTo>
                  <a:pt x="133350" y="65436"/>
                </a:lnTo>
                <a:lnTo>
                  <a:pt x="106775" y="30682"/>
                </a:lnTo>
                <a:lnTo>
                  <a:pt x="88487" y="27432"/>
                </a:lnTo>
                <a:lnTo>
                  <a:pt x="193738" y="27432"/>
                </a:lnTo>
                <a:lnTo>
                  <a:pt x="193738" y="33623"/>
                </a:lnTo>
                <a:lnTo>
                  <a:pt x="149542" y="33623"/>
                </a:lnTo>
                <a:lnTo>
                  <a:pt x="154114" y="38195"/>
                </a:lnTo>
                <a:lnTo>
                  <a:pt x="158686" y="45815"/>
                </a:lnTo>
                <a:lnTo>
                  <a:pt x="161734" y="53435"/>
                </a:lnTo>
                <a:lnTo>
                  <a:pt x="166306" y="61055"/>
                </a:lnTo>
                <a:lnTo>
                  <a:pt x="167759" y="68318"/>
                </a:lnTo>
                <a:lnTo>
                  <a:pt x="167830" y="77819"/>
                </a:lnTo>
                <a:lnTo>
                  <a:pt x="167330" y="85439"/>
                </a:lnTo>
                <a:lnTo>
                  <a:pt x="153912" y="121158"/>
                </a:lnTo>
                <a:lnTo>
                  <a:pt x="149478" y="127039"/>
                </a:lnTo>
                <a:lnTo>
                  <a:pt x="148542" y="128206"/>
                </a:lnTo>
                <a:close/>
              </a:path>
              <a:path w="196850" h="319404">
                <a:moveTo>
                  <a:pt x="88487" y="152590"/>
                </a:moveTo>
                <a:lnTo>
                  <a:pt x="83915" y="152590"/>
                </a:lnTo>
                <a:lnTo>
                  <a:pt x="77819" y="151066"/>
                </a:lnTo>
                <a:lnTo>
                  <a:pt x="73247" y="151066"/>
                </a:lnTo>
                <a:lnTo>
                  <a:pt x="67151" y="149542"/>
                </a:lnTo>
                <a:lnTo>
                  <a:pt x="62579" y="146494"/>
                </a:lnTo>
                <a:lnTo>
                  <a:pt x="56483" y="144970"/>
                </a:lnTo>
                <a:lnTo>
                  <a:pt x="123398" y="144970"/>
                </a:lnTo>
                <a:lnTo>
                  <a:pt x="118967" y="146494"/>
                </a:lnTo>
                <a:lnTo>
                  <a:pt x="112061" y="149375"/>
                </a:lnTo>
                <a:lnTo>
                  <a:pt x="104870" y="151257"/>
                </a:lnTo>
                <a:lnTo>
                  <a:pt x="97107" y="152280"/>
                </a:lnTo>
                <a:lnTo>
                  <a:pt x="88487" y="152590"/>
                </a:lnTo>
                <a:close/>
              </a:path>
              <a:path w="196850" h="319404">
                <a:moveTo>
                  <a:pt x="172342" y="292989"/>
                </a:moveTo>
                <a:lnTo>
                  <a:pt x="94583" y="292989"/>
                </a:lnTo>
                <a:lnTo>
                  <a:pt x="102298" y="292941"/>
                </a:lnTo>
                <a:lnTo>
                  <a:pt x="109442" y="292608"/>
                </a:lnTo>
                <a:lnTo>
                  <a:pt x="149542" y="276225"/>
                </a:lnTo>
                <a:lnTo>
                  <a:pt x="161734" y="256413"/>
                </a:lnTo>
                <a:lnTo>
                  <a:pt x="161734" y="239553"/>
                </a:lnTo>
                <a:lnTo>
                  <a:pt x="118967" y="224313"/>
                </a:lnTo>
                <a:lnTo>
                  <a:pt x="77819" y="224313"/>
                </a:lnTo>
                <a:lnTo>
                  <a:pt x="73247" y="222789"/>
                </a:lnTo>
                <a:lnTo>
                  <a:pt x="64103" y="222789"/>
                </a:lnTo>
                <a:lnTo>
                  <a:pt x="54959" y="219741"/>
                </a:lnTo>
                <a:lnTo>
                  <a:pt x="190978" y="219741"/>
                </a:lnTo>
                <a:lnTo>
                  <a:pt x="192214" y="221646"/>
                </a:lnTo>
                <a:lnTo>
                  <a:pt x="195643" y="232171"/>
                </a:lnTo>
                <a:lnTo>
                  <a:pt x="196786" y="244125"/>
                </a:lnTo>
                <a:lnTo>
                  <a:pt x="196453" y="251919"/>
                </a:lnTo>
                <a:lnTo>
                  <a:pt x="175021" y="291179"/>
                </a:lnTo>
                <a:lnTo>
                  <a:pt x="172342" y="2929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912899" y="3465004"/>
            <a:ext cx="50800" cy="304165"/>
          </a:xfrm>
          <a:custGeom>
            <a:avLst/>
            <a:gdLst/>
            <a:ahLst/>
            <a:cxnLst/>
            <a:rect l="l" t="t" r="r" b="b"/>
            <a:pathLst>
              <a:path w="50800" h="304164">
                <a:moveTo>
                  <a:pt x="32004" y="45815"/>
                </a:moveTo>
                <a:lnTo>
                  <a:pt x="18288" y="45815"/>
                </a:lnTo>
                <a:lnTo>
                  <a:pt x="12192" y="44291"/>
                </a:lnTo>
                <a:lnTo>
                  <a:pt x="6096" y="39624"/>
                </a:lnTo>
                <a:lnTo>
                  <a:pt x="1524" y="35052"/>
                </a:lnTo>
                <a:lnTo>
                  <a:pt x="0" y="28956"/>
                </a:lnTo>
                <a:lnTo>
                  <a:pt x="0" y="15240"/>
                </a:lnTo>
                <a:lnTo>
                  <a:pt x="1524" y="9144"/>
                </a:lnTo>
                <a:lnTo>
                  <a:pt x="6096" y="6096"/>
                </a:lnTo>
                <a:lnTo>
                  <a:pt x="12192" y="1524"/>
                </a:lnTo>
                <a:lnTo>
                  <a:pt x="16764" y="0"/>
                </a:lnTo>
                <a:lnTo>
                  <a:pt x="32004" y="0"/>
                </a:lnTo>
                <a:lnTo>
                  <a:pt x="38100" y="1524"/>
                </a:lnTo>
                <a:lnTo>
                  <a:pt x="42767" y="6096"/>
                </a:lnTo>
                <a:lnTo>
                  <a:pt x="47339" y="9144"/>
                </a:lnTo>
                <a:lnTo>
                  <a:pt x="50387" y="15240"/>
                </a:lnTo>
                <a:lnTo>
                  <a:pt x="50387" y="28956"/>
                </a:lnTo>
                <a:lnTo>
                  <a:pt x="47339" y="35052"/>
                </a:lnTo>
                <a:lnTo>
                  <a:pt x="38100" y="44291"/>
                </a:lnTo>
                <a:lnTo>
                  <a:pt x="32004" y="45815"/>
                </a:lnTo>
                <a:close/>
              </a:path>
              <a:path w="50800" h="304164">
                <a:moveTo>
                  <a:pt x="42767" y="303657"/>
                </a:moveTo>
                <a:lnTo>
                  <a:pt x="6096" y="303657"/>
                </a:lnTo>
                <a:lnTo>
                  <a:pt x="6096" y="90011"/>
                </a:lnTo>
                <a:lnTo>
                  <a:pt x="42767" y="90011"/>
                </a:lnTo>
                <a:lnTo>
                  <a:pt x="42767" y="30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5027295" y="3548919"/>
            <a:ext cx="296545" cy="220345"/>
          </a:xfrm>
          <a:custGeom>
            <a:avLst/>
            <a:gdLst/>
            <a:ahLst/>
            <a:cxnLst/>
            <a:rect l="l" t="t" r="r" b="b"/>
            <a:pathLst>
              <a:path w="296545" h="220345">
                <a:moveTo>
                  <a:pt x="71553" y="36671"/>
                </a:moveTo>
                <a:lnTo>
                  <a:pt x="33623" y="36671"/>
                </a:lnTo>
                <a:lnTo>
                  <a:pt x="41409" y="29139"/>
                </a:lnTo>
                <a:lnTo>
                  <a:pt x="73890" y="6429"/>
                </a:lnTo>
                <a:lnTo>
                  <a:pt x="100679" y="0"/>
                </a:lnTo>
                <a:lnTo>
                  <a:pt x="112420" y="833"/>
                </a:lnTo>
                <a:lnTo>
                  <a:pt x="151257" y="24395"/>
                </a:lnTo>
                <a:lnTo>
                  <a:pt x="156000" y="32004"/>
                </a:lnTo>
                <a:lnTo>
                  <a:pt x="90011" y="32004"/>
                </a:lnTo>
                <a:lnTo>
                  <a:pt x="77176" y="34042"/>
                </a:lnTo>
                <a:lnTo>
                  <a:pt x="71553" y="36671"/>
                </a:lnTo>
                <a:close/>
              </a:path>
              <a:path w="296545" h="220345">
                <a:moveTo>
                  <a:pt x="192834" y="41243"/>
                </a:moveTo>
                <a:lnTo>
                  <a:pt x="160210" y="41243"/>
                </a:lnTo>
                <a:lnTo>
                  <a:pt x="168235" y="32591"/>
                </a:lnTo>
                <a:lnTo>
                  <a:pt x="202025" y="7072"/>
                </a:lnTo>
                <a:lnTo>
                  <a:pt x="230314" y="0"/>
                </a:lnTo>
                <a:lnTo>
                  <a:pt x="245490" y="1404"/>
                </a:lnTo>
                <a:lnTo>
                  <a:pt x="258782" y="5524"/>
                </a:lnTo>
                <a:lnTo>
                  <a:pt x="270056" y="12215"/>
                </a:lnTo>
                <a:lnTo>
                  <a:pt x="279177" y="21336"/>
                </a:lnTo>
                <a:lnTo>
                  <a:pt x="285308" y="32004"/>
                </a:lnTo>
                <a:lnTo>
                  <a:pt x="219646" y="32004"/>
                </a:lnTo>
                <a:lnTo>
                  <a:pt x="207025" y="34042"/>
                </a:lnTo>
                <a:lnTo>
                  <a:pt x="194119" y="40243"/>
                </a:lnTo>
                <a:lnTo>
                  <a:pt x="192834" y="41243"/>
                </a:lnTo>
                <a:close/>
              </a:path>
              <a:path w="296545" h="220345">
                <a:moveTo>
                  <a:pt x="36671" y="219741"/>
                </a:moveTo>
                <a:lnTo>
                  <a:pt x="0" y="219741"/>
                </a:lnTo>
                <a:lnTo>
                  <a:pt x="0" y="6096"/>
                </a:lnTo>
                <a:lnTo>
                  <a:pt x="28956" y="6096"/>
                </a:lnTo>
                <a:lnTo>
                  <a:pt x="33623" y="36671"/>
                </a:lnTo>
                <a:lnTo>
                  <a:pt x="71553" y="36671"/>
                </a:lnTo>
                <a:lnTo>
                  <a:pt x="63912" y="40243"/>
                </a:lnTo>
                <a:lnTo>
                  <a:pt x="50363" y="50729"/>
                </a:lnTo>
                <a:lnTo>
                  <a:pt x="36671" y="65627"/>
                </a:lnTo>
                <a:lnTo>
                  <a:pt x="36671" y="219741"/>
                </a:lnTo>
                <a:close/>
              </a:path>
              <a:path w="296545" h="220345">
                <a:moveTo>
                  <a:pt x="166306" y="219741"/>
                </a:moveTo>
                <a:lnTo>
                  <a:pt x="129635" y="219741"/>
                </a:lnTo>
                <a:lnTo>
                  <a:pt x="129635" y="90011"/>
                </a:lnTo>
                <a:lnTo>
                  <a:pt x="129063" y="75390"/>
                </a:lnTo>
                <a:lnTo>
                  <a:pt x="114442" y="39799"/>
                </a:lnTo>
                <a:lnTo>
                  <a:pt x="90011" y="32004"/>
                </a:lnTo>
                <a:lnTo>
                  <a:pt x="156000" y="32004"/>
                </a:lnTo>
                <a:lnTo>
                  <a:pt x="156233" y="32377"/>
                </a:lnTo>
                <a:lnTo>
                  <a:pt x="160210" y="41243"/>
                </a:lnTo>
                <a:lnTo>
                  <a:pt x="192834" y="41243"/>
                </a:lnTo>
                <a:lnTo>
                  <a:pt x="180641" y="50729"/>
                </a:lnTo>
                <a:lnTo>
                  <a:pt x="166306" y="65627"/>
                </a:lnTo>
                <a:lnTo>
                  <a:pt x="166306" y="219741"/>
                </a:lnTo>
                <a:close/>
              </a:path>
              <a:path w="296545" h="220345">
                <a:moveTo>
                  <a:pt x="295941" y="219741"/>
                </a:moveTo>
                <a:lnTo>
                  <a:pt x="259365" y="219741"/>
                </a:lnTo>
                <a:lnTo>
                  <a:pt x="259365" y="90011"/>
                </a:lnTo>
                <a:lnTo>
                  <a:pt x="258794" y="75390"/>
                </a:lnTo>
                <a:lnTo>
                  <a:pt x="244118" y="39799"/>
                </a:lnTo>
                <a:lnTo>
                  <a:pt x="219646" y="32004"/>
                </a:lnTo>
                <a:lnTo>
                  <a:pt x="285308" y="32004"/>
                </a:lnTo>
                <a:lnTo>
                  <a:pt x="286297" y="33725"/>
                </a:lnTo>
                <a:lnTo>
                  <a:pt x="291560" y="48089"/>
                </a:lnTo>
                <a:lnTo>
                  <a:pt x="294822" y="64720"/>
                </a:lnTo>
                <a:lnTo>
                  <a:pt x="295941" y="83915"/>
                </a:lnTo>
                <a:lnTo>
                  <a:pt x="295941" y="219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5391911" y="3548919"/>
            <a:ext cx="187960" cy="309880"/>
          </a:xfrm>
          <a:custGeom>
            <a:avLst/>
            <a:gdLst/>
            <a:ahLst/>
            <a:cxnLst/>
            <a:rect l="l" t="t" r="r" b="b"/>
            <a:pathLst>
              <a:path w="187960" h="309879">
                <a:moveTo>
                  <a:pt x="160115" y="195357"/>
                </a:moveTo>
                <a:lnTo>
                  <a:pt x="97631" y="195357"/>
                </a:lnTo>
                <a:lnTo>
                  <a:pt x="112871" y="189261"/>
                </a:lnTo>
                <a:lnTo>
                  <a:pt x="118324" y="185783"/>
                </a:lnTo>
                <a:lnTo>
                  <a:pt x="142327" y="152685"/>
                </a:lnTo>
                <a:lnTo>
                  <a:pt x="149447" y="109918"/>
                </a:lnTo>
                <a:lnTo>
                  <a:pt x="149399" y="101005"/>
                </a:lnTo>
                <a:lnTo>
                  <a:pt x="149066" y="92690"/>
                </a:lnTo>
                <a:lnTo>
                  <a:pt x="148161" y="84964"/>
                </a:lnTo>
                <a:lnTo>
                  <a:pt x="146399" y="77819"/>
                </a:lnTo>
                <a:lnTo>
                  <a:pt x="144970" y="71008"/>
                </a:lnTo>
                <a:lnTo>
                  <a:pt x="142970" y="64484"/>
                </a:lnTo>
                <a:lnTo>
                  <a:pt x="140398" y="58531"/>
                </a:lnTo>
                <a:lnTo>
                  <a:pt x="137255" y="53435"/>
                </a:lnTo>
                <a:lnTo>
                  <a:pt x="132683" y="45815"/>
                </a:lnTo>
                <a:lnTo>
                  <a:pt x="92964" y="30480"/>
                </a:lnTo>
                <a:lnTo>
                  <a:pt x="35052" y="30480"/>
                </a:lnTo>
                <a:lnTo>
                  <a:pt x="42195" y="24788"/>
                </a:lnTo>
                <a:lnTo>
                  <a:pt x="75320" y="5143"/>
                </a:lnTo>
                <a:lnTo>
                  <a:pt x="102203" y="0"/>
                </a:lnTo>
                <a:lnTo>
                  <a:pt x="112204" y="571"/>
                </a:lnTo>
                <a:lnTo>
                  <a:pt x="153638" y="18097"/>
                </a:lnTo>
                <a:lnTo>
                  <a:pt x="178641" y="55005"/>
                </a:lnTo>
                <a:lnTo>
                  <a:pt x="187237" y="97576"/>
                </a:lnTo>
                <a:lnTo>
                  <a:pt x="187547" y="109918"/>
                </a:lnTo>
                <a:lnTo>
                  <a:pt x="186999" y="123324"/>
                </a:lnTo>
                <a:lnTo>
                  <a:pt x="175974" y="168702"/>
                </a:lnTo>
                <a:lnTo>
                  <a:pt x="165782" y="187056"/>
                </a:lnTo>
                <a:lnTo>
                  <a:pt x="160115" y="195357"/>
                </a:lnTo>
                <a:close/>
              </a:path>
              <a:path w="187960" h="309879">
                <a:moveTo>
                  <a:pt x="36576" y="309753"/>
                </a:moveTo>
                <a:lnTo>
                  <a:pt x="0" y="309753"/>
                </a:lnTo>
                <a:lnTo>
                  <a:pt x="0" y="6096"/>
                </a:lnTo>
                <a:lnTo>
                  <a:pt x="30480" y="6096"/>
                </a:lnTo>
                <a:lnTo>
                  <a:pt x="33528" y="30480"/>
                </a:lnTo>
                <a:lnTo>
                  <a:pt x="92964" y="30480"/>
                </a:lnTo>
                <a:lnTo>
                  <a:pt x="51625" y="47910"/>
                </a:lnTo>
                <a:lnTo>
                  <a:pt x="36576" y="61055"/>
                </a:lnTo>
                <a:lnTo>
                  <a:pt x="36576" y="172402"/>
                </a:lnTo>
                <a:lnTo>
                  <a:pt x="43434" y="177863"/>
                </a:lnTo>
                <a:lnTo>
                  <a:pt x="50292" y="182582"/>
                </a:lnTo>
                <a:lnTo>
                  <a:pt x="57150" y="186426"/>
                </a:lnTo>
                <a:lnTo>
                  <a:pt x="64008" y="189261"/>
                </a:lnTo>
                <a:lnTo>
                  <a:pt x="73152" y="193833"/>
                </a:lnTo>
                <a:lnTo>
                  <a:pt x="82296" y="195357"/>
                </a:lnTo>
                <a:lnTo>
                  <a:pt x="160115" y="195357"/>
                </a:lnTo>
                <a:lnTo>
                  <a:pt x="153710" y="201453"/>
                </a:lnTo>
                <a:lnTo>
                  <a:pt x="35052" y="201453"/>
                </a:lnTo>
                <a:lnTo>
                  <a:pt x="36576" y="238029"/>
                </a:lnTo>
                <a:lnTo>
                  <a:pt x="36576" y="309753"/>
                </a:lnTo>
                <a:close/>
              </a:path>
              <a:path w="187960" h="309879">
                <a:moveTo>
                  <a:pt x="94583" y="225837"/>
                </a:moveTo>
                <a:lnTo>
                  <a:pt x="87432" y="225290"/>
                </a:lnTo>
                <a:lnTo>
                  <a:pt x="80021" y="223742"/>
                </a:lnTo>
                <a:lnTo>
                  <a:pt x="72629" y="221337"/>
                </a:lnTo>
                <a:lnTo>
                  <a:pt x="65532" y="218217"/>
                </a:lnTo>
                <a:lnTo>
                  <a:pt x="57769" y="215384"/>
                </a:lnTo>
                <a:lnTo>
                  <a:pt x="50292" y="211550"/>
                </a:lnTo>
                <a:lnTo>
                  <a:pt x="42814" y="206859"/>
                </a:lnTo>
                <a:lnTo>
                  <a:pt x="35052" y="201453"/>
                </a:lnTo>
                <a:lnTo>
                  <a:pt x="153710" y="201453"/>
                </a:lnTo>
                <a:lnTo>
                  <a:pt x="112680" y="223742"/>
                </a:lnTo>
                <a:lnTo>
                  <a:pt x="103703" y="225290"/>
                </a:lnTo>
                <a:lnTo>
                  <a:pt x="94583" y="2258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5635942" y="3548919"/>
            <a:ext cx="942975" cy="226060"/>
            <a:chOff x="5635942" y="3548919"/>
            <a:chExt cx="942975" cy="226060"/>
          </a:xfrm>
        </p:grpSpPr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35942" y="3548919"/>
              <a:ext cx="330993" cy="22583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1320" y="3555015"/>
              <a:ext cx="195262" cy="21364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9442" y="3548919"/>
              <a:ext cx="181546" cy="225837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9945" y="3548919"/>
              <a:ext cx="158686" cy="225837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6717410" y="3465004"/>
            <a:ext cx="594995" cy="309880"/>
            <a:chOff x="6717410" y="3465004"/>
            <a:chExt cx="594995" cy="309880"/>
          </a:xfrm>
        </p:grpSpPr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17410" y="3548919"/>
              <a:ext cx="314229" cy="225837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60596" y="3548919"/>
              <a:ext cx="157162" cy="22583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7261954" y="3465004"/>
              <a:ext cx="50800" cy="304165"/>
            </a:xfrm>
            <a:custGeom>
              <a:avLst/>
              <a:gdLst/>
              <a:ahLst/>
              <a:cxnLst/>
              <a:rect l="l" t="t" r="r" b="b"/>
              <a:pathLst>
                <a:path w="50800" h="304164">
                  <a:moveTo>
                    <a:pt x="32004" y="45815"/>
                  </a:moveTo>
                  <a:lnTo>
                    <a:pt x="18288" y="45815"/>
                  </a:lnTo>
                  <a:lnTo>
                    <a:pt x="12192" y="44291"/>
                  </a:lnTo>
                  <a:lnTo>
                    <a:pt x="7620" y="39624"/>
                  </a:lnTo>
                  <a:lnTo>
                    <a:pt x="3048" y="35052"/>
                  </a:lnTo>
                  <a:lnTo>
                    <a:pt x="0" y="28956"/>
                  </a:lnTo>
                  <a:lnTo>
                    <a:pt x="0" y="15240"/>
                  </a:lnTo>
                  <a:lnTo>
                    <a:pt x="1524" y="9144"/>
                  </a:lnTo>
                  <a:lnTo>
                    <a:pt x="7620" y="6096"/>
                  </a:lnTo>
                  <a:lnTo>
                    <a:pt x="12192" y="1524"/>
                  </a:lnTo>
                  <a:lnTo>
                    <a:pt x="18288" y="0"/>
                  </a:lnTo>
                  <a:lnTo>
                    <a:pt x="32004" y="0"/>
                  </a:lnTo>
                  <a:lnTo>
                    <a:pt x="38195" y="1524"/>
                  </a:lnTo>
                  <a:lnTo>
                    <a:pt x="42767" y="6096"/>
                  </a:lnTo>
                  <a:lnTo>
                    <a:pt x="47339" y="9144"/>
                  </a:lnTo>
                  <a:lnTo>
                    <a:pt x="50387" y="15240"/>
                  </a:lnTo>
                  <a:lnTo>
                    <a:pt x="50387" y="28956"/>
                  </a:lnTo>
                  <a:lnTo>
                    <a:pt x="47339" y="35052"/>
                  </a:lnTo>
                  <a:lnTo>
                    <a:pt x="42767" y="39624"/>
                  </a:lnTo>
                  <a:lnTo>
                    <a:pt x="38195" y="44291"/>
                  </a:lnTo>
                  <a:lnTo>
                    <a:pt x="32004" y="45815"/>
                  </a:lnTo>
                  <a:close/>
                </a:path>
                <a:path w="50800" h="304164">
                  <a:moveTo>
                    <a:pt x="42767" y="303657"/>
                  </a:moveTo>
                  <a:lnTo>
                    <a:pt x="6096" y="303657"/>
                  </a:lnTo>
                  <a:lnTo>
                    <a:pt x="6096" y="90011"/>
                  </a:lnTo>
                  <a:lnTo>
                    <a:pt x="42767" y="90011"/>
                  </a:lnTo>
                  <a:lnTo>
                    <a:pt x="42767" y="3036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7376350" y="3455860"/>
            <a:ext cx="59690" cy="319405"/>
          </a:xfrm>
          <a:custGeom>
            <a:avLst/>
            <a:gdLst/>
            <a:ahLst/>
            <a:cxnLst/>
            <a:rect l="l" t="t" r="r" b="b"/>
            <a:pathLst>
              <a:path w="59690" h="319404">
                <a:moveTo>
                  <a:pt x="47339" y="318897"/>
                </a:moveTo>
                <a:lnTo>
                  <a:pt x="38195" y="318897"/>
                </a:lnTo>
                <a:lnTo>
                  <a:pt x="28686" y="318063"/>
                </a:lnTo>
                <a:lnTo>
                  <a:pt x="571" y="280987"/>
                </a:lnTo>
                <a:lnTo>
                  <a:pt x="0" y="270129"/>
                </a:lnTo>
                <a:lnTo>
                  <a:pt x="0" y="0"/>
                </a:lnTo>
                <a:lnTo>
                  <a:pt x="36671" y="0"/>
                </a:lnTo>
                <a:lnTo>
                  <a:pt x="36671" y="279273"/>
                </a:lnTo>
                <a:lnTo>
                  <a:pt x="39719" y="285369"/>
                </a:lnTo>
                <a:lnTo>
                  <a:pt x="41243" y="286893"/>
                </a:lnTo>
                <a:lnTo>
                  <a:pt x="44291" y="288417"/>
                </a:lnTo>
                <a:lnTo>
                  <a:pt x="51911" y="288417"/>
                </a:lnTo>
                <a:lnTo>
                  <a:pt x="54959" y="286893"/>
                </a:lnTo>
                <a:lnTo>
                  <a:pt x="59531" y="314325"/>
                </a:lnTo>
                <a:lnTo>
                  <a:pt x="56483" y="315849"/>
                </a:lnTo>
                <a:lnTo>
                  <a:pt x="54959" y="317373"/>
                </a:lnTo>
                <a:lnTo>
                  <a:pt x="50387" y="317373"/>
                </a:lnTo>
                <a:lnTo>
                  <a:pt x="47339" y="3188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7481601" y="3465004"/>
            <a:ext cx="50800" cy="304165"/>
          </a:xfrm>
          <a:custGeom>
            <a:avLst/>
            <a:gdLst/>
            <a:ahLst/>
            <a:cxnLst/>
            <a:rect l="l" t="t" r="r" b="b"/>
            <a:pathLst>
              <a:path w="50800" h="304164">
                <a:moveTo>
                  <a:pt x="33623" y="45815"/>
                </a:moveTo>
                <a:lnTo>
                  <a:pt x="18288" y="45815"/>
                </a:lnTo>
                <a:lnTo>
                  <a:pt x="12192" y="44291"/>
                </a:lnTo>
                <a:lnTo>
                  <a:pt x="7620" y="39624"/>
                </a:lnTo>
                <a:lnTo>
                  <a:pt x="3048" y="35052"/>
                </a:lnTo>
                <a:lnTo>
                  <a:pt x="0" y="28956"/>
                </a:lnTo>
                <a:lnTo>
                  <a:pt x="0" y="15240"/>
                </a:lnTo>
                <a:lnTo>
                  <a:pt x="3048" y="9144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3623" y="0"/>
                </a:lnTo>
                <a:lnTo>
                  <a:pt x="38195" y="1524"/>
                </a:lnTo>
                <a:lnTo>
                  <a:pt x="44291" y="6096"/>
                </a:lnTo>
                <a:lnTo>
                  <a:pt x="48863" y="9144"/>
                </a:lnTo>
                <a:lnTo>
                  <a:pt x="50387" y="15240"/>
                </a:lnTo>
                <a:lnTo>
                  <a:pt x="50387" y="28956"/>
                </a:lnTo>
                <a:lnTo>
                  <a:pt x="48863" y="35052"/>
                </a:lnTo>
                <a:lnTo>
                  <a:pt x="44291" y="39624"/>
                </a:lnTo>
                <a:lnTo>
                  <a:pt x="38195" y="44291"/>
                </a:lnTo>
                <a:lnTo>
                  <a:pt x="33623" y="45815"/>
                </a:lnTo>
                <a:close/>
              </a:path>
              <a:path w="50800" h="304164">
                <a:moveTo>
                  <a:pt x="42767" y="303657"/>
                </a:moveTo>
                <a:lnTo>
                  <a:pt x="7620" y="303657"/>
                </a:lnTo>
                <a:lnTo>
                  <a:pt x="7620" y="90011"/>
                </a:lnTo>
                <a:lnTo>
                  <a:pt x="42767" y="90011"/>
                </a:lnTo>
                <a:lnTo>
                  <a:pt x="42767" y="30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object 4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80757" y="3548919"/>
            <a:ext cx="181546" cy="225837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815643" y="3548919"/>
            <a:ext cx="170878" cy="219741"/>
          </a:xfrm>
          <a:prstGeom prst="rect">
            <a:avLst/>
          </a:prstGeom>
        </p:spPr>
      </p:pic>
      <p:grpSp>
        <p:nvGrpSpPr>
          <p:cNvPr id="43" name="object 43" descr=""/>
          <p:cNvGrpSpPr/>
          <p:nvPr/>
        </p:nvGrpSpPr>
        <p:grpSpPr>
          <a:xfrm>
            <a:off x="8039861" y="3548919"/>
            <a:ext cx="374015" cy="226060"/>
            <a:chOff x="8039861" y="3548919"/>
            <a:chExt cx="374015" cy="226060"/>
          </a:xfrm>
        </p:grpSpPr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39861" y="3548919"/>
              <a:ext cx="169354" cy="22583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32076" y="3548919"/>
              <a:ext cx="181546" cy="225837"/>
            </a:xfrm>
            <a:prstGeom prst="rect">
              <a:avLst/>
            </a:prstGeom>
          </p:spPr>
        </p:pic>
      </p:grpSp>
      <p:sp>
        <p:nvSpPr>
          <p:cNvPr id="46" name="object 46" descr=""/>
          <p:cNvSpPr/>
          <p:nvPr/>
        </p:nvSpPr>
        <p:spPr>
          <a:xfrm>
            <a:off x="2005583" y="4157757"/>
            <a:ext cx="313055" cy="331470"/>
          </a:xfrm>
          <a:custGeom>
            <a:avLst/>
            <a:gdLst/>
            <a:ahLst/>
            <a:cxnLst/>
            <a:rect l="l" t="t" r="r" b="b"/>
            <a:pathLst>
              <a:path w="313055" h="331470">
                <a:moveTo>
                  <a:pt x="134207" y="331184"/>
                </a:moveTo>
                <a:lnTo>
                  <a:pt x="99155" y="331184"/>
                </a:lnTo>
                <a:lnTo>
                  <a:pt x="97631" y="329660"/>
                </a:lnTo>
                <a:lnTo>
                  <a:pt x="96107" y="329660"/>
                </a:lnTo>
                <a:lnTo>
                  <a:pt x="93059" y="328136"/>
                </a:lnTo>
                <a:lnTo>
                  <a:pt x="91535" y="326612"/>
                </a:lnTo>
                <a:lnTo>
                  <a:pt x="91535" y="325088"/>
                </a:lnTo>
                <a:lnTo>
                  <a:pt x="88487" y="322040"/>
                </a:lnTo>
                <a:lnTo>
                  <a:pt x="70104" y="294608"/>
                </a:lnTo>
                <a:lnTo>
                  <a:pt x="66389" y="287933"/>
                </a:lnTo>
                <a:lnTo>
                  <a:pt x="62102" y="281570"/>
                </a:lnTo>
                <a:lnTo>
                  <a:pt x="27146" y="238242"/>
                </a:lnTo>
                <a:lnTo>
                  <a:pt x="1523" y="210597"/>
                </a:lnTo>
                <a:lnTo>
                  <a:pt x="1523" y="207549"/>
                </a:lnTo>
                <a:lnTo>
                  <a:pt x="0" y="206025"/>
                </a:lnTo>
                <a:lnTo>
                  <a:pt x="0" y="201453"/>
                </a:lnTo>
                <a:lnTo>
                  <a:pt x="1523" y="198405"/>
                </a:lnTo>
                <a:lnTo>
                  <a:pt x="9143" y="190785"/>
                </a:lnTo>
                <a:lnTo>
                  <a:pt x="13715" y="189261"/>
                </a:lnTo>
                <a:lnTo>
                  <a:pt x="16763" y="187737"/>
                </a:lnTo>
                <a:lnTo>
                  <a:pt x="30479" y="183165"/>
                </a:lnTo>
                <a:lnTo>
                  <a:pt x="48767" y="183165"/>
                </a:lnTo>
                <a:lnTo>
                  <a:pt x="50291" y="184689"/>
                </a:lnTo>
                <a:lnTo>
                  <a:pt x="56387" y="187737"/>
                </a:lnTo>
                <a:lnTo>
                  <a:pt x="82876" y="216972"/>
                </a:lnTo>
                <a:lnTo>
                  <a:pt x="115919" y="264033"/>
                </a:lnTo>
                <a:lnTo>
                  <a:pt x="121896" y="247172"/>
                </a:lnTo>
                <a:lnTo>
                  <a:pt x="128301" y="230874"/>
                </a:lnTo>
                <a:lnTo>
                  <a:pt x="134993" y="215129"/>
                </a:lnTo>
                <a:lnTo>
                  <a:pt x="141827" y="199929"/>
                </a:lnTo>
                <a:lnTo>
                  <a:pt x="155543" y="168866"/>
                </a:lnTo>
                <a:lnTo>
                  <a:pt x="201358" y="79438"/>
                </a:lnTo>
                <a:lnTo>
                  <a:pt x="229433" y="36267"/>
                </a:lnTo>
                <a:lnTo>
                  <a:pt x="268225" y="3254"/>
                </a:lnTo>
                <a:lnTo>
                  <a:pt x="302037" y="0"/>
                </a:lnTo>
                <a:lnTo>
                  <a:pt x="305085" y="1524"/>
                </a:lnTo>
                <a:lnTo>
                  <a:pt x="308133" y="1524"/>
                </a:lnTo>
                <a:lnTo>
                  <a:pt x="311181" y="3143"/>
                </a:lnTo>
                <a:lnTo>
                  <a:pt x="312705" y="4667"/>
                </a:lnTo>
                <a:lnTo>
                  <a:pt x="312705" y="9239"/>
                </a:lnTo>
                <a:lnTo>
                  <a:pt x="311181" y="10763"/>
                </a:lnTo>
                <a:lnTo>
                  <a:pt x="311181" y="13811"/>
                </a:lnTo>
                <a:lnTo>
                  <a:pt x="308133" y="16859"/>
                </a:lnTo>
                <a:lnTo>
                  <a:pt x="306609" y="19907"/>
                </a:lnTo>
                <a:lnTo>
                  <a:pt x="283099" y="53856"/>
                </a:lnTo>
                <a:lnTo>
                  <a:pt x="260615" y="89118"/>
                </a:lnTo>
                <a:lnTo>
                  <a:pt x="239007" y="125255"/>
                </a:lnTo>
                <a:lnTo>
                  <a:pt x="218122" y="161829"/>
                </a:lnTo>
                <a:lnTo>
                  <a:pt x="199033" y="199898"/>
                </a:lnTo>
                <a:lnTo>
                  <a:pt x="180927" y="238851"/>
                </a:lnTo>
                <a:lnTo>
                  <a:pt x="164249" y="278964"/>
                </a:lnTo>
                <a:lnTo>
                  <a:pt x="149447" y="320516"/>
                </a:lnTo>
                <a:lnTo>
                  <a:pt x="147923" y="323564"/>
                </a:lnTo>
                <a:lnTo>
                  <a:pt x="144875" y="326612"/>
                </a:lnTo>
                <a:lnTo>
                  <a:pt x="138779" y="328136"/>
                </a:lnTo>
                <a:lnTo>
                  <a:pt x="134207" y="3311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object 4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449449" y="4170044"/>
            <a:ext cx="1467421" cy="318897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3985450" y="4170044"/>
            <a:ext cx="187960" cy="319405"/>
          </a:xfrm>
          <a:custGeom>
            <a:avLst/>
            <a:gdLst/>
            <a:ahLst/>
            <a:cxnLst/>
            <a:rect l="l" t="t" r="r" b="b"/>
            <a:pathLst>
              <a:path w="187960" h="319404">
                <a:moveTo>
                  <a:pt x="29051" y="314325"/>
                </a:moveTo>
                <a:lnTo>
                  <a:pt x="0" y="314325"/>
                </a:lnTo>
                <a:lnTo>
                  <a:pt x="0" y="0"/>
                </a:lnTo>
                <a:lnTo>
                  <a:pt x="36671" y="0"/>
                </a:lnTo>
                <a:lnTo>
                  <a:pt x="36671" y="85439"/>
                </a:lnTo>
                <a:lnTo>
                  <a:pt x="35147" y="125063"/>
                </a:lnTo>
                <a:lnTo>
                  <a:pt x="93059" y="125063"/>
                </a:lnTo>
                <a:lnTo>
                  <a:pt x="79962" y="126803"/>
                </a:lnTo>
                <a:lnTo>
                  <a:pt x="66008" y="132123"/>
                </a:lnTo>
                <a:lnTo>
                  <a:pt x="51482" y="141176"/>
                </a:lnTo>
                <a:lnTo>
                  <a:pt x="36671" y="154114"/>
                </a:lnTo>
                <a:lnTo>
                  <a:pt x="36671" y="266985"/>
                </a:lnTo>
                <a:lnTo>
                  <a:pt x="73247" y="286893"/>
                </a:lnTo>
                <a:lnTo>
                  <a:pt x="80867" y="288417"/>
                </a:lnTo>
                <a:lnTo>
                  <a:pt x="160210" y="288417"/>
                </a:lnTo>
                <a:lnTo>
                  <a:pt x="155960" y="292989"/>
                </a:lnTo>
                <a:lnTo>
                  <a:pt x="32099" y="292989"/>
                </a:lnTo>
                <a:lnTo>
                  <a:pt x="29051" y="314325"/>
                </a:lnTo>
                <a:close/>
              </a:path>
              <a:path w="187960" h="319404">
                <a:moveTo>
                  <a:pt x="160210" y="288417"/>
                </a:moveTo>
                <a:lnTo>
                  <a:pt x="97631" y="288417"/>
                </a:lnTo>
                <a:lnTo>
                  <a:pt x="105251" y="286893"/>
                </a:lnTo>
                <a:lnTo>
                  <a:pt x="112871" y="283845"/>
                </a:lnTo>
                <a:lnTo>
                  <a:pt x="139446" y="254412"/>
                </a:lnTo>
                <a:lnTo>
                  <a:pt x="149256" y="213581"/>
                </a:lnTo>
                <a:lnTo>
                  <a:pt x="149542" y="204406"/>
                </a:lnTo>
                <a:lnTo>
                  <a:pt x="149494" y="195548"/>
                </a:lnTo>
                <a:lnTo>
                  <a:pt x="149161" y="187261"/>
                </a:lnTo>
                <a:lnTo>
                  <a:pt x="148256" y="179546"/>
                </a:lnTo>
                <a:lnTo>
                  <a:pt x="146494" y="172402"/>
                </a:lnTo>
                <a:lnTo>
                  <a:pt x="145065" y="164925"/>
                </a:lnTo>
                <a:lnTo>
                  <a:pt x="119062" y="131159"/>
                </a:lnTo>
                <a:lnTo>
                  <a:pt x="113887" y="128277"/>
                </a:lnTo>
                <a:lnTo>
                  <a:pt x="107739" y="126396"/>
                </a:lnTo>
                <a:lnTo>
                  <a:pt x="100752" y="125372"/>
                </a:lnTo>
                <a:lnTo>
                  <a:pt x="93059" y="125063"/>
                </a:lnTo>
                <a:lnTo>
                  <a:pt x="35147" y="125063"/>
                </a:lnTo>
                <a:lnTo>
                  <a:pt x="43148" y="118729"/>
                </a:lnTo>
                <a:lnTo>
                  <a:pt x="84677" y="96869"/>
                </a:lnTo>
                <a:lnTo>
                  <a:pt x="102203" y="94583"/>
                </a:lnTo>
                <a:lnTo>
                  <a:pt x="112259" y="95130"/>
                </a:lnTo>
                <a:lnTo>
                  <a:pt x="153733" y="111918"/>
                </a:lnTo>
                <a:lnTo>
                  <a:pt x="178736" y="148932"/>
                </a:lnTo>
                <a:lnTo>
                  <a:pt x="187332" y="191476"/>
                </a:lnTo>
                <a:lnTo>
                  <a:pt x="187642" y="202882"/>
                </a:lnTo>
                <a:lnTo>
                  <a:pt x="187094" y="216367"/>
                </a:lnTo>
                <a:lnTo>
                  <a:pt x="176069" y="263248"/>
                </a:lnTo>
                <a:lnTo>
                  <a:pt x="165847" y="280996"/>
                </a:lnTo>
                <a:lnTo>
                  <a:pt x="160210" y="288417"/>
                </a:lnTo>
                <a:close/>
              </a:path>
              <a:path w="187960" h="319404">
                <a:moveTo>
                  <a:pt x="94583" y="318897"/>
                </a:moveTo>
                <a:lnTo>
                  <a:pt x="56126" y="309062"/>
                </a:lnTo>
                <a:lnTo>
                  <a:pt x="33623" y="292989"/>
                </a:lnTo>
                <a:lnTo>
                  <a:pt x="155960" y="292989"/>
                </a:lnTo>
                <a:lnTo>
                  <a:pt x="121452" y="315039"/>
                </a:lnTo>
                <a:lnTo>
                  <a:pt x="94583" y="3188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4223480" y="4179189"/>
            <a:ext cx="50800" cy="305435"/>
          </a:xfrm>
          <a:custGeom>
            <a:avLst/>
            <a:gdLst/>
            <a:ahLst/>
            <a:cxnLst/>
            <a:rect l="l" t="t" r="r" b="b"/>
            <a:pathLst>
              <a:path w="50800" h="305435">
                <a:moveTo>
                  <a:pt x="32004" y="47244"/>
                </a:moveTo>
                <a:lnTo>
                  <a:pt x="18288" y="47244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1524" y="10668"/>
                </a:lnTo>
                <a:lnTo>
                  <a:pt x="7620" y="6096"/>
                </a:lnTo>
                <a:lnTo>
                  <a:pt x="12192" y="3048"/>
                </a:lnTo>
                <a:lnTo>
                  <a:pt x="18288" y="0"/>
                </a:lnTo>
                <a:lnTo>
                  <a:pt x="32004" y="0"/>
                </a:lnTo>
                <a:lnTo>
                  <a:pt x="38100" y="3048"/>
                </a:lnTo>
                <a:lnTo>
                  <a:pt x="42672" y="6096"/>
                </a:lnTo>
                <a:lnTo>
                  <a:pt x="47244" y="10668"/>
                </a:lnTo>
                <a:lnTo>
                  <a:pt x="50292" y="16764"/>
                </a:lnTo>
                <a:lnTo>
                  <a:pt x="50292" y="30480"/>
                </a:lnTo>
                <a:lnTo>
                  <a:pt x="47244" y="35052"/>
                </a:lnTo>
                <a:lnTo>
                  <a:pt x="38100" y="44196"/>
                </a:lnTo>
                <a:lnTo>
                  <a:pt x="32004" y="47244"/>
                </a:lnTo>
                <a:close/>
              </a:path>
              <a:path w="50800" h="305435">
                <a:moveTo>
                  <a:pt x="42672" y="305180"/>
                </a:moveTo>
                <a:lnTo>
                  <a:pt x="6096" y="305180"/>
                </a:lnTo>
                <a:lnTo>
                  <a:pt x="6096" y="91535"/>
                </a:lnTo>
                <a:lnTo>
                  <a:pt x="42672" y="91535"/>
                </a:lnTo>
                <a:lnTo>
                  <a:pt x="42672" y="3051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4337875" y="4170045"/>
            <a:ext cx="59690" cy="319405"/>
          </a:xfrm>
          <a:custGeom>
            <a:avLst/>
            <a:gdLst/>
            <a:ahLst/>
            <a:cxnLst/>
            <a:rect l="l" t="t" r="r" b="b"/>
            <a:pathLst>
              <a:path w="59689" h="319404">
                <a:moveTo>
                  <a:pt x="50292" y="318896"/>
                </a:moveTo>
                <a:lnTo>
                  <a:pt x="38100" y="318896"/>
                </a:lnTo>
                <a:lnTo>
                  <a:pt x="28646" y="318277"/>
                </a:lnTo>
                <a:lnTo>
                  <a:pt x="571" y="282447"/>
                </a:lnTo>
                <a:lnTo>
                  <a:pt x="0" y="271557"/>
                </a:lnTo>
                <a:lnTo>
                  <a:pt x="0" y="0"/>
                </a:lnTo>
                <a:lnTo>
                  <a:pt x="36576" y="0"/>
                </a:lnTo>
                <a:lnTo>
                  <a:pt x="36576" y="279177"/>
                </a:lnTo>
                <a:lnTo>
                  <a:pt x="38100" y="283844"/>
                </a:lnTo>
                <a:lnTo>
                  <a:pt x="39624" y="285368"/>
                </a:lnTo>
                <a:lnTo>
                  <a:pt x="41148" y="288416"/>
                </a:lnTo>
                <a:lnTo>
                  <a:pt x="44195" y="289940"/>
                </a:lnTo>
                <a:lnTo>
                  <a:pt x="51816" y="289940"/>
                </a:lnTo>
                <a:lnTo>
                  <a:pt x="54864" y="288416"/>
                </a:lnTo>
                <a:lnTo>
                  <a:pt x="59436" y="315848"/>
                </a:lnTo>
                <a:lnTo>
                  <a:pt x="56387" y="317372"/>
                </a:lnTo>
                <a:lnTo>
                  <a:pt x="54864" y="317372"/>
                </a:lnTo>
                <a:lnTo>
                  <a:pt x="50292" y="3188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443120" y="4179189"/>
            <a:ext cx="428625" cy="396875"/>
          </a:xfrm>
          <a:custGeom>
            <a:avLst/>
            <a:gdLst/>
            <a:ahLst/>
            <a:cxnLst/>
            <a:rect l="l" t="t" r="r" b="b"/>
            <a:pathLst>
              <a:path w="428625" h="396875">
                <a:moveTo>
                  <a:pt x="42672" y="91541"/>
                </a:moveTo>
                <a:lnTo>
                  <a:pt x="7620" y="91541"/>
                </a:lnTo>
                <a:lnTo>
                  <a:pt x="7620" y="305181"/>
                </a:lnTo>
                <a:lnTo>
                  <a:pt x="42672" y="305181"/>
                </a:lnTo>
                <a:lnTo>
                  <a:pt x="42672" y="91541"/>
                </a:lnTo>
                <a:close/>
              </a:path>
              <a:path w="428625" h="396875">
                <a:moveTo>
                  <a:pt x="50292" y="16764"/>
                </a:moveTo>
                <a:lnTo>
                  <a:pt x="48768" y="10668"/>
                </a:lnTo>
                <a:lnTo>
                  <a:pt x="44196" y="6096"/>
                </a:lnTo>
                <a:lnTo>
                  <a:pt x="38100" y="3048"/>
                </a:lnTo>
                <a:lnTo>
                  <a:pt x="33528" y="0"/>
                </a:lnTo>
                <a:lnTo>
                  <a:pt x="18288" y="0"/>
                </a:lnTo>
                <a:lnTo>
                  <a:pt x="12192" y="3048"/>
                </a:lnTo>
                <a:lnTo>
                  <a:pt x="7620" y="6096"/>
                </a:lnTo>
                <a:lnTo>
                  <a:pt x="3048" y="10668"/>
                </a:lnTo>
                <a:lnTo>
                  <a:pt x="0" y="16764"/>
                </a:lnTo>
                <a:lnTo>
                  <a:pt x="0" y="30480"/>
                </a:lnTo>
                <a:lnTo>
                  <a:pt x="3048" y="35052"/>
                </a:lnTo>
                <a:lnTo>
                  <a:pt x="12192" y="44196"/>
                </a:lnTo>
                <a:lnTo>
                  <a:pt x="18288" y="47244"/>
                </a:lnTo>
                <a:lnTo>
                  <a:pt x="33528" y="47244"/>
                </a:lnTo>
                <a:lnTo>
                  <a:pt x="38100" y="44196"/>
                </a:lnTo>
                <a:lnTo>
                  <a:pt x="44196" y="39624"/>
                </a:lnTo>
                <a:lnTo>
                  <a:pt x="48768" y="35052"/>
                </a:lnTo>
                <a:lnTo>
                  <a:pt x="50292" y="30480"/>
                </a:lnTo>
                <a:lnTo>
                  <a:pt x="50292" y="16764"/>
                </a:lnTo>
                <a:close/>
              </a:path>
              <a:path w="428625" h="396875">
                <a:moveTo>
                  <a:pt x="222694" y="302133"/>
                </a:moveTo>
                <a:lnTo>
                  <a:pt x="215074" y="274701"/>
                </a:lnTo>
                <a:lnTo>
                  <a:pt x="212026" y="276225"/>
                </a:lnTo>
                <a:lnTo>
                  <a:pt x="202882" y="279273"/>
                </a:lnTo>
                <a:lnTo>
                  <a:pt x="199834" y="280797"/>
                </a:lnTo>
                <a:lnTo>
                  <a:pt x="190690" y="280797"/>
                </a:lnTo>
                <a:lnTo>
                  <a:pt x="159931" y="257086"/>
                </a:lnTo>
                <a:lnTo>
                  <a:pt x="158597" y="239560"/>
                </a:lnTo>
                <a:lnTo>
                  <a:pt x="158597" y="120497"/>
                </a:lnTo>
                <a:lnTo>
                  <a:pt x="216598" y="120497"/>
                </a:lnTo>
                <a:lnTo>
                  <a:pt x="216598" y="91541"/>
                </a:lnTo>
                <a:lnTo>
                  <a:pt x="158597" y="91541"/>
                </a:lnTo>
                <a:lnTo>
                  <a:pt x="158597" y="30480"/>
                </a:lnTo>
                <a:lnTo>
                  <a:pt x="128117" y="30480"/>
                </a:lnTo>
                <a:lnTo>
                  <a:pt x="123545" y="91541"/>
                </a:lnTo>
                <a:lnTo>
                  <a:pt x="90017" y="93065"/>
                </a:lnTo>
                <a:lnTo>
                  <a:pt x="90017" y="120497"/>
                </a:lnTo>
                <a:lnTo>
                  <a:pt x="122021" y="120497"/>
                </a:lnTo>
                <a:lnTo>
                  <a:pt x="122021" y="239560"/>
                </a:lnTo>
                <a:lnTo>
                  <a:pt x="122275" y="247294"/>
                </a:lnTo>
                <a:lnTo>
                  <a:pt x="135737" y="289941"/>
                </a:lnTo>
                <a:lnTo>
                  <a:pt x="140309" y="296037"/>
                </a:lnTo>
                <a:lnTo>
                  <a:pt x="182981" y="309753"/>
                </a:lnTo>
                <a:lnTo>
                  <a:pt x="196786" y="309753"/>
                </a:lnTo>
                <a:lnTo>
                  <a:pt x="202882" y="308229"/>
                </a:lnTo>
                <a:lnTo>
                  <a:pt x="210502" y="306705"/>
                </a:lnTo>
                <a:lnTo>
                  <a:pt x="216598" y="303657"/>
                </a:lnTo>
                <a:lnTo>
                  <a:pt x="222694" y="302133"/>
                </a:lnTo>
                <a:close/>
              </a:path>
              <a:path w="428625" h="396875">
                <a:moveTo>
                  <a:pt x="428625" y="91541"/>
                </a:moveTo>
                <a:lnTo>
                  <a:pt x="393484" y="91541"/>
                </a:lnTo>
                <a:lnTo>
                  <a:pt x="353098" y="216204"/>
                </a:lnTo>
                <a:lnTo>
                  <a:pt x="337096" y="270040"/>
                </a:lnTo>
                <a:lnTo>
                  <a:pt x="335572" y="270040"/>
                </a:lnTo>
                <a:lnTo>
                  <a:pt x="333044" y="262280"/>
                </a:lnTo>
                <a:lnTo>
                  <a:pt x="327418" y="247319"/>
                </a:lnTo>
                <a:lnTo>
                  <a:pt x="322376" y="231800"/>
                </a:lnTo>
                <a:lnTo>
                  <a:pt x="316750" y="216839"/>
                </a:lnTo>
                <a:lnTo>
                  <a:pt x="314236" y="209080"/>
                </a:lnTo>
                <a:lnTo>
                  <a:pt x="271462" y="91541"/>
                </a:lnTo>
                <a:lnTo>
                  <a:pt x="233362" y="91541"/>
                </a:lnTo>
                <a:lnTo>
                  <a:pt x="318808" y="305181"/>
                </a:lnTo>
                <a:lnTo>
                  <a:pt x="314236" y="321945"/>
                </a:lnTo>
                <a:lnTo>
                  <a:pt x="289585" y="360045"/>
                </a:lnTo>
                <a:lnTo>
                  <a:pt x="265366" y="367766"/>
                </a:lnTo>
                <a:lnTo>
                  <a:pt x="263842" y="367766"/>
                </a:lnTo>
                <a:lnTo>
                  <a:pt x="260794" y="366242"/>
                </a:lnTo>
                <a:lnTo>
                  <a:pt x="257746" y="366242"/>
                </a:lnTo>
                <a:lnTo>
                  <a:pt x="254698" y="364718"/>
                </a:lnTo>
                <a:lnTo>
                  <a:pt x="250126" y="364718"/>
                </a:lnTo>
                <a:lnTo>
                  <a:pt x="242506" y="392150"/>
                </a:lnTo>
                <a:lnTo>
                  <a:pt x="245554" y="393674"/>
                </a:lnTo>
                <a:lnTo>
                  <a:pt x="254698" y="396722"/>
                </a:lnTo>
                <a:lnTo>
                  <a:pt x="268414" y="396722"/>
                </a:lnTo>
                <a:lnTo>
                  <a:pt x="308508" y="384911"/>
                </a:lnTo>
                <a:lnTo>
                  <a:pt x="335572" y="352526"/>
                </a:lnTo>
                <a:lnTo>
                  <a:pt x="347764" y="321945"/>
                </a:lnTo>
                <a:lnTo>
                  <a:pt x="428625" y="915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5001386" y="4264628"/>
            <a:ext cx="296545" cy="220345"/>
          </a:xfrm>
          <a:custGeom>
            <a:avLst/>
            <a:gdLst/>
            <a:ahLst/>
            <a:cxnLst/>
            <a:rect l="l" t="t" r="r" b="b"/>
            <a:pathLst>
              <a:path w="296545" h="220345">
                <a:moveTo>
                  <a:pt x="295941" y="219741"/>
                </a:moveTo>
                <a:lnTo>
                  <a:pt x="259270" y="219741"/>
                </a:lnTo>
                <a:lnTo>
                  <a:pt x="259270" y="88487"/>
                </a:lnTo>
                <a:lnTo>
                  <a:pt x="258698" y="74533"/>
                </a:lnTo>
                <a:lnTo>
                  <a:pt x="237744" y="35444"/>
                </a:lnTo>
                <a:lnTo>
                  <a:pt x="219646" y="32004"/>
                </a:lnTo>
                <a:lnTo>
                  <a:pt x="207668" y="34019"/>
                </a:lnTo>
                <a:lnTo>
                  <a:pt x="194690" y="40052"/>
                </a:lnTo>
                <a:lnTo>
                  <a:pt x="180855" y="50086"/>
                </a:lnTo>
                <a:lnTo>
                  <a:pt x="166306" y="64103"/>
                </a:lnTo>
                <a:lnTo>
                  <a:pt x="166306" y="219741"/>
                </a:lnTo>
                <a:lnTo>
                  <a:pt x="129635" y="219741"/>
                </a:lnTo>
                <a:lnTo>
                  <a:pt x="129635" y="88487"/>
                </a:lnTo>
                <a:lnTo>
                  <a:pt x="129063" y="74533"/>
                </a:lnTo>
                <a:lnTo>
                  <a:pt x="108108" y="35444"/>
                </a:lnTo>
                <a:lnTo>
                  <a:pt x="90011" y="32004"/>
                </a:lnTo>
                <a:lnTo>
                  <a:pt x="78018" y="34019"/>
                </a:lnTo>
                <a:lnTo>
                  <a:pt x="65008" y="40052"/>
                </a:lnTo>
                <a:lnTo>
                  <a:pt x="51140" y="50086"/>
                </a:lnTo>
                <a:lnTo>
                  <a:pt x="36576" y="64103"/>
                </a:lnTo>
                <a:lnTo>
                  <a:pt x="36576" y="219741"/>
                </a:lnTo>
                <a:lnTo>
                  <a:pt x="0" y="219741"/>
                </a:lnTo>
                <a:lnTo>
                  <a:pt x="0" y="6096"/>
                </a:lnTo>
                <a:lnTo>
                  <a:pt x="30480" y="6096"/>
                </a:lnTo>
                <a:lnTo>
                  <a:pt x="33528" y="36576"/>
                </a:lnTo>
                <a:lnTo>
                  <a:pt x="35052" y="36576"/>
                </a:lnTo>
                <a:lnTo>
                  <a:pt x="65627" y="10667"/>
                </a:lnTo>
                <a:lnTo>
                  <a:pt x="100679" y="0"/>
                </a:lnTo>
                <a:lnTo>
                  <a:pt x="112656" y="595"/>
                </a:lnTo>
                <a:lnTo>
                  <a:pt x="151923" y="23633"/>
                </a:lnTo>
                <a:lnTo>
                  <a:pt x="160115" y="41243"/>
                </a:lnTo>
                <a:lnTo>
                  <a:pt x="168409" y="32377"/>
                </a:lnTo>
                <a:lnTo>
                  <a:pt x="202882" y="7072"/>
                </a:lnTo>
                <a:lnTo>
                  <a:pt x="230314" y="0"/>
                </a:lnTo>
                <a:lnTo>
                  <a:pt x="246103" y="1404"/>
                </a:lnTo>
                <a:lnTo>
                  <a:pt x="280701" y="21336"/>
                </a:lnTo>
                <a:lnTo>
                  <a:pt x="294846" y="64493"/>
                </a:lnTo>
                <a:lnTo>
                  <a:pt x="295941" y="83915"/>
                </a:lnTo>
                <a:lnTo>
                  <a:pt x="295941" y="219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64384" y="4270724"/>
            <a:ext cx="169354" cy="218217"/>
          </a:xfrm>
          <a:prstGeom prst="rect">
            <a:avLst/>
          </a:prstGeom>
        </p:spPr>
      </p:pic>
      <p:grpSp>
        <p:nvGrpSpPr>
          <p:cNvPr id="54" name="object 54" descr=""/>
          <p:cNvGrpSpPr/>
          <p:nvPr/>
        </p:nvGrpSpPr>
        <p:grpSpPr>
          <a:xfrm>
            <a:off x="5582507" y="4209669"/>
            <a:ext cx="316230" cy="279400"/>
            <a:chOff x="5582507" y="4209669"/>
            <a:chExt cx="316230" cy="279400"/>
          </a:xfrm>
        </p:grpSpPr>
        <p:pic>
          <p:nvPicPr>
            <p:cNvPr id="55" name="object 5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82507" y="4264628"/>
              <a:ext cx="158591" cy="22431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5765577" y="4209669"/>
              <a:ext cx="132715" cy="279400"/>
            </a:xfrm>
            <a:custGeom>
              <a:avLst/>
              <a:gdLst/>
              <a:ahLst/>
              <a:cxnLst/>
              <a:rect l="l" t="t" r="r" b="b"/>
              <a:pathLst>
                <a:path w="132714" h="279400">
                  <a:moveTo>
                    <a:pt x="106775" y="279273"/>
                  </a:moveTo>
                  <a:lnTo>
                    <a:pt x="93059" y="279273"/>
                  </a:lnTo>
                  <a:lnTo>
                    <a:pt x="84462" y="278987"/>
                  </a:lnTo>
                  <a:lnTo>
                    <a:pt x="44291" y="259461"/>
                  </a:lnTo>
                  <a:lnTo>
                    <a:pt x="35052" y="238029"/>
                  </a:lnTo>
                  <a:lnTo>
                    <a:pt x="33289" y="231147"/>
                  </a:lnTo>
                  <a:lnTo>
                    <a:pt x="32385" y="224123"/>
                  </a:lnTo>
                  <a:lnTo>
                    <a:pt x="32051" y="216812"/>
                  </a:lnTo>
                  <a:lnTo>
                    <a:pt x="32004" y="90011"/>
                  </a:lnTo>
                  <a:lnTo>
                    <a:pt x="0" y="90011"/>
                  </a:lnTo>
                  <a:lnTo>
                    <a:pt x="0" y="62579"/>
                  </a:lnTo>
                  <a:lnTo>
                    <a:pt x="33528" y="61055"/>
                  </a:lnTo>
                  <a:lnTo>
                    <a:pt x="38100" y="0"/>
                  </a:lnTo>
                  <a:lnTo>
                    <a:pt x="68675" y="0"/>
                  </a:lnTo>
                  <a:lnTo>
                    <a:pt x="68675" y="61055"/>
                  </a:lnTo>
                  <a:lnTo>
                    <a:pt x="125063" y="61055"/>
                  </a:lnTo>
                  <a:lnTo>
                    <a:pt x="125063" y="90011"/>
                  </a:lnTo>
                  <a:lnTo>
                    <a:pt x="68675" y="90011"/>
                  </a:lnTo>
                  <a:lnTo>
                    <a:pt x="68675" y="209073"/>
                  </a:lnTo>
                  <a:lnTo>
                    <a:pt x="84867" y="247828"/>
                  </a:lnTo>
                  <a:lnTo>
                    <a:pt x="100679" y="250316"/>
                  </a:lnTo>
                  <a:lnTo>
                    <a:pt x="108299" y="250316"/>
                  </a:lnTo>
                  <a:lnTo>
                    <a:pt x="122015" y="245744"/>
                  </a:lnTo>
                  <a:lnTo>
                    <a:pt x="125063" y="244221"/>
                  </a:lnTo>
                  <a:lnTo>
                    <a:pt x="132683" y="271652"/>
                  </a:lnTo>
                  <a:lnTo>
                    <a:pt x="126587" y="273176"/>
                  </a:lnTo>
                  <a:lnTo>
                    <a:pt x="120491" y="276224"/>
                  </a:lnTo>
                  <a:lnTo>
                    <a:pt x="112871" y="277748"/>
                  </a:lnTo>
                  <a:lnTo>
                    <a:pt x="106775" y="279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6027991" y="4170044"/>
            <a:ext cx="410845" cy="319405"/>
            <a:chOff x="6027991" y="4170044"/>
            <a:chExt cx="410845" cy="319405"/>
          </a:xfrm>
        </p:grpSpPr>
        <p:sp>
          <p:nvSpPr>
            <p:cNvPr id="58" name="object 58" descr=""/>
            <p:cNvSpPr/>
            <p:nvPr/>
          </p:nvSpPr>
          <p:spPr>
            <a:xfrm>
              <a:off x="6027991" y="4170044"/>
              <a:ext cx="187960" cy="319405"/>
            </a:xfrm>
            <a:custGeom>
              <a:avLst/>
              <a:gdLst/>
              <a:ahLst/>
              <a:cxnLst/>
              <a:rect l="l" t="t" r="r" b="b"/>
              <a:pathLst>
                <a:path w="187960" h="319404">
                  <a:moveTo>
                    <a:pt x="28956" y="314325"/>
                  </a:moveTo>
                  <a:lnTo>
                    <a:pt x="0" y="314325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36576" y="125063"/>
                  </a:lnTo>
                  <a:lnTo>
                    <a:pt x="94488" y="125063"/>
                  </a:lnTo>
                  <a:lnTo>
                    <a:pt x="80724" y="126803"/>
                  </a:lnTo>
                  <a:lnTo>
                    <a:pt x="66675" y="132123"/>
                  </a:lnTo>
                  <a:lnTo>
                    <a:pt x="52054" y="141176"/>
                  </a:lnTo>
                  <a:lnTo>
                    <a:pt x="36576" y="154114"/>
                  </a:lnTo>
                  <a:lnTo>
                    <a:pt x="36576" y="266985"/>
                  </a:lnTo>
                  <a:lnTo>
                    <a:pt x="73152" y="286893"/>
                  </a:lnTo>
                  <a:lnTo>
                    <a:pt x="82296" y="288417"/>
                  </a:lnTo>
                  <a:lnTo>
                    <a:pt x="160115" y="288417"/>
                  </a:lnTo>
                  <a:lnTo>
                    <a:pt x="155880" y="292989"/>
                  </a:lnTo>
                  <a:lnTo>
                    <a:pt x="32004" y="292989"/>
                  </a:lnTo>
                  <a:lnTo>
                    <a:pt x="28956" y="314325"/>
                  </a:lnTo>
                  <a:close/>
                </a:path>
                <a:path w="187960" h="319404">
                  <a:moveTo>
                    <a:pt x="160115" y="288417"/>
                  </a:moveTo>
                  <a:lnTo>
                    <a:pt x="97631" y="288417"/>
                  </a:lnTo>
                  <a:lnTo>
                    <a:pt x="105251" y="286893"/>
                  </a:lnTo>
                  <a:lnTo>
                    <a:pt x="112871" y="283845"/>
                  </a:lnTo>
                  <a:lnTo>
                    <a:pt x="139922" y="254412"/>
                  </a:lnTo>
                  <a:lnTo>
                    <a:pt x="150447" y="213581"/>
                  </a:lnTo>
                  <a:lnTo>
                    <a:pt x="150971" y="204406"/>
                  </a:lnTo>
                  <a:lnTo>
                    <a:pt x="150709" y="195548"/>
                  </a:lnTo>
                  <a:lnTo>
                    <a:pt x="140422" y="152257"/>
                  </a:lnTo>
                  <a:lnTo>
                    <a:pt x="108096" y="126396"/>
                  </a:lnTo>
                  <a:lnTo>
                    <a:pt x="94488" y="125063"/>
                  </a:lnTo>
                  <a:lnTo>
                    <a:pt x="36576" y="125063"/>
                  </a:lnTo>
                  <a:lnTo>
                    <a:pt x="43695" y="118729"/>
                  </a:lnTo>
                  <a:lnTo>
                    <a:pt x="84593" y="96869"/>
                  </a:lnTo>
                  <a:lnTo>
                    <a:pt x="102203" y="94583"/>
                  </a:lnTo>
                  <a:lnTo>
                    <a:pt x="112204" y="95130"/>
                  </a:lnTo>
                  <a:lnTo>
                    <a:pt x="153638" y="111918"/>
                  </a:lnTo>
                  <a:lnTo>
                    <a:pt x="178641" y="148932"/>
                  </a:lnTo>
                  <a:lnTo>
                    <a:pt x="187237" y="191476"/>
                  </a:lnTo>
                  <a:lnTo>
                    <a:pt x="187547" y="202882"/>
                  </a:lnTo>
                  <a:lnTo>
                    <a:pt x="186999" y="216367"/>
                  </a:lnTo>
                  <a:lnTo>
                    <a:pt x="176188" y="263248"/>
                  </a:lnTo>
                  <a:lnTo>
                    <a:pt x="166391" y="280996"/>
                  </a:lnTo>
                  <a:lnTo>
                    <a:pt x="160115" y="288417"/>
                  </a:lnTo>
                  <a:close/>
                </a:path>
                <a:path w="187960" h="319404">
                  <a:moveTo>
                    <a:pt x="94488" y="318897"/>
                  </a:moveTo>
                  <a:lnTo>
                    <a:pt x="56245" y="309062"/>
                  </a:lnTo>
                  <a:lnTo>
                    <a:pt x="33528" y="292989"/>
                  </a:lnTo>
                  <a:lnTo>
                    <a:pt x="155880" y="292989"/>
                  </a:lnTo>
                  <a:lnTo>
                    <a:pt x="122228" y="315039"/>
                  </a:lnTo>
                  <a:lnTo>
                    <a:pt x="94488" y="318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56782" y="4264628"/>
              <a:ext cx="181451" cy="224313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564915" y="4170045"/>
            <a:ext cx="1622964" cy="413480"/>
          </a:xfrm>
          <a:prstGeom prst="rect">
            <a:avLst/>
          </a:prstGeom>
        </p:spPr>
      </p:pic>
      <p:sp>
        <p:nvSpPr>
          <p:cNvPr id="61" name="object 61" descr=""/>
          <p:cNvSpPr/>
          <p:nvPr/>
        </p:nvSpPr>
        <p:spPr>
          <a:xfrm>
            <a:off x="8243316" y="4358640"/>
            <a:ext cx="102235" cy="29209"/>
          </a:xfrm>
          <a:custGeom>
            <a:avLst/>
            <a:gdLst/>
            <a:ahLst/>
            <a:cxnLst/>
            <a:rect l="l" t="t" r="r" b="b"/>
            <a:pathLst>
              <a:path w="102234" h="29210">
                <a:moveTo>
                  <a:pt x="102107" y="28956"/>
                </a:moveTo>
                <a:lnTo>
                  <a:pt x="0" y="28956"/>
                </a:lnTo>
                <a:lnTo>
                  <a:pt x="0" y="0"/>
                </a:lnTo>
                <a:lnTo>
                  <a:pt x="102107" y="0"/>
                </a:lnTo>
                <a:lnTo>
                  <a:pt x="102107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8390763" y="4179189"/>
            <a:ext cx="50800" cy="305435"/>
          </a:xfrm>
          <a:custGeom>
            <a:avLst/>
            <a:gdLst/>
            <a:ahLst/>
            <a:cxnLst/>
            <a:rect l="l" t="t" r="r" b="b"/>
            <a:pathLst>
              <a:path w="50800" h="305435">
                <a:moveTo>
                  <a:pt x="32004" y="47244"/>
                </a:moveTo>
                <a:lnTo>
                  <a:pt x="18288" y="47244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30480"/>
                </a:lnTo>
                <a:lnTo>
                  <a:pt x="0" y="16764"/>
                </a:lnTo>
                <a:lnTo>
                  <a:pt x="3048" y="10668"/>
                </a:lnTo>
                <a:lnTo>
                  <a:pt x="7620" y="6096"/>
                </a:lnTo>
                <a:lnTo>
                  <a:pt x="12192" y="3048"/>
                </a:lnTo>
                <a:lnTo>
                  <a:pt x="18288" y="0"/>
                </a:lnTo>
                <a:lnTo>
                  <a:pt x="32004" y="0"/>
                </a:lnTo>
                <a:lnTo>
                  <a:pt x="38100" y="3048"/>
                </a:lnTo>
                <a:lnTo>
                  <a:pt x="42672" y="6096"/>
                </a:lnTo>
                <a:lnTo>
                  <a:pt x="47244" y="10668"/>
                </a:lnTo>
                <a:lnTo>
                  <a:pt x="50292" y="16764"/>
                </a:lnTo>
                <a:lnTo>
                  <a:pt x="50292" y="30480"/>
                </a:lnTo>
                <a:lnTo>
                  <a:pt x="47244" y="35052"/>
                </a:lnTo>
                <a:lnTo>
                  <a:pt x="38100" y="44196"/>
                </a:lnTo>
                <a:lnTo>
                  <a:pt x="32004" y="47244"/>
                </a:lnTo>
                <a:close/>
              </a:path>
              <a:path w="50800" h="305435">
                <a:moveTo>
                  <a:pt x="42672" y="305180"/>
                </a:moveTo>
                <a:lnTo>
                  <a:pt x="6096" y="305180"/>
                </a:lnTo>
                <a:lnTo>
                  <a:pt x="6096" y="91535"/>
                </a:lnTo>
                <a:lnTo>
                  <a:pt x="42672" y="91535"/>
                </a:lnTo>
                <a:lnTo>
                  <a:pt x="42672" y="3051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505158" y="4264628"/>
            <a:ext cx="172307" cy="219741"/>
          </a:xfrm>
          <a:prstGeom prst="rect">
            <a:avLst/>
          </a:prstGeom>
        </p:spPr>
      </p:pic>
      <p:sp>
        <p:nvSpPr>
          <p:cNvPr id="64" name="object 64" descr=""/>
          <p:cNvSpPr/>
          <p:nvPr/>
        </p:nvSpPr>
        <p:spPr>
          <a:xfrm>
            <a:off x="1796605" y="4873466"/>
            <a:ext cx="313055" cy="331470"/>
          </a:xfrm>
          <a:custGeom>
            <a:avLst/>
            <a:gdLst/>
            <a:ahLst/>
            <a:cxnLst/>
            <a:rect l="l" t="t" r="r" b="b"/>
            <a:pathLst>
              <a:path w="313055" h="331470">
                <a:moveTo>
                  <a:pt x="126587" y="331184"/>
                </a:moveTo>
                <a:lnTo>
                  <a:pt x="102203" y="331184"/>
                </a:lnTo>
                <a:lnTo>
                  <a:pt x="100679" y="329660"/>
                </a:lnTo>
                <a:lnTo>
                  <a:pt x="97631" y="329660"/>
                </a:lnTo>
                <a:lnTo>
                  <a:pt x="96107" y="328136"/>
                </a:lnTo>
                <a:lnTo>
                  <a:pt x="94583" y="328136"/>
                </a:lnTo>
                <a:lnTo>
                  <a:pt x="88487" y="322040"/>
                </a:lnTo>
                <a:lnTo>
                  <a:pt x="62495" y="280987"/>
                </a:lnTo>
                <a:lnTo>
                  <a:pt x="33527" y="244221"/>
                </a:lnTo>
                <a:lnTo>
                  <a:pt x="6095" y="215169"/>
                </a:lnTo>
                <a:lnTo>
                  <a:pt x="3047" y="209073"/>
                </a:lnTo>
                <a:lnTo>
                  <a:pt x="0" y="206025"/>
                </a:lnTo>
                <a:lnTo>
                  <a:pt x="0" y="201453"/>
                </a:lnTo>
                <a:lnTo>
                  <a:pt x="1523" y="198405"/>
                </a:lnTo>
                <a:lnTo>
                  <a:pt x="9143" y="190785"/>
                </a:lnTo>
                <a:lnTo>
                  <a:pt x="18287" y="187737"/>
                </a:lnTo>
                <a:lnTo>
                  <a:pt x="21335" y="184689"/>
                </a:lnTo>
                <a:lnTo>
                  <a:pt x="25907" y="184689"/>
                </a:lnTo>
                <a:lnTo>
                  <a:pt x="35051" y="181641"/>
                </a:lnTo>
                <a:lnTo>
                  <a:pt x="44195" y="181641"/>
                </a:lnTo>
                <a:lnTo>
                  <a:pt x="48767" y="183165"/>
                </a:lnTo>
                <a:lnTo>
                  <a:pt x="51815" y="184689"/>
                </a:lnTo>
                <a:lnTo>
                  <a:pt x="54863" y="184689"/>
                </a:lnTo>
                <a:lnTo>
                  <a:pt x="56387" y="187737"/>
                </a:lnTo>
                <a:lnTo>
                  <a:pt x="67468" y="199048"/>
                </a:lnTo>
                <a:lnTo>
                  <a:pt x="75330" y="207740"/>
                </a:lnTo>
                <a:lnTo>
                  <a:pt x="103536" y="244399"/>
                </a:lnTo>
                <a:lnTo>
                  <a:pt x="115919" y="264033"/>
                </a:lnTo>
                <a:lnTo>
                  <a:pt x="135207" y="214446"/>
                </a:lnTo>
                <a:lnTo>
                  <a:pt x="141827" y="198405"/>
                </a:lnTo>
                <a:lnTo>
                  <a:pt x="155733" y="167913"/>
                </a:lnTo>
                <a:lnTo>
                  <a:pt x="163044" y="152502"/>
                </a:lnTo>
                <a:lnTo>
                  <a:pt x="170783" y="137350"/>
                </a:lnTo>
                <a:lnTo>
                  <a:pt x="177982" y="122728"/>
                </a:lnTo>
                <a:lnTo>
                  <a:pt x="185725" y="108382"/>
                </a:lnTo>
                <a:lnTo>
                  <a:pt x="194022" y="94019"/>
                </a:lnTo>
                <a:lnTo>
                  <a:pt x="202882" y="79343"/>
                </a:lnTo>
                <a:lnTo>
                  <a:pt x="211169" y="64722"/>
                </a:lnTo>
                <a:lnTo>
                  <a:pt x="239458" y="21431"/>
                </a:lnTo>
                <a:lnTo>
                  <a:pt x="276844" y="1143"/>
                </a:lnTo>
                <a:lnTo>
                  <a:pt x="305085" y="0"/>
                </a:lnTo>
                <a:lnTo>
                  <a:pt x="311181" y="3048"/>
                </a:lnTo>
                <a:lnTo>
                  <a:pt x="312705" y="4572"/>
                </a:lnTo>
                <a:lnTo>
                  <a:pt x="312705" y="10763"/>
                </a:lnTo>
                <a:lnTo>
                  <a:pt x="311181" y="12287"/>
                </a:lnTo>
                <a:lnTo>
                  <a:pt x="311181" y="13811"/>
                </a:lnTo>
                <a:lnTo>
                  <a:pt x="309657" y="16859"/>
                </a:lnTo>
                <a:lnTo>
                  <a:pt x="308133" y="18383"/>
                </a:lnTo>
                <a:lnTo>
                  <a:pt x="283742" y="52999"/>
                </a:lnTo>
                <a:lnTo>
                  <a:pt x="260806" y="88356"/>
                </a:lnTo>
                <a:lnTo>
                  <a:pt x="239031" y="124588"/>
                </a:lnTo>
                <a:lnTo>
                  <a:pt x="218122" y="161829"/>
                </a:lnTo>
                <a:lnTo>
                  <a:pt x="199248" y="199874"/>
                </a:lnTo>
                <a:lnTo>
                  <a:pt x="181498" y="238660"/>
                </a:lnTo>
                <a:lnTo>
                  <a:pt x="164892" y="278321"/>
                </a:lnTo>
                <a:lnTo>
                  <a:pt x="149447" y="318992"/>
                </a:lnTo>
                <a:lnTo>
                  <a:pt x="147923" y="323564"/>
                </a:lnTo>
                <a:lnTo>
                  <a:pt x="144875" y="326612"/>
                </a:lnTo>
                <a:lnTo>
                  <a:pt x="140303" y="328136"/>
                </a:lnTo>
                <a:lnTo>
                  <a:pt x="134207" y="329660"/>
                </a:lnTo>
                <a:lnTo>
                  <a:pt x="126587" y="3311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2240470" y="4905565"/>
            <a:ext cx="215265" cy="299085"/>
          </a:xfrm>
          <a:custGeom>
            <a:avLst/>
            <a:gdLst/>
            <a:ahLst/>
            <a:cxnLst/>
            <a:rect l="l" t="t" r="r" b="b"/>
            <a:pathLst>
              <a:path w="215264" h="299085">
                <a:moveTo>
                  <a:pt x="126587" y="299084"/>
                </a:moveTo>
                <a:lnTo>
                  <a:pt x="88011" y="293298"/>
                </a:lnTo>
                <a:lnTo>
                  <a:pt x="45139" y="268874"/>
                </a:lnTo>
                <a:lnTo>
                  <a:pt x="21907" y="238601"/>
                </a:lnTo>
                <a:lnTo>
                  <a:pt x="5786" y="197802"/>
                </a:lnTo>
                <a:lnTo>
                  <a:pt x="0" y="149542"/>
                </a:lnTo>
                <a:lnTo>
                  <a:pt x="595" y="132692"/>
                </a:lnTo>
                <a:lnTo>
                  <a:pt x="10668" y="86963"/>
                </a:lnTo>
                <a:lnTo>
                  <a:pt x="28884" y="49632"/>
                </a:lnTo>
                <a:lnTo>
                  <a:pt x="56054" y="22097"/>
                </a:lnTo>
                <a:lnTo>
                  <a:pt x="102584" y="2285"/>
                </a:lnTo>
                <a:lnTo>
                  <a:pt x="129635" y="0"/>
                </a:lnTo>
                <a:lnTo>
                  <a:pt x="141937" y="595"/>
                </a:lnTo>
                <a:lnTo>
                  <a:pt x="185166" y="15763"/>
                </a:lnTo>
                <a:lnTo>
                  <a:pt x="207454" y="35051"/>
                </a:lnTo>
                <a:lnTo>
                  <a:pt x="187642" y="58007"/>
                </a:lnTo>
                <a:lnTo>
                  <a:pt x="181665" y="52563"/>
                </a:lnTo>
                <a:lnTo>
                  <a:pt x="175260" y="47672"/>
                </a:lnTo>
                <a:lnTo>
                  <a:pt x="138494" y="32337"/>
                </a:lnTo>
                <a:lnTo>
                  <a:pt x="129635" y="32003"/>
                </a:lnTo>
                <a:lnTo>
                  <a:pt x="119634" y="32337"/>
                </a:lnTo>
                <a:lnTo>
                  <a:pt x="76866" y="49958"/>
                </a:lnTo>
                <a:lnTo>
                  <a:pt x="53197" y="79914"/>
                </a:lnTo>
                <a:lnTo>
                  <a:pt x="40195" y="123205"/>
                </a:lnTo>
                <a:lnTo>
                  <a:pt x="38100" y="148018"/>
                </a:lnTo>
                <a:lnTo>
                  <a:pt x="38623" y="161426"/>
                </a:lnTo>
                <a:lnTo>
                  <a:pt x="47925" y="207764"/>
                </a:lnTo>
                <a:lnTo>
                  <a:pt x="68580" y="242411"/>
                </a:lnTo>
                <a:lnTo>
                  <a:pt x="108489" y="264699"/>
                </a:lnTo>
                <a:lnTo>
                  <a:pt x="128111" y="266985"/>
                </a:lnTo>
                <a:lnTo>
                  <a:pt x="138113" y="266414"/>
                </a:lnTo>
                <a:lnTo>
                  <a:pt x="180022" y="248697"/>
                </a:lnTo>
                <a:lnTo>
                  <a:pt x="195262" y="234981"/>
                </a:lnTo>
                <a:lnTo>
                  <a:pt x="215074" y="257841"/>
                </a:lnTo>
                <a:lnTo>
                  <a:pt x="176974" y="288416"/>
                </a:lnTo>
                <a:lnTo>
                  <a:pt x="140032" y="298489"/>
                </a:lnTo>
                <a:lnTo>
                  <a:pt x="126587" y="2990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" name="object 66" descr=""/>
          <p:cNvGrpSpPr/>
          <p:nvPr/>
        </p:nvGrpSpPr>
        <p:grpSpPr>
          <a:xfrm>
            <a:off x="2505932" y="4885753"/>
            <a:ext cx="481965" cy="319405"/>
            <a:chOff x="2505932" y="4885753"/>
            <a:chExt cx="481965" cy="319405"/>
          </a:xfrm>
        </p:grpSpPr>
        <p:sp>
          <p:nvSpPr>
            <p:cNvPr id="67" name="object 67" descr=""/>
            <p:cNvSpPr/>
            <p:nvPr/>
          </p:nvSpPr>
          <p:spPr>
            <a:xfrm>
              <a:off x="2505932" y="4885753"/>
              <a:ext cx="59690" cy="319405"/>
            </a:xfrm>
            <a:custGeom>
              <a:avLst/>
              <a:gdLst/>
              <a:ahLst/>
              <a:cxnLst/>
              <a:rect l="l" t="t" r="r" b="b"/>
              <a:pathLst>
                <a:path w="59689" h="319404">
                  <a:moveTo>
                    <a:pt x="47244" y="318896"/>
                  </a:moveTo>
                  <a:lnTo>
                    <a:pt x="38100" y="318896"/>
                  </a:lnTo>
                  <a:lnTo>
                    <a:pt x="28646" y="318063"/>
                  </a:lnTo>
                  <a:lnTo>
                    <a:pt x="571" y="281764"/>
                  </a:lnTo>
                  <a:lnTo>
                    <a:pt x="0" y="270033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36576" y="283749"/>
                  </a:lnTo>
                  <a:lnTo>
                    <a:pt x="39624" y="285273"/>
                  </a:lnTo>
                  <a:lnTo>
                    <a:pt x="41148" y="288416"/>
                  </a:lnTo>
                  <a:lnTo>
                    <a:pt x="53339" y="288416"/>
                  </a:lnTo>
                  <a:lnTo>
                    <a:pt x="59436" y="315848"/>
                  </a:lnTo>
                  <a:lnTo>
                    <a:pt x="56387" y="315848"/>
                  </a:lnTo>
                  <a:lnTo>
                    <a:pt x="53339" y="317372"/>
                  </a:lnTo>
                  <a:lnTo>
                    <a:pt x="50292" y="317372"/>
                  </a:lnTo>
                  <a:lnTo>
                    <a:pt x="47244" y="318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01944" y="4980336"/>
              <a:ext cx="181546" cy="224313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820066" y="4980336"/>
              <a:ext cx="167830" cy="224313"/>
            </a:xfrm>
            <a:prstGeom prst="rect">
              <a:avLst/>
            </a:prstGeom>
          </p:spPr>
        </p:pic>
      </p:grpSp>
      <p:pic>
        <p:nvPicPr>
          <p:cNvPr id="70" name="object 70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055048" y="4980336"/>
            <a:ext cx="118967" cy="219741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3280790" y="4980336"/>
            <a:ext cx="523240" cy="224790"/>
            <a:chOff x="3280790" y="4980336"/>
            <a:chExt cx="523240" cy="224790"/>
          </a:xfrm>
        </p:grpSpPr>
        <p:pic>
          <p:nvPicPr>
            <p:cNvPr id="72" name="object 7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280790" y="4980336"/>
              <a:ext cx="198310" cy="224313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3508057" y="4984908"/>
              <a:ext cx="296545" cy="215265"/>
            </a:xfrm>
            <a:custGeom>
              <a:avLst/>
              <a:gdLst/>
              <a:ahLst/>
              <a:cxnLst/>
              <a:rect l="l" t="t" r="r" b="b"/>
              <a:pathLst>
                <a:path w="296545" h="215264">
                  <a:moveTo>
                    <a:pt x="237934" y="215169"/>
                  </a:moveTo>
                  <a:lnTo>
                    <a:pt x="193738" y="215169"/>
                  </a:lnTo>
                  <a:lnTo>
                    <a:pt x="161115" y="91392"/>
                  </a:lnTo>
                  <a:lnTo>
                    <a:pt x="157591" y="76438"/>
                  </a:lnTo>
                  <a:lnTo>
                    <a:pt x="155543" y="68675"/>
                  </a:lnTo>
                  <a:lnTo>
                    <a:pt x="154138" y="61553"/>
                  </a:lnTo>
                  <a:lnTo>
                    <a:pt x="152304" y="53994"/>
                  </a:lnTo>
                  <a:lnTo>
                    <a:pt x="147923" y="38100"/>
                  </a:lnTo>
                  <a:lnTo>
                    <a:pt x="146399" y="38100"/>
                  </a:lnTo>
                  <a:lnTo>
                    <a:pt x="145018" y="46132"/>
                  </a:lnTo>
                  <a:lnTo>
                    <a:pt x="141684" y="61553"/>
                  </a:lnTo>
                  <a:lnTo>
                    <a:pt x="140303" y="68675"/>
                  </a:lnTo>
                  <a:lnTo>
                    <a:pt x="138255" y="76676"/>
                  </a:lnTo>
                  <a:lnTo>
                    <a:pt x="134731" y="92678"/>
                  </a:lnTo>
                  <a:lnTo>
                    <a:pt x="102203" y="215169"/>
                  </a:lnTo>
                  <a:lnTo>
                    <a:pt x="59436" y="215169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70723" y="131611"/>
                  </a:lnTo>
                  <a:lnTo>
                    <a:pt x="74247" y="146994"/>
                  </a:lnTo>
                  <a:lnTo>
                    <a:pt x="76295" y="154114"/>
                  </a:lnTo>
                  <a:lnTo>
                    <a:pt x="78771" y="168592"/>
                  </a:lnTo>
                  <a:lnTo>
                    <a:pt x="80367" y="175974"/>
                  </a:lnTo>
                  <a:lnTo>
                    <a:pt x="82391" y="183070"/>
                  </a:lnTo>
                  <a:lnTo>
                    <a:pt x="83915" y="183070"/>
                  </a:lnTo>
                  <a:lnTo>
                    <a:pt x="85296" y="175974"/>
                  </a:lnTo>
                  <a:lnTo>
                    <a:pt x="88630" y="161210"/>
                  </a:lnTo>
                  <a:lnTo>
                    <a:pt x="90011" y="154114"/>
                  </a:lnTo>
                  <a:lnTo>
                    <a:pt x="94392" y="138874"/>
                  </a:lnTo>
                  <a:lnTo>
                    <a:pt x="96226" y="131397"/>
                  </a:lnTo>
                  <a:lnTo>
                    <a:pt x="97631" y="123634"/>
                  </a:lnTo>
                  <a:lnTo>
                    <a:pt x="131159" y="0"/>
                  </a:lnTo>
                  <a:lnTo>
                    <a:pt x="166211" y="0"/>
                  </a:lnTo>
                  <a:lnTo>
                    <a:pt x="199834" y="123634"/>
                  </a:lnTo>
                  <a:lnTo>
                    <a:pt x="201882" y="131611"/>
                  </a:lnTo>
                  <a:lnTo>
                    <a:pt x="205406" y="146994"/>
                  </a:lnTo>
                  <a:lnTo>
                    <a:pt x="209502" y="161210"/>
                  </a:lnTo>
                  <a:lnTo>
                    <a:pt x="213026" y="175974"/>
                  </a:lnTo>
                  <a:lnTo>
                    <a:pt x="215074" y="183070"/>
                  </a:lnTo>
                  <a:lnTo>
                    <a:pt x="216598" y="183070"/>
                  </a:lnTo>
                  <a:lnTo>
                    <a:pt x="218622" y="175974"/>
                  </a:lnTo>
                  <a:lnTo>
                    <a:pt x="220217" y="168592"/>
                  </a:lnTo>
                  <a:lnTo>
                    <a:pt x="222694" y="154114"/>
                  </a:lnTo>
                  <a:lnTo>
                    <a:pt x="224742" y="146994"/>
                  </a:lnTo>
                  <a:lnTo>
                    <a:pt x="228266" y="131611"/>
                  </a:lnTo>
                  <a:lnTo>
                    <a:pt x="260794" y="0"/>
                  </a:lnTo>
                  <a:lnTo>
                    <a:pt x="295941" y="0"/>
                  </a:lnTo>
                  <a:lnTo>
                    <a:pt x="237934" y="2151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4" name="object 74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49719" y="4980336"/>
            <a:ext cx="170878" cy="219741"/>
          </a:xfrm>
          <a:prstGeom prst="rect">
            <a:avLst/>
          </a:prstGeom>
        </p:spPr>
      </p:pic>
      <p:pic>
        <p:nvPicPr>
          <p:cNvPr id="75" name="object 75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073937" y="4980336"/>
            <a:ext cx="181546" cy="224313"/>
          </a:xfrm>
          <a:prstGeom prst="rect">
            <a:avLst/>
          </a:prstGeom>
        </p:spPr>
      </p:pic>
      <p:pic>
        <p:nvPicPr>
          <p:cNvPr id="76" name="object 76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08824" y="4980336"/>
            <a:ext cx="283749" cy="224313"/>
          </a:xfrm>
          <a:prstGeom prst="rect">
            <a:avLst/>
          </a:prstGeom>
        </p:spPr>
      </p:pic>
      <p:sp>
        <p:nvSpPr>
          <p:cNvPr id="77" name="object 77" descr=""/>
          <p:cNvSpPr/>
          <p:nvPr/>
        </p:nvSpPr>
        <p:spPr>
          <a:xfrm>
            <a:off x="4642961" y="4885753"/>
            <a:ext cx="170815" cy="314325"/>
          </a:xfrm>
          <a:custGeom>
            <a:avLst/>
            <a:gdLst/>
            <a:ahLst/>
            <a:cxnLst/>
            <a:rect l="l" t="t" r="r" b="b"/>
            <a:pathLst>
              <a:path w="170814" h="314325">
                <a:moveTo>
                  <a:pt x="170783" y="314325"/>
                </a:moveTo>
                <a:lnTo>
                  <a:pt x="134207" y="314325"/>
                </a:lnTo>
                <a:lnTo>
                  <a:pt x="134207" y="183070"/>
                </a:lnTo>
                <a:lnTo>
                  <a:pt x="133635" y="169091"/>
                </a:lnTo>
                <a:lnTo>
                  <a:pt x="119656" y="132778"/>
                </a:lnTo>
                <a:lnTo>
                  <a:pt x="94488" y="125063"/>
                </a:lnTo>
                <a:lnTo>
                  <a:pt x="85867" y="125634"/>
                </a:lnTo>
                <a:lnTo>
                  <a:pt x="50673" y="144160"/>
                </a:lnTo>
                <a:lnTo>
                  <a:pt x="35052" y="158686"/>
                </a:lnTo>
                <a:lnTo>
                  <a:pt x="35052" y="314325"/>
                </a:lnTo>
                <a:lnTo>
                  <a:pt x="0" y="314325"/>
                </a:lnTo>
                <a:lnTo>
                  <a:pt x="0" y="0"/>
                </a:lnTo>
                <a:lnTo>
                  <a:pt x="35052" y="0"/>
                </a:lnTo>
                <a:lnTo>
                  <a:pt x="35052" y="85439"/>
                </a:lnTo>
                <a:lnTo>
                  <a:pt x="33528" y="129635"/>
                </a:lnTo>
                <a:lnTo>
                  <a:pt x="41529" y="122824"/>
                </a:lnTo>
                <a:lnTo>
                  <a:pt x="74725" y="100369"/>
                </a:lnTo>
                <a:lnTo>
                  <a:pt x="105251" y="94583"/>
                </a:lnTo>
                <a:lnTo>
                  <a:pt x="121253" y="95773"/>
                </a:lnTo>
                <a:lnTo>
                  <a:pt x="155543" y="115919"/>
                </a:lnTo>
                <a:lnTo>
                  <a:pt x="169687" y="159076"/>
                </a:lnTo>
                <a:lnTo>
                  <a:pt x="170783" y="178498"/>
                </a:lnTo>
                <a:lnTo>
                  <a:pt x="170783" y="314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4874799" y="4894897"/>
            <a:ext cx="50800" cy="305435"/>
          </a:xfrm>
          <a:custGeom>
            <a:avLst/>
            <a:gdLst/>
            <a:ahLst/>
            <a:cxnLst/>
            <a:rect l="l" t="t" r="r" b="b"/>
            <a:pathLst>
              <a:path w="50800" h="305435">
                <a:moveTo>
                  <a:pt x="32004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28956"/>
                </a:lnTo>
                <a:lnTo>
                  <a:pt x="0" y="15240"/>
                </a:lnTo>
                <a:lnTo>
                  <a:pt x="3048" y="10668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2672" y="6096"/>
                </a:lnTo>
                <a:lnTo>
                  <a:pt x="48768" y="10668"/>
                </a:lnTo>
                <a:lnTo>
                  <a:pt x="50292" y="15240"/>
                </a:lnTo>
                <a:lnTo>
                  <a:pt x="50292" y="28956"/>
                </a:lnTo>
                <a:lnTo>
                  <a:pt x="48768" y="35052"/>
                </a:lnTo>
                <a:lnTo>
                  <a:pt x="42672" y="39624"/>
                </a:lnTo>
                <a:lnTo>
                  <a:pt x="38100" y="44196"/>
                </a:lnTo>
                <a:lnTo>
                  <a:pt x="32004" y="45720"/>
                </a:lnTo>
                <a:close/>
              </a:path>
              <a:path w="50800" h="305435">
                <a:moveTo>
                  <a:pt x="42672" y="305180"/>
                </a:moveTo>
                <a:lnTo>
                  <a:pt x="7620" y="305180"/>
                </a:lnTo>
                <a:lnTo>
                  <a:pt x="7620" y="90011"/>
                </a:lnTo>
                <a:lnTo>
                  <a:pt x="42672" y="90011"/>
                </a:lnTo>
                <a:lnTo>
                  <a:pt x="42672" y="3051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4989195" y="4980336"/>
            <a:ext cx="187960" cy="309880"/>
          </a:xfrm>
          <a:custGeom>
            <a:avLst/>
            <a:gdLst/>
            <a:ahLst/>
            <a:cxnLst/>
            <a:rect l="l" t="t" r="r" b="b"/>
            <a:pathLst>
              <a:path w="187960" h="309879">
                <a:moveTo>
                  <a:pt x="166211" y="28956"/>
                </a:moveTo>
                <a:lnTo>
                  <a:pt x="35052" y="28956"/>
                </a:lnTo>
                <a:lnTo>
                  <a:pt x="42195" y="23288"/>
                </a:lnTo>
                <a:lnTo>
                  <a:pt x="76040" y="5143"/>
                </a:lnTo>
                <a:lnTo>
                  <a:pt x="103727" y="0"/>
                </a:lnTo>
                <a:lnTo>
                  <a:pt x="113728" y="333"/>
                </a:lnTo>
                <a:lnTo>
                  <a:pt x="154400" y="16573"/>
                </a:lnTo>
                <a:lnTo>
                  <a:pt x="166211" y="28956"/>
                </a:lnTo>
                <a:close/>
              </a:path>
              <a:path w="187960" h="309879">
                <a:moveTo>
                  <a:pt x="36576" y="309753"/>
                </a:moveTo>
                <a:lnTo>
                  <a:pt x="0" y="309753"/>
                </a:lnTo>
                <a:lnTo>
                  <a:pt x="0" y="4571"/>
                </a:lnTo>
                <a:lnTo>
                  <a:pt x="30480" y="4571"/>
                </a:lnTo>
                <a:lnTo>
                  <a:pt x="33528" y="28956"/>
                </a:lnTo>
                <a:lnTo>
                  <a:pt x="166211" y="28956"/>
                </a:lnTo>
                <a:lnTo>
                  <a:pt x="167195" y="30480"/>
                </a:lnTo>
                <a:lnTo>
                  <a:pt x="94583" y="30480"/>
                </a:lnTo>
                <a:lnTo>
                  <a:pt x="87723" y="30813"/>
                </a:lnTo>
                <a:lnTo>
                  <a:pt x="52387" y="47101"/>
                </a:lnTo>
                <a:lnTo>
                  <a:pt x="36576" y="59531"/>
                </a:lnTo>
                <a:lnTo>
                  <a:pt x="36576" y="170878"/>
                </a:lnTo>
                <a:lnTo>
                  <a:pt x="74771" y="192214"/>
                </a:lnTo>
                <a:lnTo>
                  <a:pt x="82391" y="193833"/>
                </a:lnTo>
                <a:lnTo>
                  <a:pt x="160115" y="193833"/>
                </a:lnTo>
                <a:lnTo>
                  <a:pt x="154468" y="199929"/>
                </a:lnTo>
                <a:lnTo>
                  <a:pt x="36576" y="199929"/>
                </a:lnTo>
                <a:lnTo>
                  <a:pt x="36576" y="309753"/>
                </a:lnTo>
                <a:close/>
              </a:path>
              <a:path w="187960" h="309879">
                <a:moveTo>
                  <a:pt x="160115" y="193833"/>
                </a:moveTo>
                <a:lnTo>
                  <a:pt x="97631" y="193833"/>
                </a:lnTo>
                <a:lnTo>
                  <a:pt x="106775" y="192214"/>
                </a:lnTo>
                <a:lnTo>
                  <a:pt x="114395" y="187642"/>
                </a:lnTo>
                <a:lnTo>
                  <a:pt x="120491" y="184594"/>
                </a:lnTo>
                <a:lnTo>
                  <a:pt x="128111" y="178498"/>
                </a:lnTo>
                <a:lnTo>
                  <a:pt x="132683" y="170878"/>
                </a:lnTo>
                <a:lnTo>
                  <a:pt x="136969" y="165758"/>
                </a:lnTo>
                <a:lnTo>
                  <a:pt x="149828" y="127813"/>
                </a:lnTo>
                <a:lnTo>
                  <a:pt x="150971" y="108299"/>
                </a:lnTo>
                <a:lnTo>
                  <a:pt x="150709" y="100298"/>
                </a:lnTo>
                <a:lnTo>
                  <a:pt x="140422" y="57650"/>
                </a:lnTo>
                <a:lnTo>
                  <a:pt x="108108" y="31623"/>
                </a:lnTo>
                <a:lnTo>
                  <a:pt x="94583" y="30480"/>
                </a:lnTo>
                <a:lnTo>
                  <a:pt x="167195" y="30480"/>
                </a:lnTo>
                <a:lnTo>
                  <a:pt x="185070" y="74437"/>
                </a:lnTo>
                <a:lnTo>
                  <a:pt x="187642" y="108299"/>
                </a:lnTo>
                <a:lnTo>
                  <a:pt x="187309" y="121760"/>
                </a:lnTo>
                <a:lnTo>
                  <a:pt x="176228" y="168022"/>
                </a:lnTo>
                <a:lnTo>
                  <a:pt x="166427" y="186349"/>
                </a:lnTo>
                <a:lnTo>
                  <a:pt x="160115" y="193833"/>
                </a:lnTo>
                <a:close/>
              </a:path>
              <a:path w="187960" h="309879">
                <a:moveTo>
                  <a:pt x="96107" y="224313"/>
                </a:moveTo>
                <a:lnTo>
                  <a:pt x="58435" y="214503"/>
                </a:lnTo>
                <a:lnTo>
                  <a:pt x="36576" y="199929"/>
                </a:lnTo>
                <a:lnTo>
                  <a:pt x="154468" y="199929"/>
                </a:lnTo>
                <a:lnTo>
                  <a:pt x="113633" y="222218"/>
                </a:lnTo>
                <a:lnTo>
                  <a:pt x="96107" y="2243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object 8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312568" y="4885753"/>
            <a:ext cx="2031777" cy="318897"/>
          </a:xfrm>
          <a:prstGeom prst="rect">
            <a:avLst/>
          </a:prstGeom>
        </p:spPr>
      </p:pic>
      <p:sp>
        <p:nvSpPr>
          <p:cNvPr id="81" name="object 81" descr=""/>
          <p:cNvSpPr/>
          <p:nvPr/>
        </p:nvSpPr>
        <p:spPr>
          <a:xfrm>
            <a:off x="7467886" y="4885753"/>
            <a:ext cx="187960" cy="319405"/>
          </a:xfrm>
          <a:custGeom>
            <a:avLst/>
            <a:gdLst/>
            <a:ahLst/>
            <a:cxnLst/>
            <a:rect l="l" t="t" r="r" b="b"/>
            <a:pathLst>
              <a:path w="187959" h="319404">
                <a:moveTo>
                  <a:pt x="187642" y="118967"/>
                </a:moveTo>
                <a:lnTo>
                  <a:pt x="152590" y="118967"/>
                </a:lnTo>
                <a:lnTo>
                  <a:pt x="151066" y="82391"/>
                </a:lnTo>
                <a:lnTo>
                  <a:pt x="151066" y="0"/>
                </a:lnTo>
                <a:lnTo>
                  <a:pt x="187642" y="0"/>
                </a:lnTo>
                <a:lnTo>
                  <a:pt x="187642" y="118967"/>
                </a:lnTo>
                <a:close/>
              </a:path>
              <a:path w="187959" h="319404">
                <a:moveTo>
                  <a:pt x="88487" y="318897"/>
                </a:moveTo>
                <a:lnTo>
                  <a:pt x="36971" y="302823"/>
                </a:lnTo>
                <a:lnTo>
                  <a:pt x="5905" y="254412"/>
                </a:lnTo>
                <a:lnTo>
                  <a:pt x="0" y="207454"/>
                </a:lnTo>
                <a:lnTo>
                  <a:pt x="547" y="194286"/>
                </a:lnTo>
                <a:lnTo>
                  <a:pt x="11596" y="150218"/>
                </a:lnTo>
                <a:lnTo>
                  <a:pt x="28956" y="125063"/>
                </a:lnTo>
                <a:lnTo>
                  <a:pt x="35209" y="117848"/>
                </a:lnTo>
                <a:lnTo>
                  <a:pt x="74961" y="96678"/>
                </a:lnTo>
                <a:lnTo>
                  <a:pt x="93059" y="94583"/>
                </a:lnTo>
                <a:lnTo>
                  <a:pt x="101917" y="94892"/>
                </a:lnTo>
                <a:lnTo>
                  <a:pt x="138791" y="108680"/>
                </a:lnTo>
                <a:lnTo>
                  <a:pt x="152590" y="118967"/>
                </a:lnTo>
                <a:lnTo>
                  <a:pt x="187642" y="118967"/>
                </a:lnTo>
                <a:lnTo>
                  <a:pt x="187642" y="125063"/>
                </a:lnTo>
                <a:lnTo>
                  <a:pt x="90011" y="125063"/>
                </a:lnTo>
                <a:lnTo>
                  <a:pt x="82391" y="126587"/>
                </a:lnTo>
                <a:lnTo>
                  <a:pt x="74771" y="131159"/>
                </a:lnTo>
                <a:lnTo>
                  <a:pt x="69318" y="133994"/>
                </a:lnTo>
                <a:lnTo>
                  <a:pt x="64293" y="137838"/>
                </a:lnTo>
                <a:lnTo>
                  <a:pt x="42767" y="172402"/>
                </a:lnTo>
                <a:lnTo>
                  <a:pt x="38100" y="205930"/>
                </a:lnTo>
                <a:lnTo>
                  <a:pt x="38995" y="224297"/>
                </a:lnTo>
                <a:lnTo>
                  <a:pt x="53435" y="266985"/>
                </a:lnTo>
                <a:lnTo>
                  <a:pt x="96107" y="288417"/>
                </a:lnTo>
                <a:lnTo>
                  <a:pt x="154114" y="288417"/>
                </a:lnTo>
                <a:lnTo>
                  <a:pt x="147153" y="294108"/>
                </a:lnTo>
                <a:lnTo>
                  <a:pt x="106584" y="316611"/>
                </a:lnTo>
                <a:lnTo>
                  <a:pt x="97607" y="318325"/>
                </a:lnTo>
                <a:lnTo>
                  <a:pt x="88487" y="318897"/>
                </a:lnTo>
                <a:close/>
              </a:path>
              <a:path w="187959" h="319404">
                <a:moveTo>
                  <a:pt x="187642" y="314325"/>
                </a:moveTo>
                <a:lnTo>
                  <a:pt x="157162" y="314325"/>
                </a:lnTo>
                <a:lnTo>
                  <a:pt x="154114" y="288417"/>
                </a:lnTo>
                <a:lnTo>
                  <a:pt x="96107" y="288417"/>
                </a:lnTo>
                <a:lnTo>
                  <a:pt x="137457" y="271748"/>
                </a:lnTo>
                <a:lnTo>
                  <a:pt x="151066" y="259365"/>
                </a:lnTo>
                <a:lnTo>
                  <a:pt x="151066" y="146494"/>
                </a:lnTo>
                <a:lnTo>
                  <a:pt x="112109" y="126206"/>
                </a:lnTo>
                <a:lnTo>
                  <a:pt x="99155" y="125063"/>
                </a:lnTo>
                <a:lnTo>
                  <a:pt x="187642" y="125063"/>
                </a:lnTo>
                <a:lnTo>
                  <a:pt x="187642" y="314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2" name="object 82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711916" y="4980336"/>
            <a:ext cx="181451" cy="224313"/>
          </a:xfrm>
          <a:prstGeom prst="rect">
            <a:avLst/>
          </a:prstGeom>
        </p:spPr>
      </p:pic>
      <p:sp>
        <p:nvSpPr>
          <p:cNvPr id="83" name="object 83" descr=""/>
          <p:cNvSpPr/>
          <p:nvPr/>
        </p:nvSpPr>
        <p:spPr>
          <a:xfrm>
            <a:off x="7945373" y="4885753"/>
            <a:ext cx="59690" cy="319405"/>
          </a:xfrm>
          <a:custGeom>
            <a:avLst/>
            <a:gdLst/>
            <a:ahLst/>
            <a:cxnLst/>
            <a:rect l="l" t="t" r="r" b="b"/>
            <a:pathLst>
              <a:path w="59690" h="319404">
                <a:moveTo>
                  <a:pt x="47244" y="318896"/>
                </a:moveTo>
                <a:lnTo>
                  <a:pt x="38100" y="318896"/>
                </a:lnTo>
                <a:lnTo>
                  <a:pt x="28646" y="318063"/>
                </a:lnTo>
                <a:lnTo>
                  <a:pt x="571" y="281764"/>
                </a:lnTo>
                <a:lnTo>
                  <a:pt x="0" y="270033"/>
                </a:lnTo>
                <a:lnTo>
                  <a:pt x="0" y="0"/>
                </a:lnTo>
                <a:lnTo>
                  <a:pt x="36576" y="0"/>
                </a:lnTo>
                <a:lnTo>
                  <a:pt x="36576" y="279177"/>
                </a:lnTo>
                <a:lnTo>
                  <a:pt x="38100" y="283749"/>
                </a:lnTo>
                <a:lnTo>
                  <a:pt x="39624" y="285273"/>
                </a:lnTo>
                <a:lnTo>
                  <a:pt x="41148" y="288416"/>
                </a:lnTo>
                <a:lnTo>
                  <a:pt x="54864" y="288416"/>
                </a:lnTo>
                <a:lnTo>
                  <a:pt x="59436" y="315848"/>
                </a:lnTo>
                <a:lnTo>
                  <a:pt x="56387" y="315848"/>
                </a:lnTo>
                <a:lnTo>
                  <a:pt x="54864" y="317372"/>
                </a:lnTo>
                <a:lnTo>
                  <a:pt x="50292" y="317372"/>
                </a:lnTo>
                <a:lnTo>
                  <a:pt x="47244" y="3188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4" name="object 84" descr=""/>
          <p:cNvGrpSpPr/>
          <p:nvPr/>
        </p:nvGrpSpPr>
        <p:grpSpPr>
          <a:xfrm>
            <a:off x="8052148" y="4894897"/>
            <a:ext cx="483870" cy="309880"/>
            <a:chOff x="8052148" y="4894897"/>
            <a:chExt cx="483870" cy="309880"/>
          </a:xfrm>
        </p:grpSpPr>
        <p:sp>
          <p:nvSpPr>
            <p:cNvPr id="85" name="object 85" descr=""/>
            <p:cNvSpPr/>
            <p:nvPr/>
          </p:nvSpPr>
          <p:spPr>
            <a:xfrm>
              <a:off x="8052148" y="4894897"/>
              <a:ext cx="50800" cy="305435"/>
            </a:xfrm>
            <a:custGeom>
              <a:avLst/>
              <a:gdLst/>
              <a:ahLst/>
              <a:cxnLst/>
              <a:rect l="l" t="t" r="r" b="b"/>
              <a:pathLst>
                <a:path w="50800" h="305435">
                  <a:moveTo>
                    <a:pt x="32004" y="45720"/>
                  </a:moveTo>
                  <a:lnTo>
                    <a:pt x="18288" y="45720"/>
                  </a:lnTo>
                  <a:lnTo>
                    <a:pt x="12192" y="44196"/>
                  </a:lnTo>
                  <a:lnTo>
                    <a:pt x="6096" y="39624"/>
                  </a:lnTo>
                  <a:lnTo>
                    <a:pt x="1524" y="35052"/>
                  </a:lnTo>
                  <a:lnTo>
                    <a:pt x="0" y="28956"/>
                  </a:lnTo>
                  <a:lnTo>
                    <a:pt x="0" y="15240"/>
                  </a:lnTo>
                  <a:lnTo>
                    <a:pt x="1524" y="10668"/>
                  </a:lnTo>
                  <a:lnTo>
                    <a:pt x="6096" y="6096"/>
                  </a:lnTo>
                  <a:lnTo>
                    <a:pt x="12192" y="1524"/>
                  </a:lnTo>
                  <a:lnTo>
                    <a:pt x="16764" y="0"/>
                  </a:lnTo>
                  <a:lnTo>
                    <a:pt x="32004" y="0"/>
                  </a:lnTo>
                  <a:lnTo>
                    <a:pt x="38100" y="1524"/>
                  </a:lnTo>
                  <a:lnTo>
                    <a:pt x="47244" y="10668"/>
                  </a:lnTo>
                  <a:lnTo>
                    <a:pt x="50292" y="15240"/>
                  </a:lnTo>
                  <a:lnTo>
                    <a:pt x="50292" y="28956"/>
                  </a:lnTo>
                  <a:lnTo>
                    <a:pt x="47244" y="35052"/>
                  </a:lnTo>
                  <a:lnTo>
                    <a:pt x="38100" y="44196"/>
                  </a:lnTo>
                  <a:lnTo>
                    <a:pt x="32004" y="45720"/>
                  </a:lnTo>
                  <a:close/>
                </a:path>
                <a:path w="50800" h="305435">
                  <a:moveTo>
                    <a:pt x="42672" y="305180"/>
                  </a:moveTo>
                  <a:lnTo>
                    <a:pt x="6096" y="305180"/>
                  </a:lnTo>
                  <a:lnTo>
                    <a:pt x="6096" y="90011"/>
                  </a:lnTo>
                  <a:lnTo>
                    <a:pt x="42672" y="90011"/>
                  </a:lnTo>
                  <a:lnTo>
                    <a:pt x="42672" y="3051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135968" y="4984908"/>
              <a:ext cx="195262" cy="215169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354091" y="4980336"/>
              <a:ext cx="181546" cy="224313"/>
            </a:xfrm>
            <a:prstGeom prst="rect">
              <a:avLst/>
            </a:prstGeom>
          </p:spPr>
        </p:pic>
      </p:grpSp>
      <p:grpSp>
        <p:nvGrpSpPr>
          <p:cNvPr id="88" name="object 88" descr=""/>
          <p:cNvGrpSpPr/>
          <p:nvPr/>
        </p:nvGrpSpPr>
        <p:grpSpPr>
          <a:xfrm>
            <a:off x="8589073" y="4980336"/>
            <a:ext cx="325120" cy="311785"/>
            <a:chOff x="8589073" y="4980336"/>
            <a:chExt cx="325120" cy="311785"/>
          </a:xfrm>
        </p:grpSpPr>
        <p:pic>
          <p:nvPicPr>
            <p:cNvPr id="89" name="object 8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589073" y="4980336"/>
              <a:ext cx="117443" cy="219741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8718708" y="4984908"/>
              <a:ext cx="195580" cy="306705"/>
            </a:xfrm>
            <a:custGeom>
              <a:avLst/>
              <a:gdLst/>
              <a:ahLst/>
              <a:cxnLst/>
              <a:rect l="l" t="t" r="r" b="b"/>
              <a:pathLst>
                <a:path w="195579" h="306704">
                  <a:moveTo>
                    <a:pt x="35052" y="306705"/>
                  </a:moveTo>
                  <a:lnTo>
                    <a:pt x="24384" y="306705"/>
                  </a:lnTo>
                  <a:lnTo>
                    <a:pt x="21336" y="305181"/>
                  </a:lnTo>
                  <a:lnTo>
                    <a:pt x="16764" y="305181"/>
                  </a:lnTo>
                  <a:lnTo>
                    <a:pt x="12192" y="303656"/>
                  </a:lnTo>
                  <a:lnTo>
                    <a:pt x="9144" y="302132"/>
                  </a:lnTo>
                  <a:lnTo>
                    <a:pt x="16764" y="273177"/>
                  </a:lnTo>
                  <a:lnTo>
                    <a:pt x="18288" y="274701"/>
                  </a:lnTo>
                  <a:lnTo>
                    <a:pt x="21336" y="274701"/>
                  </a:lnTo>
                  <a:lnTo>
                    <a:pt x="24384" y="276225"/>
                  </a:lnTo>
                  <a:lnTo>
                    <a:pt x="32004" y="276225"/>
                  </a:lnTo>
                  <a:lnTo>
                    <a:pt x="67968" y="256810"/>
                  </a:lnTo>
                  <a:lnTo>
                    <a:pt x="85439" y="215169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83391" y="126158"/>
                  </a:lnTo>
                  <a:lnTo>
                    <a:pt x="89011" y="140922"/>
                  </a:lnTo>
                  <a:lnTo>
                    <a:pt x="91535" y="148018"/>
                  </a:lnTo>
                  <a:lnTo>
                    <a:pt x="94059" y="155995"/>
                  </a:lnTo>
                  <a:lnTo>
                    <a:pt x="102203" y="178498"/>
                  </a:lnTo>
                  <a:lnTo>
                    <a:pt x="103727" y="178498"/>
                  </a:lnTo>
                  <a:lnTo>
                    <a:pt x="108299" y="163830"/>
                  </a:lnTo>
                  <a:lnTo>
                    <a:pt x="112871" y="148018"/>
                  </a:lnTo>
                  <a:lnTo>
                    <a:pt x="160115" y="0"/>
                  </a:lnTo>
                  <a:lnTo>
                    <a:pt x="195262" y="0"/>
                  </a:lnTo>
                  <a:lnTo>
                    <a:pt x="114395" y="231933"/>
                  </a:lnTo>
                  <a:lnTo>
                    <a:pt x="111847" y="239912"/>
                  </a:lnTo>
                  <a:lnTo>
                    <a:pt x="94392" y="274510"/>
                  </a:lnTo>
                  <a:lnTo>
                    <a:pt x="62484" y="300608"/>
                  </a:lnTo>
                  <a:lnTo>
                    <a:pt x="56483" y="303490"/>
                  </a:lnTo>
                  <a:lnTo>
                    <a:pt x="49911" y="305371"/>
                  </a:lnTo>
                  <a:lnTo>
                    <a:pt x="42767" y="306395"/>
                  </a:lnTo>
                  <a:lnTo>
                    <a:pt x="35052" y="3067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92" name="object 9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262473"/>
            <a:ext cx="1144270" cy="56515"/>
          </a:xfrm>
          <a:custGeom>
            <a:avLst/>
            <a:gdLst/>
            <a:ahLst/>
            <a:cxnLst/>
            <a:rect l="l" t="t" r="r" b="b"/>
            <a:pathLst>
              <a:path w="1144270" h="56514">
                <a:moveTo>
                  <a:pt x="1122616" y="56483"/>
                </a:moveTo>
                <a:lnTo>
                  <a:pt x="21336" y="56483"/>
                </a:lnTo>
                <a:lnTo>
                  <a:pt x="15240" y="53435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5815"/>
                </a:lnTo>
                <a:lnTo>
                  <a:pt x="1524" y="36671"/>
                </a:lnTo>
                <a:lnTo>
                  <a:pt x="0" y="32099"/>
                </a:lnTo>
                <a:lnTo>
                  <a:pt x="0" y="29051"/>
                </a:lnTo>
                <a:lnTo>
                  <a:pt x="0" y="24479"/>
                </a:lnTo>
                <a:lnTo>
                  <a:pt x="3048" y="18383"/>
                </a:lnTo>
                <a:lnTo>
                  <a:pt x="4572" y="13716"/>
                </a:lnTo>
                <a:lnTo>
                  <a:pt x="6096" y="10668"/>
                </a:lnTo>
                <a:lnTo>
                  <a:pt x="10668" y="6096"/>
                </a:lnTo>
                <a:lnTo>
                  <a:pt x="15240" y="3048"/>
                </a:lnTo>
                <a:lnTo>
                  <a:pt x="21336" y="0"/>
                </a:lnTo>
                <a:lnTo>
                  <a:pt x="1122616" y="0"/>
                </a:lnTo>
                <a:lnTo>
                  <a:pt x="1127188" y="1524"/>
                </a:lnTo>
                <a:lnTo>
                  <a:pt x="1130236" y="3048"/>
                </a:lnTo>
                <a:lnTo>
                  <a:pt x="1133284" y="6096"/>
                </a:lnTo>
                <a:lnTo>
                  <a:pt x="1136427" y="7620"/>
                </a:lnTo>
                <a:lnTo>
                  <a:pt x="1139475" y="10668"/>
                </a:lnTo>
                <a:lnTo>
                  <a:pt x="1140999" y="13716"/>
                </a:lnTo>
                <a:lnTo>
                  <a:pt x="1142523" y="18383"/>
                </a:lnTo>
                <a:lnTo>
                  <a:pt x="1144047" y="21431"/>
                </a:lnTo>
                <a:lnTo>
                  <a:pt x="1144047" y="36671"/>
                </a:lnTo>
                <a:lnTo>
                  <a:pt x="1139475" y="45815"/>
                </a:lnTo>
                <a:lnTo>
                  <a:pt x="1133284" y="51911"/>
                </a:lnTo>
                <a:lnTo>
                  <a:pt x="1127188" y="54959"/>
                </a:lnTo>
                <a:lnTo>
                  <a:pt x="1122616" y="56483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985450" y="1453705"/>
            <a:ext cx="302260" cy="434975"/>
          </a:xfrm>
          <a:custGeom>
            <a:avLst/>
            <a:gdLst/>
            <a:ahLst/>
            <a:cxnLst/>
            <a:rect l="l" t="t" r="r" b="b"/>
            <a:pathLst>
              <a:path w="302260" h="434975">
                <a:moveTo>
                  <a:pt x="151066" y="434911"/>
                </a:moveTo>
                <a:lnTo>
                  <a:pt x="109870" y="431292"/>
                </a:lnTo>
                <a:lnTo>
                  <a:pt x="68675" y="419671"/>
                </a:lnTo>
                <a:lnTo>
                  <a:pt x="32087" y="400228"/>
                </a:lnTo>
                <a:lnTo>
                  <a:pt x="0" y="373856"/>
                </a:lnTo>
                <a:lnTo>
                  <a:pt x="42767" y="323564"/>
                </a:lnTo>
                <a:lnTo>
                  <a:pt x="54506" y="333303"/>
                </a:lnTo>
                <a:lnTo>
                  <a:pt x="66960" y="342042"/>
                </a:lnTo>
                <a:lnTo>
                  <a:pt x="109219" y="363093"/>
                </a:lnTo>
                <a:lnTo>
                  <a:pt x="152590" y="370808"/>
                </a:lnTo>
                <a:lnTo>
                  <a:pt x="169521" y="369927"/>
                </a:lnTo>
                <a:lnTo>
                  <a:pt x="207454" y="355568"/>
                </a:lnTo>
                <a:lnTo>
                  <a:pt x="225837" y="315849"/>
                </a:lnTo>
                <a:lnTo>
                  <a:pt x="225837" y="308229"/>
                </a:lnTo>
                <a:lnTo>
                  <a:pt x="195262" y="270129"/>
                </a:lnTo>
                <a:lnTo>
                  <a:pt x="186118" y="267081"/>
                </a:lnTo>
                <a:lnTo>
                  <a:pt x="180355" y="263890"/>
                </a:lnTo>
                <a:lnTo>
                  <a:pt x="174307" y="260985"/>
                </a:lnTo>
                <a:lnTo>
                  <a:pt x="103727" y="230409"/>
                </a:lnTo>
                <a:lnTo>
                  <a:pt x="95750" y="226718"/>
                </a:lnTo>
                <a:lnTo>
                  <a:pt x="58388" y="203358"/>
                </a:lnTo>
                <a:lnTo>
                  <a:pt x="29741" y="168202"/>
                </a:lnTo>
                <a:lnTo>
                  <a:pt x="18930" y="130206"/>
                </a:lnTo>
                <a:lnTo>
                  <a:pt x="18383" y="119062"/>
                </a:lnTo>
                <a:lnTo>
                  <a:pt x="18978" y="106736"/>
                </a:lnTo>
                <a:lnTo>
                  <a:pt x="35075" y="61722"/>
                </a:lnTo>
                <a:lnTo>
                  <a:pt x="67698" y="27400"/>
                </a:lnTo>
                <a:lnTo>
                  <a:pt x="102203" y="9143"/>
                </a:lnTo>
                <a:lnTo>
                  <a:pt x="144730" y="571"/>
                </a:lnTo>
                <a:lnTo>
                  <a:pt x="160210" y="0"/>
                </a:lnTo>
                <a:lnTo>
                  <a:pt x="178238" y="881"/>
                </a:lnTo>
                <a:lnTo>
                  <a:pt x="230409" y="15239"/>
                </a:lnTo>
                <a:lnTo>
                  <a:pt x="275415" y="42323"/>
                </a:lnTo>
                <a:lnTo>
                  <a:pt x="288321" y="53435"/>
                </a:lnTo>
                <a:lnTo>
                  <a:pt x="250221" y="100679"/>
                </a:lnTo>
                <a:lnTo>
                  <a:pt x="239909" y="92987"/>
                </a:lnTo>
                <a:lnTo>
                  <a:pt x="229445" y="86010"/>
                </a:lnTo>
                <a:lnTo>
                  <a:pt x="184975" y="67913"/>
                </a:lnTo>
                <a:lnTo>
                  <a:pt x="160210" y="65627"/>
                </a:lnTo>
                <a:lnTo>
                  <a:pt x="145302" y="66460"/>
                </a:lnTo>
                <a:lnTo>
                  <a:pt x="103346" y="85250"/>
                </a:lnTo>
                <a:lnTo>
                  <a:pt x="93059" y="114490"/>
                </a:lnTo>
                <a:lnTo>
                  <a:pt x="93059" y="123634"/>
                </a:lnTo>
                <a:lnTo>
                  <a:pt x="94583" y="129730"/>
                </a:lnTo>
                <a:lnTo>
                  <a:pt x="99155" y="135826"/>
                </a:lnTo>
                <a:lnTo>
                  <a:pt x="102203" y="141922"/>
                </a:lnTo>
                <a:lnTo>
                  <a:pt x="106775" y="146494"/>
                </a:lnTo>
                <a:lnTo>
                  <a:pt x="114395" y="151066"/>
                </a:lnTo>
                <a:lnTo>
                  <a:pt x="119062" y="155638"/>
                </a:lnTo>
                <a:lnTo>
                  <a:pt x="126682" y="158686"/>
                </a:lnTo>
                <a:lnTo>
                  <a:pt x="135826" y="163258"/>
                </a:lnTo>
                <a:lnTo>
                  <a:pt x="147447" y="168032"/>
                </a:lnTo>
                <a:lnTo>
                  <a:pt x="153614" y="170799"/>
                </a:lnTo>
                <a:lnTo>
                  <a:pt x="160210" y="174021"/>
                </a:lnTo>
                <a:lnTo>
                  <a:pt x="216598" y="196881"/>
                </a:lnTo>
                <a:lnTo>
                  <a:pt x="251745" y="215169"/>
                </a:lnTo>
                <a:lnTo>
                  <a:pt x="283059" y="245871"/>
                </a:lnTo>
                <a:lnTo>
                  <a:pt x="299942" y="288988"/>
                </a:lnTo>
                <a:lnTo>
                  <a:pt x="302037" y="311277"/>
                </a:lnTo>
                <a:lnTo>
                  <a:pt x="301228" y="323643"/>
                </a:lnTo>
                <a:lnTo>
                  <a:pt x="285964" y="369738"/>
                </a:lnTo>
                <a:lnTo>
                  <a:pt x="251148" y="406050"/>
                </a:lnTo>
                <a:lnTo>
                  <a:pt x="213550" y="425767"/>
                </a:lnTo>
                <a:lnTo>
                  <a:pt x="167901" y="434340"/>
                </a:lnTo>
                <a:lnTo>
                  <a:pt x="151066" y="4349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360735" y="1461325"/>
            <a:ext cx="317500" cy="427355"/>
          </a:xfrm>
          <a:custGeom>
            <a:avLst/>
            <a:gdLst/>
            <a:ahLst/>
            <a:cxnLst/>
            <a:rect l="l" t="t" r="r" b="b"/>
            <a:pathLst>
              <a:path w="317500" h="427355">
                <a:moveTo>
                  <a:pt x="160115" y="427291"/>
                </a:moveTo>
                <a:lnTo>
                  <a:pt x="109108" y="421505"/>
                </a:lnTo>
                <a:lnTo>
                  <a:pt x="67103" y="403276"/>
                </a:lnTo>
                <a:lnTo>
                  <a:pt x="34480" y="370713"/>
                </a:lnTo>
                <a:lnTo>
                  <a:pt x="12192" y="323564"/>
                </a:lnTo>
                <a:lnTo>
                  <a:pt x="3238" y="283273"/>
                </a:lnTo>
                <a:lnTo>
                  <a:pt x="0" y="234981"/>
                </a:lnTo>
                <a:lnTo>
                  <a:pt x="0" y="0"/>
                </a:lnTo>
                <a:lnTo>
                  <a:pt x="74771" y="0"/>
                </a:lnTo>
                <a:lnTo>
                  <a:pt x="74771" y="241172"/>
                </a:lnTo>
                <a:lnTo>
                  <a:pt x="75080" y="257722"/>
                </a:lnTo>
                <a:lnTo>
                  <a:pt x="80867" y="299084"/>
                </a:lnTo>
                <a:lnTo>
                  <a:pt x="97631" y="335756"/>
                </a:lnTo>
                <a:lnTo>
                  <a:pt x="133111" y="359330"/>
                </a:lnTo>
                <a:lnTo>
                  <a:pt x="160115" y="363188"/>
                </a:lnTo>
                <a:lnTo>
                  <a:pt x="169290" y="362664"/>
                </a:lnTo>
                <a:lnTo>
                  <a:pt x="210121" y="348710"/>
                </a:lnTo>
                <a:lnTo>
                  <a:pt x="236624" y="309998"/>
                </a:lnTo>
                <a:lnTo>
                  <a:pt x="246530" y="257722"/>
                </a:lnTo>
                <a:lnTo>
                  <a:pt x="247078" y="241172"/>
                </a:lnTo>
                <a:lnTo>
                  <a:pt x="247078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682" y="260208"/>
                </a:lnTo>
                <a:lnTo>
                  <a:pt x="311491" y="304338"/>
                </a:lnTo>
                <a:lnTo>
                  <a:pt x="300323" y="340995"/>
                </a:lnTo>
                <a:lnTo>
                  <a:pt x="274605" y="383000"/>
                </a:lnTo>
                <a:lnTo>
                  <a:pt x="239150" y="410311"/>
                </a:lnTo>
                <a:lnTo>
                  <a:pt x="194107" y="424815"/>
                </a:lnTo>
                <a:lnTo>
                  <a:pt x="177267" y="426696"/>
                </a:lnTo>
                <a:lnTo>
                  <a:pt x="160115" y="4272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783264" y="1461325"/>
            <a:ext cx="370840" cy="419734"/>
          </a:xfrm>
          <a:custGeom>
            <a:avLst/>
            <a:gdLst/>
            <a:ahLst/>
            <a:cxnLst/>
            <a:rect l="l" t="t" r="r" b="b"/>
            <a:pathLst>
              <a:path w="370839" h="419735">
                <a:moveTo>
                  <a:pt x="370617" y="419671"/>
                </a:moveTo>
                <a:lnTo>
                  <a:pt x="300513" y="419671"/>
                </a:lnTo>
                <a:lnTo>
                  <a:pt x="300537" y="220884"/>
                </a:lnTo>
                <a:lnTo>
                  <a:pt x="300704" y="212883"/>
                </a:lnTo>
                <a:lnTo>
                  <a:pt x="301156" y="204882"/>
                </a:lnTo>
                <a:lnTo>
                  <a:pt x="302037" y="196881"/>
                </a:lnTo>
                <a:lnTo>
                  <a:pt x="302275" y="187760"/>
                </a:lnTo>
                <a:lnTo>
                  <a:pt x="303323" y="170052"/>
                </a:lnTo>
                <a:lnTo>
                  <a:pt x="303561" y="161734"/>
                </a:lnTo>
                <a:lnTo>
                  <a:pt x="304466" y="152614"/>
                </a:lnTo>
                <a:lnTo>
                  <a:pt x="305704" y="134945"/>
                </a:lnTo>
                <a:lnTo>
                  <a:pt x="306609" y="126682"/>
                </a:lnTo>
                <a:lnTo>
                  <a:pt x="308705" y="110680"/>
                </a:lnTo>
                <a:lnTo>
                  <a:pt x="309395" y="102679"/>
                </a:lnTo>
                <a:lnTo>
                  <a:pt x="309657" y="94678"/>
                </a:lnTo>
                <a:lnTo>
                  <a:pt x="308133" y="94678"/>
                </a:lnTo>
                <a:lnTo>
                  <a:pt x="272986" y="190785"/>
                </a:lnTo>
                <a:lnTo>
                  <a:pt x="201358" y="379952"/>
                </a:lnTo>
                <a:lnTo>
                  <a:pt x="166211" y="379952"/>
                </a:lnTo>
                <a:lnTo>
                  <a:pt x="94583" y="190785"/>
                </a:lnTo>
                <a:lnTo>
                  <a:pt x="60960" y="94678"/>
                </a:lnTo>
                <a:lnTo>
                  <a:pt x="57912" y="94678"/>
                </a:lnTo>
                <a:lnTo>
                  <a:pt x="58816" y="102679"/>
                </a:lnTo>
                <a:lnTo>
                  <a:pt x="60055" y="118681"/>
                </a:lnTo>
                <a:lnTo>
                  <a:pt x="60960" y="126682"/>
                </a:lnTo>
                <a:lnTo>
                  <a:pt x="63103" y="143637"/>
                </a:lnTo>
                <a:lnTo>
                  <a:pt x="63826" y="152614"/>
                </a:lnTo>
                <a:lnTo>
                  <a:pt x="64103" y="161734"/>
                </a:lnTo>
                <a:lnTo>
                  <a:pt x="65222" y="170052"/>
                </a:lnTo>
                <a:lnTo>
                  <a:pt x="66198" y="178772"/>
                </a:lnTo>
                <a:lnTo>
                  <a:pt x="66889" y="187760"/>
                </a:lnTo>
                <a:lnTo>
                  <a:pt x="67389" y="204882"/>
                </a:lnTo>
                <a:lnTo>
                  <a:pt x="68437" y="220884"/>
                </a:lnTo>
                <a:lnTo>
                  <a:pt x="68675" y="228885"/>
                </a:lnTo>
                <a:lnTo>
                  <a:pt x="68675" y="419671"/>
                </a:lnTo>
                <a:lnTo>
                  <a:pt x="0" y="419671"/>
                </a:lnTo>
                <a:lnTo>
                  <a:pt x="0" y="0"/>
                </a:lnTo>
                <a:lnTo>
                  <a:pt x="80867" y="0"/>
                </a:lnTo>
                <a:lnTo>
                  <a:pt x="157067" y="207549"/>
                </a:lnTo>
                <a:lnTo>
                  <a:pt x="184594" y="286893"/>
                </a:lnTo>
                <a:lnTo>
                  <a:pt x="187642" y="286893"/>
                </a:lnTo>
                <a:lnTo>
                  <a:pt x="213550" y="207549"/>
                </a:lnTo>
                <a:lnTo>
                  <a:pt x="288321" y="0"/>
                </a:lnTo>
                <a:lnTo>
                  <a:pt x="370617" y="0"/>
                </a:lnTo>
                <a:lnTo>
                  <a:pt x="370617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259133" y="1461325"/>
            <a:ext cx="370840" cy="419734"/>
          </a:xfrm>
          <a:custGeom>
            <a:avLst/>
            <a:gdLst/>
            <a:ahLst/>
            <a:cxnLst/>
            <a:rect l="l" t="t" r="r" b="b"/>
            <a:pathLst>
              <a:path w="370839" h="419735">
                <a:moveTo>
                  <a:pt x="370712" y="419671"/>
                </a:moveTo>
                <a:lnTo>
                  <a:pt x="302037" y="419671"/>
                </a:lnTo>
                <a:lnTo>
                  <a:pt x="302037" y="196881"/>
                </a:lnTo>
                <a:lnTo>
                  <a:pt x="302942" y="187760"/>
                </a:lnTo>
                <a:lnTo>
                  <a:pt x="304180" y="170052"/>
                </a:lnTo>
                <a:lnTo>
                  <a:pt x="305085" y="161734"/>
                </a:lnTo>
                <a:lnTo>
                  <a:pt x="305347" y="152614"/>
                </a:lnTo>
                <a:lnTo>
                  <a:pt x="306038" y="143637"/>
                </a:lnTo>
                <a:lnTo>
                  <a:pt x="307014" y="134945"/>
                </a:lnTo>
                <a:lnTo>
                  <a:pt x="308133" y="126682"/>
                </a:lnTo>
                <a:lnTo>
                  <a:pt x="308395" y="118681"/>
                </a:lnTo>
                <a:lnTo>
                  <a:pt x="309086" y="110680"/>
                </a:lnTo>
                <a:lnTo>
                  <a:pt x="311181" y="94678"/>
                </a:lnTo>
                <a:lnTo>
                  <a:pt x="308133" y="94678"/>
                </a:lnTo>
                <a:lnTo>
                  <a:pt x="274605" y="190785"/>
                </a:lnTo>
                <a:lnTo>
                  <a:pt x="201358" y="379952"/>
                </a:lnTo>
                <a:lnTo>
                  <a:pt x="167830" y="379952"/>
                </a:lnTo>
                <a:lnTo>
                  <a:pt x="94583" y="190785"/>
                </a:lnTo>
                <a:lnTo>
                  <a:pt x="61055" y="94678"/>
                </a:lnTo>
                <a:lnTo>
                  <a:pt x="59531" y="94678"/>
                </a:lnTo>
                <a:lnTo>
                  <a:pt x="59793" y="102679"/>
                </a:lnTo>
                <a:lnTo>
                  <a:pt x="60483" y="110680"/>
                </a:lnTo>
                <a:lnTo>
                  <a:pt x="62579" y="126682"/>
                </a:lnTo>
                <a:lnTo>
                  <a:pt x="62841" y="134945"/>
                </a:lnTo>
                <a:lnTo>
                  <a:pt x="63531" y="143637"/>
                </a:lnTo>
                <a:lnTo>
                  <a:pt x="65627" y="161734"/>
                </a:lnTo>
                <a:lnTo>
                  <a:pt x="65865" y="170052"/>
                </a:lnTo>
                <a:lnTo>
                  <a:pt x="66913" y="187760"/>
                </a:lnTo>
                <a:lnTo>
                  <a:pt x="67151" y="196881"/>
                </a:lnTo>
                <a:lnTo>
                  <a:pt x="68032" y="204882"/>
                </a:lnTo>
                <a:lnTo>
                  <a:pt x="68484" y="212883"/>
                </a:lnTo>
                <a:lnTo>
                  <a:pt x="68675" y="228885"/>
                </a:lnTo>
                <a:lnTo>
                  <a:pt x="68675" y="419671"/>
                </a:lnTo>
                <a:lnTo>
                  <a:pt x="0" y="419671"/>
                </a:lnTo>
                <a:lnTo>
                  <a:pt x="0" y="0"/>
                </a:lnTo>
                <a:lnTo>
                  <a:pt x="82391" y="0"/>
                </a:lnTo>
                <a:lnTo>
                  <a:pt x="157162" y="207549"/>
                </a:lnTo>
                <a:lnTo>
                  <a:pt x="184594" y="286893"/>
                </a:lnTo>
                <a:lnTo>
                  <a:pt x="187642" y="286893"/>
                </a:lnTo>
                <a:lnTo>
                  <a:pt x="215074" y="207549"/>
                </a:lnTo>
                <a:lnTo>
                  <a:pt x="289845" y="0"/>
                </a:lnTo>
                <a:lnTo>
                  <a:pt x="370712" y="0"/>
                </a:lnTo>
                <a:lnTo>
                  <a:pt x="370712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681662" y="1461325"/>
            <a:ext cx="360045" cy="419734"/>
          </a:xfrm>
          <a:custGeom>
            <a:avLst/>
            <a:gdLst/>
            <a:ahLst/>
            <a:cxnLst/>
            <a:rect l="l" t="t" r="r" b="b"/>
            <a:pathLst>
              <a:path w="360045" h="419735">
                <a:moveTo>
                  <a:pt x="74771" y="419671"/>
                </a:moveTo>
                <a:lnTo>
                  <a:pt x="0" y="419671"/>
                </a:lnTo>
                <a:lnTo>
                  <a:pt x="135826" y="0"/>
                </a:lnTo>
                <a:lnTo>
                  <a:pt x="222694" y="0"/>
                </a:lnTo>
                <a:lnTo>
                  <a:pt x="241679" y="58007"/>
                </a:lnTo>
                <a:lnTo>
                  <a:pt x="176974" y="58007"/>
                </a:lnTo>
                <a:lnTo>
                  <a:pt x="172402" y="76048"/>
                </a:lnTo>
                <a:lnTo>
                  <a:pt x="167830" y="93678"/>
                </a:lnTo>
                <a:lnTo>
                  <a:pt x="163258" y="111022"/>
                </a:lnTo>
                <a:lnTo>
                  <a:pt x="140398" y="196881"/>
                </a:lnTo>
                <a:lnTo>
                  <a:pt x="125158" y="247269"/>
                </a:lnTo>
                <a:lnTo>
                  <a:pt x="303620" y="247269"/>
                </a:lnTo>
                <a:lnTo>
                  <a:pt x="323073" y="306705"/>
                </a:lnTo>
                <a:lnTo>
                  <a:pt x="108299" y="306705"/>
                </a:lnTo>
                <a:lnTo>
                  <a:pt x="74771" y="419671"/>
                </a:lnTo>
                <a:close/>
              </a:path>
              <a:path w="360045" h="419735">
                <a:moveTo>
                  <a:pt x="303620" y="247269"/>
                </a:moveTo>
                <a:lnTo>
                  <a:pt x="231933" y="247269"/>
                </a:lnTo>
                <a:lnTo>
                  <a:pt x="218122" y="196881"/>
                </a:lnTo>
                <a:lnTo>
                  <a:pt x="212669" y="179721"/>
                </a:lnTo>
                <a:lnTo>
                  <a:pt x="198310" y="128206"/>
                </a:lnTo>
                <a:lnTo>
                  <a:pt x="184594" y="75405"/>
                </a:lnTo>
                <a:lnTo>
                  <a:pt x="180022" y="58007"/>
                </a:lnTo>
                <a:lnTo>
                  <a:pt x="241679" y="58007"/>
                </a:lnTo>
                <a:lnTo>
                  <a:pt x="303620" y="247269"/>
                </a:lnTo>
                <a:close/>
              </a:path>
              <a:path w="360045" h="419735">
                <a:moveTo>
                  <a:pt x="360045" y="419671"/>
                </a:moveTo>
                <a:lnTo>
                  <a:pt x="282225" y="419671"/>
                </a:lnTo>
                <a:lnTo>
                  <a:pt x="248697" y="306705"/>
                </a:lnTo>
                <a:lnTo>
                  <a:pt x="323073" y="306705"/>
                </a:lnTo>
                <a:lnTo>
                  <a:pt x="360045" y="4196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093511" y="1461325"/>
            <a:ext cx="643890" cy="419734"/>
          </a:xfrm>
          <a:custGeom>
            <a:avLst/>
            <a:gdLst/>
            <a:ahLst/>
            <a:cxnLst/>
            <a:rect l="l" t="t" r="r" b="b"/>
            <a:pathLst>
              <a:path w="643890" h="419735">
                <a:moveTo>
                  <a:pt x="312712" y="419671"/>
                </a:moveTo>
                <a:lnTo>
                  <a:pt x="219024" y="256324"/>
                </a:lnTo>
                <a:lnTo>
                  <a:pt x="212026" y="244132"/>
                </a:lnTo>
                <a:lnTo>
                  <a:pt x="230339" y="237274"/>
                </a:lnTo>
                <a:lnTo>
                  <a:pt x="272986" y="202984"/>
                </a:lnTo>
                <a:lnTo>
                  <a:pt x="290220" y="168592"/>
                </a:lnTo>
                <a:lnTo>
                  <a:pt x="295948" y="125069"/>
                </a:lnTo>
                <a:lnTo>
                  <a:pt x="295109" y="107632"/>
                </a:lnTo>
                <a:lnTo>
                  <a:pt x="283756" y="65633"/>
                </a:lnTo>
                <a:lnTo>
                  <a:pt x="251650" y="27432"/>
                </a:lnTo>
                <a:lnTo>
                  <a:pt x="222694" y="13004"/>
                </a:lnTo>
                <a:lnTo>
                  <a:pt x="222694" y="125069"/>
                </a:lnTo>
                <a:lnTo>
                  <a:pt x="221272" y="142036"/>
                </a:lnTo>
                <a:lnTo>
                  <a:pt x="199834" y="178498"/>
                </a:lnTo>
                <a:lnTo>
                  <a:pt x="154546" y="195643"/>
                </a:lnTo>
                <a:lnTo>
                  <a:pt x="134213" y="196786"/>
                </a:lnTo>
                <a:lnTo>
                  <a:pt x="74777" y="196786"/>
                </a:lnTo>
                <a:lnTo>
                  <a:pt x="74777" y="59537"/>
                </a:lnTo>
                <a:lnTo>
                  <a:pt x="134213" y="59537"/>
                </a:lnTo>
                <a:lnTo>
                  <a:pt x="172173" y="63728"/>
                </a:lnTo>
                <a:lnTo>
                  <a:pt x="209842" y="83058"/>
                </a:lnTo>
                <a:lnTo>
                  <a:pt x="222694" y="125069"/>
                </a:lnTo>
                <a:lnTo>
                  <a:pt x="222694" y="13004"/>
                </a:lnTo>
                <a:lnTo>
                  <a:pt x="173507" y="2095"/>
                </a:lnTo>
                <a:lnTo>
                  <a:pt x="141833" y="0"/>
                </a:lnTo>
                <a:lnTo>
                  <a:pt x="0" y="0"/>
                </a:lnTo>
                <a:lnTo>
                  <a:pt x="0" y="419671"/>
                </a:lnTo>
                <a:lnTo>
                  <a:pt x="74777" y="419671"/>
                </a:lnTo>
                <a:lnTo>
                  <a:pt x="74777" y="256324"/>
                </a:lnTo>
                <a:lnTo>
                  <a:pt x="138785" y="256324"/>
                </a:lnTo>
                <a:lnTo>
                  <a:pt x="228790" y="419671"/>
                </a:lnTo>
                <a:lnTo>
                  <a:pt x="312712" y="419671"/>
                </a:lnTo>
                <a:close/>
              </a:path>
              <a:path w="643890" h="419735">
                <a:moveTo>
                  <a:pt x="643699" y="0"/>
                </a:moveTo>
                <a:lnTo>
                  <a:pt x="565975" y="0"/>
                </a:lnTo>
                <a:lnTo>
                  <a:pt x="520166" y="108394"/>
                </a:lnTo>
                <a:lnTo>
                  <a:pt x="501878" y="154114"/>
                </a:lnTo>
                <a:lnTo>
                  <a:pt x="482066" y="199936"/>
                </a:lnTo>
                <a:lnTo>
                  <a:pt x="480542" y="199936"/>
                </a:lnTo>
                <a:lnTo>
                  <a:pt x="475094" y="187642"/>
                </a:lnTo>
                <a:lnTo>
                  <a:pt x="460730" y="154114"/>
                </a:lnTo>
                <a:lnTo>
                  <a:pt x="442341" y="108394"/>
                </a:lnTo>
                <a:lnTo>
                  <a:pt x="396621" y="0"/>
                </a:lnTo>
                <a:lnTo>
                  <a:pt x="317284" y="0"/>
                </a:lnTo>
                <a:lnTo>
                  <a:pt x="443865" y="264033"/>
                </a:lnTo>
                <a:lnTo>
                  <a:pt x="443865" y="419671"/>
                </a:lnTo>
                <a:lnTo>
                  <a:pt x="517118" y="419671"/>
                </a:lnTo>
                <a:lnTo>
                  <a:pt x="517118" y="264033"/>
                </a:lnTo>
                <a:lnTo>
                  <a:pt x="643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99052" y="2795111"/>
            <a:ext cx="313055" cy="331470"/>
          </a:xfrm>
          <a:custGeom>
            <a:avLst/>
            <a:gdLst/>
            <a:ahLst/>
            <a:cxnLst/>
            <a:rect l="l" t="t" r="r" b="b"/>
            <a:pathLst>
              <a:path w="313055" h="331469">
                <a:moveTo>
                  <a:pt x="126587" y="331089"/>
                </a:moveTo>
                <a:lnTo>
                  <a:pt x="105155" y="331089"/>
                </a:lnTo>
                <a:lnTo>
                  <a:pt x="102107" y="329565"/>
                </a:lnTo>
                <a:lnTo>
                  <a:pt x="97535" y="329565"/>
                </a:lnTo>
                <a:lnTo>
                  <a:pt x="94488" y="326517"/>
                </a:lnTo>
                <a:lnTo>
                  <a:pt x="92963" y="326517"/>
                </a:lnTo>
                <a:lnTo>
                  <a:pt x="88391" y="321945"/>
                </a:lnTo>
                <a:lnTo>
                  <a:pt x="75318" y="299870"/>
                </a:lnTo>
                <a:lnTo>
                  <a:pt x="71627" y="292989"/>
                </a:lnTo>
                <a:lnTo>
                  <a:pt x="48529" y="261913"/>
                </a:lnTo>
                <a:lnTo>
                  <a:pt x="21907" y="230409"/>
                </a:lnTo>
                <a:lnTo>
                  <a:pt x="15740" y="223551"/>
                </a:lnTo>
                <a:lnTo>
                  <a:pt x="9143" y="216693"/>
                </a:lnTo>
                <a:lnTo>
                  <a:pt x="4571" y="212121"/>
                </a:lnTo>
                <a:lnTo>
                  <a:pt x="3047" y="209073"/>
                </a:lnTo>
                <a:lnTo>
                  <a:pt x="1523" y="207549"/>
                </a:lnTo>
                <a:lnTo>
                  <a:pt x="0" y="204406"/>
                </a:lnTo>
                <a:lnTo>
                  <a:pt x="0" y="199834"/>
                </a:lnTo>
                <a:lnTo>
                  <a:pt x="4571" y="195262"/>
                </a:lnTo>
                <a:lnTo>
                  <a:pt x="6095" y="192214"/>
                </a:lnTo>
                <a:lnTo>
                  <a:pt x="9143" y="190690"/>
                </a:lnTo>
                <a:lnTo>
                  <a:pt x="13715" y="189166"/>
                </a:lnTo>
                <a:lnTo>
                  <a:pt x="18287" y="186118"/>
                </a:lnTo>
                <a:lnTo>
                  <a:pt x="21335" y="184594"/>
                </a:lnTo>
                <a:lnTo>
                  <a:pt x="25907" y="183070"/>
                </a:lnTo>
                <a:lnTo>
                  <a:pt x="30479" y="183070"/>
                </a:lnTo>
                <a:lnTo>
                  <a:pt x="35051" y="181546"/>
                </a:lnTo>
                <a:lnTo>
                  <a:pt x="44195" y="181546"/>
                </a:lnTo>
                <a:lnTo>
                  <a:pt x="48767" y="183070"/>
                </a:lnTo>
                <a:lnTo>
                  <a:pt x="51815" y="183070"/>
                </a:lnTo>
                <a:lnTo>
                  <a:pt x="82796" y="216678"/>
                </a:lnTo>
                <a:lnTo>
                  <a:pt x="109927" y="253269"/>
                </a:lnTo>
                <a:lnTo>
                  <a:pt x="115919" y="262413"/>
                </a:lnTo>
                <a:lnTo>
                  <a:pt x="122539" y="246410"/>
                </a:lnTo>
                <a:lnTo>
                  <a:pt x="141827" y="198310"/>
                </a:lnTo>
                <a:lnTo>
                  <a:pt x="163044" y="152447"/>
                </a:lnTo>
                <a:lnTo>
                  <a:pt x="170783" y="137350"/>
                </a:lnTo>
                <a:lnTo>
                  <a:pt x="177926" y="122460"/>
                </a:lnTo>
                <a:lnTo>
                  <a:pt x="185642" y="107739"/>
                </a:lnTo>
                <a:lnTo>
                  <a:pt x="193928" y="93322"/>
                </a:lnTo>
                <a:lnTo>
                  <a:pt x="202787" y="79343"/>
                </a:lnTo>
                <a:lnTo>
                  <a:pt x="211129" y="64452"/>
                </a:lnTo>
                <a:lnTo>
                  <a:pt x="243435" y="15930"/>
                </a:lnTo>
                <a:lnTo>
                  <a:pt x="286511" y="285"/>
                </a:lnTo>
                <a:lnTo>
                  <a:pt x="304990" y="0"/>
                </a:lnTo>
                <a:lnTo>
                  <a:pt x="311086" y="3048"/>
                </a:lnTo>
                <a:lnTo>
                  <a:pt x="312610" y="4571"/>
                </a:lnTo>
                <a:lnTo>
                  <a:pt x="312610" y="10668"/>
                </a:lnTo>
                <a:lnTo>
                  <a:pt x="311086" y="12192"/>
                </a:lnTo>
                <a:lnTo>
                  <a:pt x="311086" y="13716"/>
                </a:lnTo>
                <a:lnTo>
                  <a:pt x="309562" y="16764"/>
                </a:lnTo>
                <a:lnTo>
                  <a:pt x="308038" y="18288"/>
                </a:lnTo>
                <a:lnTo>
                  <a:pt x="283702" y="52944"/>
                </a:lnTo>
                <a:lnTo>
                  <a:pt x="260794" y="88296"/>
                </a:lnTo>
                <a:lnTo>
                  <a:pt x="239029" y="124506"/>
                </a:lnTo>
                <a:lnTo>
                  <a:pt x="218122" y="161734"/>
                </a:lnTo>
                <a:lnTo>
                  <a:pt x="199207" y="199176"/>
                </a:lnTo>
                <a:lnTo>
                  <a:pt x="181463" y="238029"/>
                </a:lnTo>
                <a:lnTo>
                  <a:pt x="164879" y="278025"/>
                </a:lnTo>
                <a:lnTo>
                  <a:pt x="149447" y="318897"/>
                </a:lnTo>
                <a:lnTo>
                  <a:pt x="147923" y="323469"/>
                </a:lnTo>
                <a:lnTo>
                  <a:pt x="144875" y="326517"/>
                </a:lnTo>
                <a:lnTo>
                  <a:pt x="140303" y="328041"/>
                </a:lnTo>
                <a:lnTo>
                  <a:pt x="134207" y="329565"/>
                </a:lnTo>
                <a:lnTo>
                  <a:pt x="126587" y="3310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221486" y="2831687"/>
            <a:ext cx="625475" cy="294640"/>
            <a:chOff x="1221486" y="2831687"/>
            <a:chExt cx="625475" cy="294640"/>
          </a:xfrm>
        </p:grpSpPr>
        <p:sp>
          <p:nvSpPr>
            <p:cNvPr id="11" name="object 11" descr=""/>
            <p:cNvSpPr/>
            <p:nvPr/>
          </p:nvSpPr>
          <p:spPr>
            <a:xfrm>
              <a:off x="1221486" y="2831687"/>
              <a:ext cx="238125" cy="288925"/>
            </a:xfrm>
            <a:custGeom>
              <a:avLst/>
              <a:gdLst/>
              <a:ahLst/>
              <a:cxnLst/>
              <a:rect l="l" t="t" r="r" b="b"/>
              <a:pathLst>
                <a:path w="238125" h="288925">
                  <a:moveTo>
                    <a:pt x="38195" y="288417"/>
                  </a:moveTo>
                  <a:lnTo>
                    <a:pt x="0" y="288417"/>
                  </a:lnTo>
                  <a:lnTo>
                    <a:pt x="97631" y="0"/>
                  </a:lnTo>
                  <a:lnTo>
                    <a:pt x="138874" y="0"/>
                  </a:lnTo>
                  <a:lnTo>
                    <a:pt x="149386" y="30575"/>
                  </a:lnTo>
                  <a:lnTo>
                    <a:pt x="117538" y="30575"/>
                  </a:lnTo>
                  <a:lnTo>
                    <a:pt x="114094" y="42910"/>
                  </a:lnTo>
                  <a:lnTo>
                    <a:pt x="107171" y="67008"/>
                  </a:lnTo>
                  <a:lnTo>
                    <a:pt x="103727" y="79343"/>
                  </a:lnTo>
                  <a:lnTo>
                    <a:pt x="100274" y="91026"/>
                  </a:lnTo>
                  <a:lnTo>
                    <a:pt x="96678" y="103012"/>
                  </a:lnTo>
                  <a:lnTo>
                    <a:pt x="92797" y="114999"/>
                  </a:lnTo>
                  <a:lnTo>
                    <a:pt x="88487" y="126682"/>
                  </a:lnTo>
                  <a:lnTo>
                    <a:pt x="74771" y="170973"/>
                  </a:lnTo>
                  <a:lnTo>
                    <a:pt x="197653" y="170973"/>
                  </a:lnTo>
                  <a:lnTo>
                    <a:pt x="208132" y="201453"/>
                  </a:lnTo>
                  <a:lnTo>
                    <a:pt x="65627" y="201453"/>
                  </a:lnTo>
                  <a:lnTo>
                    <a:pt x="38195" y="288417"/>
                  </a:lnTo>
                  <a:close/>
                </a:path>
                <a:path w="238125" h="288925">
                  <a:moveTo>
                    <a:pt x="197653" y="170973"/>
                  </a:moveTo>
                  <a:lnTo>
                    <a:pt x="161734" y="170973"/>
                  </a:lnTo>
                  <a:lnTo>
                    <a:pt x="148018" y="126682"/>
                  </a:lnTo>
                  <a:lnTo>
                    <a:pt x="144351" y="114999"/>
                  </a:lnTo>
                  <a:lnTo>
                    <a:pt x="136445" y="91026"/>
                  </a:lnTo>
                  <a:lnTo>
                    <a:pt x="132778" y="79343"/>
                  </a:lnTo>
                  <a:lnTo>
                    <a:pt x="129349" y="67008"/>
                  </a:lnTo>
                  <a:lnTo>
                    <a:pt x="122491" y="42910"/>
                  </a:lnTo>
                  <a:lnTo>
                    <a:pt x="119062" y="30575"/>
                  </a:lnTo>
                  <a:lnTo>
                    <a:pt x="149386" y="30575"/>
                  </a:lnTo>
                  <a:lnTo>
                    <a:pt x="197653" y="170973"/>
                  </a:lnTo>
                  <a:close/>
                </a:path>
                <a:path w="238125" h="288925">
                  <a:moveTo>
                    <a:pt x="238029" y="288417"/>
                  </a:moveTo>
                  <a:lnTo>
                    <a:pt x="198310" y="288417"/>
                  </a:lnTo>
                  <a:lnTo>
                    <a:pt x="170878" y="201453"/>
                  </a:lnTo>
                  <a:lnTo>
                    <a:pt x="208132" y="201453"/>
                  </a:lnTo>
                  <a:lnTo>
                    <a:pt x="238029" y="288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231" y="2906458"/>
              <a:ext cx="163163" cy="21364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6114" y="2906458"/>
              <a:ext cx="170783" cy="219741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8620" y="2901886"/>
            <a:ext cx="314229" cy="224313"/>
          </a:xfrm>
          <a:prstGeom prst="rect">
            <a:avLst/>
          </a:prstGeom>
        </p:spPr>
      </p:pic>
      <p:grpSp>
        <p:nvGrpSpPr>
          <p:cNvPr id="15" name="object 15" descr=""/>
          <p:cNvGrpSpPr/>
          <p:nvPr/>
        </p:nvGrpSpPr>
        <p:grpSpPr>
          <a:xfrm>
            <a:off x="2377725" y="2831814"/>
            <a:ext cx="374015" cy="294640"/>
            <a:chOff x="2377725" y="2831814"/>
            <a:chExt cx="374015" cy="294640"/>
          </a:xfrm>
        </p:grpSpPr>
        <p:sp>
          <p:nvSpPr>
            <p:cNvPr id="16" name="object 16" descr=""/>
            <p:cNvSpPr/>
            <p:nvPr/>
          </p:nvSpPr>
          <p:spPr>
            <a:xfrm>
              <a:off x="2377719" y="2831820"/>
              <a:ext cx="166370" cy="288290"/>
            </a:xfrm>
            <a:custGeom>
              <a:avLst/>
              <a:gdLst/>
              <a:ahLst/>
              <a:cxnLst/>
              <a:rect l="l" t="t" r="r" b="b"/>
              <a:pathLst>
                <a:path w="166369" h="288289">
                  <a:moveTo>
                    <a:pt x="166306" y="0"/>
                  </a:moveTo>
                  <a:lnTo>
                    <a:pt x="0" y="0"/>
                  </a:lnTo>
                  <a:lnTo>
                    <a:pt x="0" y="30480"/>
                  </a:lnTo>
                  <a:lnTo>
                    <a:pt x="0" y="128270"/>
                  </a:lnTo>
                  <a:lnTo>
                    <a:pt x="0" y="158750"/>
                  </a:lnTo>
                  <a:lnTo>
                    <a:pt x="0" y="288290"/>
                  </a:lnTo>
                  <a:lnTo>
                    <a:pt x="36677" y="288290"/>
                  </a:lnTo>
                  <a:lnTo>
                    <a:pt x="36677" y="158750"/>
                  </a:lnTo>
                  <a:lnTo>
                    <a:pt x="146494" y="158750"/>
                  </a:lnTo>
                  <a:lnTo>
                    <a:pt x="146494" y="128270"/>
                  </a:lnTo>
                  <a:lnTo>
                    <a:pt x="36677" y="128270"/>
                  </a:lnTo>
                  <a:lnTo>
                    <a:pt x="36677" y="30480"/>
                  </a:lnTo>
                  <a:lnTo>
                    <a:pt x="166306" y="30480"/>
                  </a:lnTo>
                  <a:lnTo>
                    <a:pt x="1663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132" y="2906458"/>
              <a:ext cx="169354" cy="219741"/>
            </a:xfrm>
            <a:prstGeom prst="rect">
              <a:avLst/>
            </a:prstGeom>
          </p:spPr>
        </p:pic>
      </p:grp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4733" y="2901886"/>
            <a:ext cx="170783" cy="218217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3048952" y="2816447"/>
            <a:ext cx="408940" cy="309880"/>
            <a:chOff x="3048952" y="2816447"/>
            <a:chExt cx="408940" cy="309880"/>
          </a:xfrm>
        </p:grpSpPr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48952" y="2901886"/>
              <a:ext cx="169259" cy="224313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239541" y="2816453"/>
              <a:ext cx="218440" cy="309880"/>
            </a:xfrm>
            <a:custGeom>
              <a:avLst/>
              <a:gdLst/>
              <a:ahLst/>
              <a:cxnLst/>
              <a:rect l="l" t="t" r="r" b="b"/>
              <a:pathLst>
                <a:path w="218439" h="309880">
                  <a:moveTo>
                    <a:pt x="132778" y="302133"/>
                  </a:moveTo>
                  <a:lnTo>
                    <a:pt x="126682" y="274701"/>
                  </a:lnTo>
                  <a:lnTo>
                    <a:pt x="122110" y="276225"/>
                  </a:lnTo>
                  <a:lnTo>
                    <a:pt x="119062" y="277749"/>
                  </a:lnTo>
                  <a:lnTo>
                    <a:pt x="114388" y="277749"/>
                  </a:lnTo>
                  <a:lnTo>
                    <a:pt x="109816" y="279273"/>
                  </a:lnTo>
                  <a:lnTo>
                    <a:pt x="102196" y="279273"/>
                  </a:lnTo>
                  <a:lnTo>
                    <a:pt x="70764" y="256171"/>
                  </a:lnTo>
                  <a:lnTo>
                    <a:pt x="68668" y="238023"/>
                  </a:lnTo>
                  <a:lnTo>
                    <a:pt x="68668" y="119062"/>
                  </a:lnTo>
                  <a:lnTo>
                    <a:pt x="126682" y="119062"/>
                  </a:lnTo>
                  <a:lnTo>
                    <a:pt x="126682" y="90004"/>
                  </a:lnTo>
                  <a:lnTo>
                    <a:pt x="68668" y="90004"/>
                  </a:lnTo>
                  <a:lnTo>
                    <a:pt x="68668" y="30480"/>
                  </a:lnTo>
                  <a:lnTo>
                    <a:pt x="38188" y="30480"/>
                  </a:lnTo>
                  <a:lnTo>
                    <a:pt x="33616" y="90004"/>
                  </a:lnTo>
                  <a:lnTo>
                    <a:pt x="0" y="91528"/>
                  </a:lnTo>
                  <a:lnTo>
                    <a:pt x="0" y="119062"/>
                  </a:lnTo>
                  <a:lnTo>
                    <a:pt x="32092" y="119062"/>
                  </a:lnTo>
                  <a:lnTo>
                    <a:pt x="32092" y="238023"/>
                  </a:lnTo>
                  <a:lnTo>
                    <a:pt x="32359" y="245770"/>
                  </a:lnTo>
                  <a:lnTo>
                    <a:pt x="41236" y="283845"/>
                  </a:lnTo>
                  <a:lnTo>
                    <a:pt x="64096" y="303657"/>
                  </a:lnTo>
                  <a:lnTo>
                    <a:pt x="70345" y="306539"/>
                  </a:lnTo>
                  <a:lnTo>
                    <a:pt x="77431" y="308419"/>
                  </a:lnTo>
                  <a:lnTo>
                    <a:pt x="85102" y="309448"/>
                  </a:lnTo>
                  <a:lnTo>
                    <a:pt x="93052" y="309753"/>
                  </a:lnTo>
                  <a:lnTo>
                    <a:pt x="100672" y="309753"/>
                  </a:lnTo>
                  <a:lnTo>
                    <a:pt x="106768" y="308229"/>
                  </a:lnTo>
                  <a:lnTo>
                    <a:pt x="114388" y="306705"/>
                  </a:lnTo>
                  <a:lnTo>
                    <a:pt x="132778" y="302133"/>
                  </a:lnTo>
                  <a:close/>
                </a:path>
                <a:path w="218439" h="309880">
                  <a:moveTo>
                    <a:pt x="210502" y="90004"/>
                  </a:moveTo>
                  <a:lnTo>
                    <a:pt x="175450" y="90004"/>
                  </a:lnTo>
                  <a:lnTo>
                    <a:pt x="175450" y="303657"/>
                  </a:lnTo>
                  <a:lnTo>
                    <a:pt x="210502" y="303657"/>
                  </a:lnTo>
                  <a:lnTo>
                    <a:pt x="210502" y="90004"/>
                  </a:lnTo>
                  <a:close/>
                </a:path>
                <a:path w="218439" h="309880">
                  <a:moveTo>
                    <a:pt x="218122" y="15240"/>
                  </a:moveTo>
                  <a:lnTo>
                    <a:pt x="216598" y="10668"/>
                  </a:lnTo>
                  <a:lnTo>
                    <a:pt x="210502" y="6096"/>
                  </a:lnTo>
                  <a:lnTo>
                    <a:pt x="205930" y="1524"/>
                  </a:lnTo>
                  <a:lnTo>
                    <a:pt x="199834" y="0"/>
                  </a:lnTo>
                  <a:lnTo>
                    <a:pt x="186118" y="0"/>
                  </a:lnTo>
                  <a:lnTo>
                    <a:pt x="180022" y="1524"/>
                  </a:lnTo>
                  <a:lnTo>
                    <a:pt x="170878" y="10668"/>
                  </a:lnTo>
                  <a:lnTo>
                    <a:pt x="167830" y="15240"/>
                  </a:lnTo>
                  <a:lnTo>
                    <a:pt x="167830" y="28956"/>
                  </a:lnTo>
                  <a:lnTo>
                    <a:pt x="170878" y="35052"/>
                  </a:lnTo>
                  <a:lnTo>
                    <a:pt x="175450" y="39624"/>
                  </a:lnTo>
                  <a:lnTo>
                    <a:pt x="180022" y="44284"/>
                  </a:lnTo>
                  <a:lnTo>
                    <a:pt x="186118" y="45808"/>
                  </a:lnTo>
                  <a:lnTo>
                    <a:pt x="199834" y="45808"/>
                  </a:lnTo>
                  <a:lnTo>
                    <a:pt x="205930" y="44284"/>
                  </a:lnTo>
                  <a:lnTo>
                    <a:pt x="210502" y="39624"/>
                  </a:lnTo>
                  <a:lnTo>
                    <a:pt x="216598" y="35052"/>
                  </a:lnTo>
                  <a:lnTo>
                    <a:pt x="218122" y="28956"/>
                  </a:lnTo>
                  <a:lnTo>
                    <a:pt x="218122" y="15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06533" y="2901886"/>
            <a:ext cx="198310" cy="22431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61232" y="2901886"/>
            <a:ext cx="170878" cy="218217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4080033" y="2901886"/>
            <a:ext cx="370840" cy="224790"/>
            <a:chOff x="4080033" y="2901886"/>
            <a:chExt cx="370840" cy="224790"/>
          </a:xfrm>
        </p:grpSpPr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80033" y="2901886"/>
              <a:ext cx="167830" cy="224313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92060" y="2901886"/>
              <a:ext cx="158686" cy="224313"/>
            </a:xfrm>
            <a:prstGeom prst="rect">
              <a:avLst/>
            </a:prstGeom>
          </p:spPr>
        </p:pic>
      </p:grpSp>
      <p:pic>
        <p:nvPicPr>
          <p:cNvPr id="27" name="object 27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78858" y="2901886"/>
            <a:ext cx="167830" cy="224313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4879371" y="2901886"/>
            <a:ext cx="795020" cy="224790"/>
            <a:chOff x="4879371" y="2901886"/>
            <a:chExt cx="795020" cy="224790"/>
          </a:xfrm>
        </p:grpSpPr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79371" y="2901886"/>
              <a:ext cx="158591" cy="22431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73192" y="2901886"/>
              <a:ext cx="181369" cy="224313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91232" y="2901886"/>
              <a:ext cx="169259" cy="224313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04783" y="2906458"/>
              <a:ext cx="169354" cy="219741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5747289" y="2901886"/>
            <a:ext cx="418465" cy="293370"/>
            <a:chOff x="5747289" y="2901886"/>
            <a:chExt cx="418465" cy="293370"/>
          </a:xfrm>
        </p:grpSpPr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47289" y="2901886"/>
              <a:ext cx="314134" cy="22431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98095" y="3069717"/>
              <a:ext cx="67151" cy="125158"/>
            </a:xfrm>
            <a:prstGeom prst="rect">
              <a:avLst/>
            </a:prstGeom>
          </p:spPr>
        </p:pic>
      </p:grpSp>
      <p:grpSp>
        <p:nvGrpSpPr>
          <p:cNvPr id="36" name="object 36" descr=""/>
          <p:cNvGrpSpPr/>
          <p:nvPr/>
        </p:nvGrpSpPr>
        <p:grpSpPr>
          <a:xfrm>
            <a:off x="6288785" y="2901886"/>
            <a:ext cx="561340" cy="224790"/>
            <a:chOff x="6288785" y="2901886"/>
            <a:chExt cx="561340" cy="224790"/>
          </a:xfrm>
        </p:grpSpPr>
        <p:pic>
          <p:nvPicPr>
            <p:cNvPr id="37" name="object 3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88785" y="2901886"/>
              <a:ext cx="157162" cy="22431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81000" y="2901886"/>
              <a:ext cx="169259" cy="22431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82358" y="2901886"/>
              <a:ext cx="167735" cy="224313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6918769" y="2807303"/>
            <a:ext cx="268605" cy="319405"/>
            <a:chOff x="6918769" y="2807303"/>
            <a:chExt cx="268605" cy="319405"/>
          </a:xfrm>
        </p:grpSpPr>
        <p:sp>
          <p:nvSpPr>
            <p:cNvPr id="41" name="object 41" descr=""/>
            <p:cNvSpPr/>
            <p:nvPr/>
          </p:nvSpPr>
          <p:spPr>
            <a:xfrm>
              <a:off x="6918769" y="2807303"/>
              <a:ext cx="58419" cy="319405"/>
            </a:xfrm>
            <a:custGeom>
              <a:avLst/>
              <a:gdLst/>
              <a:ahLst/>
              <a:cxnLst/>
              <a:rect l="l" t="t" r="r" b="b"/>
              <a:pathLst>
                <a:path w="58420" h="319405">
                  <a:moveTo>
                    <a:pt x="47244" y="318897"/>
                  </a:moveTo>
                  <a:lnTo>
                    <a:pt x="38100" y="318897"/>
                  </a:lnTo>
                  <a:lnTo>
                    <a:pt x="28408" y="318063"/>
                  </a:lnTo>
                  <a:lnTo>
                    <a:pt x="547" y="280987"/>
                  </a:lnTo>
                  <a:lnTo>
                    <a:pt x="0" y="270129"/>
                  </a:lnTo>
                  <a:lnTo>
                    <a:pt x="0" y="0"/>
                  </a:lnTo>
                  <a:lnTo>
                    <a:pt x="35052" y="0"/>
                  </a:lnTo>
                  <a:lnTo>
                    <a:pt x="35052" y="279273"/>
                  </a:lnTo>
                  <a:lnTo>
                    <a:pt x="38100" y="285369"/>
                  </a:lnTo>
                  <a:lnTo>
                    <a:pt x="41148" y="286893"/>
                  </a:lnTo>
                  <a:lnTo>
                    <a:pt x="42672" y="288417"/>
                  </a:lnTo>
                  <a:lnTo>
                    <a:pt x="53339" y="288417"/>
                  </a:lnTo>
                  <a:lnTo>
                    <a:pt x="58007" y="314325"/>
                  </a:lnTo>
                  <a:lnTo>
                    <a:pt x="56387" y="315849"/>
                  </a:lnTo>
                  <a:lnTo>
                    <a:pt x="53339" y="317373"/>
                  </a:lnTo>
                  <a:lnTo>
                    <a:pt x="50292" y="317373"/>
                  </a:lnTo>
                  <a:lnTo>
                    <a:pt x="47244" y="318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19449" y="2901886"/>
              <a:ext cx="167735" cy="224313"/>
            </a:xfrm>
            <a:prstGeom prst="rect">
              <a:avLst/>
            </a:prstGeom>
          </p:spPr>
        </p:pic>
      </p:grpSp>
      <p:sp>
        <p:nvSpPr>
          <p:cNvPr id="43" name="object 43" descr=""/>
          <p:cNvSpPr/>
          <p:nvPr/>
        </p:nvSpPr>
        <p:spPr>
          <a:xfrm>
            <a:off x="7255859" y="2807303"/>
            <a:ext cx="187960" cy="319405"/>
          </a:xfrm>
          <a:custGeom>
            <a:avLst/>
            <a:gdLst/>
            <a:ahLst/>
            <a:cxnLst/>
            <a:rect l="l" t="t" r="r" b="b"/>
            <a:pathLst>
              <a:path w="187959" h="319405">
                <a:moveTo>
                  <a:pt x="28956" y="312801"/>
                </a:moveTo>
                <a:lnTo>
                  <a:pt x="0" y="312801"/>
                </a:lnTo>
                <a:lnTo>
                  <a:pt x="0" y="0"/>
                </a:lnTo>
                <a:lnTo>
                  <a:pt x="36576" y="0"/>
                </a:lnTo>
                <a:lnTo>
                  <a:pt x="36576" y="85439"/>
                </a:lnTo>
                <a:lnTo>
                  <a:pt x="35052" y="123634"/>
                </a:lnTo>
                <a:lnTo>
                  <a:pt x="93059" y="123634"/>
                </a:lnTo>
                <a:lnTo>
                  <a:pt x="79960" y="125610"/>
                </a:lnTo>
                <a:lnTo>
                  <a:pt x="65996" y="131444"/>
                </a:lnTo>
                <a:lnTo>
                  <a:pt x="51442" y="140993"/>
                </a:lnTo>
                <a:lnTo>
                  <a:pt x="36576" y="154114"/>
                </a:lnTo>
                <a:lnTo>
                  <a:pt x="36576" y="265461"/>
                </a:lnTo>
                <a:lnTo>
                  <a:pt x="73247" y="286893"/>
                </a:lnTo>
                <a:lnTo>
                  <a:pt x="80867" y="288417"/>
                </a:lnTo>
                <a:lnTo>
                  <a:pt x="160210" y="288417"/>
                </a:lnTo>
                <a:lnTo>
                  <a:pt x="155396" y="292989"/>
                </a:lnTo>
                <a:lnTo>
                  <a:pt x="32004" y="292989"/>
                </a:lnTo>
                <a:lnTo>
                  <a:pt x="28956" y="312801"/>
                </a:lnTo>
                <a:close/>
              </a:path>
              <a:path w="187959" h="319405">
                <a:moveTo>
                  <a:pt x="160210" y="288417"/>
                </a:moveTo>
                <a:lnTo>
                  <a:pt x="97631" y="288417"/>
                </a:lnTo>
                <a:lnTo>
                  <a:pt x="105251" y="286893"/>
                </a:lnTo>
                <a:lnTo>
                  <a:pt x="112871" y="282321"/>
                </a:lnTo>
                <a:lnTo>
                  <a:pt x="139350" y="253650"/>
                </a:lnTo>
                <a:lnTo>
                  <a:pt x="149255" y="212979"/>
                </a:lnTo>
                <a:lnTo>
                  <a:pt x="149542" y="202977"/>
                </a:lnTo>
                <a:lnTo>
                  <a:pt x="149494" y="194064"/>
                </a:lnTo>
                <a:lnTo>
                  <a:pt x="149161" y="185749"/>
                </a:lnTo>
                <a:lnTo>
                  <a:pt x="148256" y="178023"/>
                </a:lnTo>
                <a:lnTo>
                  <a:pt x="146494" y="170878"/>
                </a:lnTo>
                <a:lnTo>
                  <a:pt x="145010" y="164068"/>
                </a:lnTo>
                <a:lnTo>
                  <a:pt x="142982" y="157543"/>
                </a:lnTo>
                <a:lnTo>
                  <a:pt x="140399" y="151590"/>
                </a:lnTo>
                <a:lnTo>
                  <a:pt x="137255" y="146494"/>
                </a:lnTo>
                <a:lnTo>
                  <a:pt x="132683" y="138874"/>
                </a:lnTo>
                <a:lnTo>
                  <a:pt x="93059" y="123634"/>
                </a:lnTo>
                <a:lnTo>
                  <a:pt x="35052" y="123634"/>
                </a:lnTo>
                <a:lnTo>
                  <a:pt x="42250" y="117888"/>
                </a:lnTo>
                <a:lnTo>
                  <a:pt x="75414" y="98440"/>
                </a:lnTo>
                <a:lnTo>
                  <a:pt x="102203" y="94583"/>
                </a:lnTo>
                <a:lnTo>
                  <a:pt x="112204" y="94916"/>
                </a:lnTo>
                <a:lnTo>
                  <a:pt x="153531" y="111168"/>
                </a:lnTo>
                <a:lnTo>
                  <a:pt x="178712" y="148709"/>
                </a:lnTo>
                <a:lnTo>
                  <a:pt x="187118" y="190659"/>
                </a:lnTo>
                <a:lnTo>
                  <a:pt x="187642" y="202977"/>
                </a:lnTo>
                <a:lnTo>
                  <a:pt x="187094" y="216384"/>
                </a:lnTo>
                <a:lnTo>
                  <a:pt x="176069" y="261761"/>
                </a:lnTo>
                <a:lnTo>
                  <a:pt x="165877" y="280115"/>
                </a:lnTo>
                <a:lnTo>
                  <a:pt x="160210" y="288417"/>
                </a:lnTo>
                <a:close/>
              </a:path>
              <a:path w="187959" h="319405">
                <a:moveTo>
                  <a:pt x="94583" y="318897"/>
                </a:moveTo>
                <a:lnTo>
                  <a:pt x="56124" y="307562"/>
                </a:lnTo>
                <a:lnTo>
                  <a:pt x="33528" y="292989"/>
                </a:lnTo>
                <a:lnTo>
                  <a:pt x="155396" y="292989"/>
                </a:lnTo>
                <a:lnTo>
                  <a:pt x="121372" y="314396"/>
                </a:lnTo>
                <a:lnTo>
                  <a:pt x="94583" y="3188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7499890" y="2807303"/>
            <a:ext cx="278130" cy="319405"/>
            <a:chOff x="7499890" y="2807303"/>
            <a:chExt cx="278130" cy="319405"/>
          </a:xfrm>
        </p:grpSpPr>
        <p:sp>
          <p:nvSpPr>
            <p:cNvPr id="45" name="object 45" descr=""/>
            <p:cNvSpPr/>
            <p:nvPr/>
          </p:nvSpPr>
          <p:spPr>
            <a:xfrm>
              <a:off x="7499890" y="2807303"/>
              <a:ext cx="59690" cy="319405"/>
            </a:xfrm>
            <a:custGeom>
              <a:avLst/>
              <a:gdLst/>
              <a:ahLst/>
              <a:cxnLst/>
              <a:rect l="l" t="t" r="r" b="b"/>
              <a:pathLst>
                <a:path w="59690" h="319405">
                  <a:moveTo>
                    <a:pt x="47339" y="318897"/>
                  </a:moveTo>
                  <a:lnTo>
                    <a:pt x="38195" y="318897"/>
                  </a:lnTo>
                  <a:lnTo>
                    <a:pt x="28741" y="318063"/>
                  </a:lnTo>
                  <a:lnTo>
                    <a:pt x="572" y="280987"/>
                  </a:lnTo>
                  <a:lnTo>
                    <a:pt x="0" y="270129"/>
                  </a:lnTo>
                  <a:lnTo>
                    <a:pt x="0" y="0"/>
                  </a:lnTo>
                  <a:lnTo>
                    <a:pt x="36671" y="0"/>
                  </a:lnTo>
                  <a:lnTo>
                    <a:pt x="36671" y="279273"/>
                  </a:lnTo>
                  <a:lnTo>
                    <a:pt x="39719" y="285369"/>
                  </a:lnTo>
                  <a:lnTo>
                    <a:pt x="41243" y="286893"/>
                  </a:lnTo>
                  <a:lnTo>
                    <a:pt x="44291" y="288417"/>
                  </a:lnTo>
                  <a:lnTo>
                    <a:pt x="54959" y="288417"/>
                  </a:lnTo>
                  <a:lnTo>
                    <a:pt x="59531" y="314325"/>
                  </a:lnTo>
                  <a:lnTo>
                    <a:pt x="56483" y="315849"/>
                  </a:lnTo>
                  <a:lnTo>
                    <a:pt x="54959" y="317373"/>
                  </a:lnTo>
                  <a:lnTo>
                    <a:pt x="50387" y="317373"/>
                  </a:lnTo>
                  <a:lnTo>
                    <a:pt x="47339" y="3188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95997" y="2901886"/>
              <a:ext cx="181546" cy="224313"/>
            </a:xfrm>
            <a:prstGeom prst="rect">
              <a:avLst/>
            </a:prstGeom>
          </p:spPr>
        </p:pic>
      </p:grpSp>
      <p:sp>
        <p:nvSpPr>
          <p:cNvPr id="47" name="object 47" descr=""/>
          <p:cNvSpPr/>
          <p:nvPr/>
        </p:nvSpPr>
        <p:spPr>
          <a:xfrm>
            <a:off x="7913274" y="2816447"/>
            <a:ext cx="50800" cy="304165"/>
          </a:xfrm>
          <a:custGeom>
            <a:avLst/>
            <a:gdLst/>
            <a:ahLst/>
            <a:cxnLst/>
            <a:rect l="l" t="t" r="r" b="b"/>
            <a:pathLst>
              <a:path w="50800" h="304164">
                <a:moveTo>
                  <a:pt x="32099" y="45815"/>
                </a:moveTo>
                <a:lnTo>
                  <a:pt x="18288" y="45815"/>
                </a:lnTo>
                <a:lnTo>
                  <a:pt x="12192" y="44291"/>
                </a:lnTo>
                <a:lnTo>
                  <a:pt x="7620" y="39624"/>
                </a:lnTo>
                <a:lnTo>
                  <a:pt x="1524" y="35052"/>
                </a:lnTo>
                <a:lnTo>
                  <a:pt x="0" y="28956"/>
                </a:lnTo>
                <a:lnTo>
                  <a:pt x="0" y="15240"/>
                </a:lnTo>
                <a:lnTo>
                  <a:pt x="1524" y="10668"/>
                </a:lnTo>
                <a:lnTo>
                  <a:pt x="7620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2099" y="0"/>
                </a:lnTo>
                <a:lnTo>
                  <a:pt x="38195" y="1524"/>
                </a:lnTo>
                <a:lnTo>
                  <a:pt x="47339" y="10668"/>
                </a:lnTo>
                <a:lnTo>
                  <a:pt x="50387" y="15240"/>
                </a:lnTo>
                <a:lnTo>
                  <a:pt x="50387" y="28956"/>
                </a:lnTo>
                <a:lnTo>
                  <a:pt x="47339" y="35052"/>
                </a:lnTo>
                <a:lnTo>
                  <a:pt x="42767" y="39624"/>
                </a:lnTo>
                <a:lnTo>
                  <a:pt x="38195" y="44291"/>
                </a:lnTo>
                <a:lnTo>
                  <a:pt x="32099" y="45815"/>
                </a:lnTo>
                <a:close/>
              </a:path>
              <a:path w="50800" h="304164">
                <a:moveTo>
                  <a:pt x="42767" y="303657"/>
                </a:moveTo>
                <a:lnTo>
                  <a:pt x="6096" y="303657"/>
                </a:lnTo>
                <a:lnTo>
                  <a:pt x="6096" y="90011"/>
                </a:lnTo>
                <a:lnTo>
                  <a:pt x="42767" y="90011"/>
                </a:lnTo>
                <a:lnTo>
                  <a:pt x="42767" y="3036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object 4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027669" y="2816351"/>
            <a:ext cx="1854898" cy="403002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4928139" y="3379565"/>
            <a:ext cx="706755" cy="406400"/>
            <a:chOff x="4928139" y="3379565"/>
            <a:chExt cx="706755" cy="406400"/>
          </a:xfrm>
        </p:grpSpPr>
        <p:sp>
          <p:nvSpPr>
            <p:cNvPr id="50" name="object 50" descr=""/>
            <p:cNvSpPr/>
            <p:nvPr/>
          </p:nvSpPr>
          <p:spPr>
            <a:xfrm>
              <a:off x="4928139" y="3379565"/>
              <a:ext cx="58419" cy="319405"/>
            </a:xfrm>
            <a:custGeom>
              <a:avLst/>
              <a:gdLst/>
              <a:ahLst/>
              <a:cxnLst/>
              <a:rect l="l" t="t" r="r" b="b"/>
              <a:pathLst>
                <a:path w="58420" h="319404">
                  <a:moveTo>
                    <a:pt x="47339" y="318896"/>
                  </a:moveTo>
                  <a:lnTo>
                    <a:pt x="38195" y="318896"/>
                  </a:lnTo>
                  <a:lnTo>
                    <a:pt x="28512" y="318063"/>
                  </a:lnTo>
                  <a:lnTo>
                    <a:pt x="571" y="280947"/>
                  </a:lnTo>
                  <a:lnTo>
                    <a:pt x="0" y="270033"/>
                  </a:lnTo>
                  <a:lnTo>
                    <a:pt x="0" y="0"/>
                  </a:lnTo>
                  <a:lnTo>
                    <a:pt x="36671" y="0"/>
                  </a:lnTo>
                  <a:lnTo>
                    <a:pt x="36671" y="282320"/>
                  </a:lnTo>
                  <a:lnTo>
                    <a:pt x="42767" y="288416"/>
                  </a:lnTo>
                  <a:lnTo>
                    <a:pt x="51911" y="288416"/>
                  </a:lnTo>
                  <a:lnTo>
                    <a:pt x="53435" y="286892"/>
                  </a:lnTo>
                  <a:lnTo>
                    <a:pt x="58007" y="314324"/>
                  </a:lnTo>
                  <a:lnTo>
                    <a:pt x="56483" y="315848"/>
                  </a:lnTo>
                  <a:lnTo>
                    <a:pt x="53435" y="317372"/>
                  </a:lnTo>
                  <a:lnTo>
                    <a:pt x="50387" y="317372"/>
                  </a:lnTo>
                  <a:lnTo>
                    <a:pt x="47339" y="318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30342" y="3472624"/>
              <a:ext cx="166306" cy="22583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5234749" y="3478720"/>
              <a:ext cx="195580" cy="306705"/>
            </a:xfrm>
            <a:custGeom>
              <a:avLst/>
              <a:gdLst/>
              <a:ahLst/>
              <a:cxnLst/>
              <a:rect l="l" t="t" r="r" b="b"/>
              <a:pathLst>
                <a:path w="195579" h="306704">
                  <a:moveTo>
                    <a:pt x="33528" y="306705"/>
                  </a:moveTo>
                  <a:lnTo>
                    <a:pt x="28956" y="306705"/>
                  </a:lnTo>
                  <a:lnTo>
                    <a:pt x="24384" y="305181"/>
                  </a:lnTo>
                  <a:lnTo>
                    <a:pt x="19812" y="305181"/>
                  </a:lnTo>
                  <a:lnTo>
                    <a:pt x="16764" y="303656"/>
                  </a:lnTo>
                  <a:lnTo>
                    <a:pt x="12192" y="303656"/>
                  </a:lnTo>
                  <a:lnTo>
                    <a:pt x="9144" y="302132"/>
                  </a:lnTo>
                  <a:lnTo>
                    <a:pt x="16764" y="273177"/>
                  </a:lnTo>
                  <a:lnTo>
                    <a:pt x="18288" y="273177"/>
                  </a:lnTo>
                  <a:lnTo>
                    <a:pt x="21336" y="274701"/>
                  </a:lnTo>
                  <a:lnTo>
                    <a:pt x="24384" y="274701"/>
                  </a:lnTo>
                  <a:lnTo>
                    <a:pt x="27432" y="276225"/>
                  </a:lnTo>
                  <a:lnTo>
                    <a:pt x="32004" y="276225"/>
                  </a:lnTo>
                  <a:lnTo>
                    <a:pt x="68008" y="256207"/>
                  </a:lnTo>
                  <a:lnTo>
                    <a:pt x="85439" y="215169"/>
                  </a:lnTo>
                  <a:lnTo>
                    <a:pt x="0" y="0"/>
                  </a:lnTo>
                  <a:lnTo>
                    <a:pt x="38195" y="0"/>
                  </a:lnTo>
                  <a:lnTo>
                    <a:pt x="80867" y="119062"/>
                  </a:lnTo>
                  <a:lnTo>
                    <a:pt x="85629" y="132969"/>
                  </a:lnTo>
                  <a:lnTo>
                    <a:pt x="88368" y="140279"/>
                  </a:lnTo>
                  <a:lnTo>
                    <a:pt x="91535" y="148018"/>
                  </a:lnTo>
                  <a:lnTo>
                    <a:pt x="94059" y="155997"/>
                  </a:lnTo>
                  <a:lnTo>
                    <a:pt x="102203" y="178593"/>
                  </a:lnTo>
                  <a:lnTo>
                    <a:pt x="103727" y="178593"/>
                  </a:lnTo>
                  <a:lnTo>
                    <a:pt x="110585" y="155997"/>
                  </a:lnTo>
                  <a:lnTo>
                    <a:pt x="115157" y="140279"/>
                  </a:lnTo>
                  <a:lnTo>
                    <a:pt x="160210" y="0"/>
                  </a:lnTo>
                  <a:lnTo>
                    <a:pt x="195262" y="0"/>
                  </a:lnTo>
                  <a:lnTo>
                    <a:pt x="114395" y="231933"/>
                  </a:lnTo>
                  <a:lnTo>
                    <a:pt x="98512" y="267581"/>
                  </a:lnTo>
                  <a:lnTo>
                    <a:pt x="68937" y="297156"/>
                  </a:lnTo>
                  <a:lnTo>
                    <a:pt x="42179" y="306181"/>
                  </a:lnTo>
                  <a:lnTo>
                    <a:pt x="33528" y="3067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52871" y="3472624"/>
              <a:ext cx="181546" cy="225837"/>
            </a:xfrm>
            <a:prstGeom prst="rect">
              <a:avLst/>
            </a:prstGeom>
          </p:spPr>
        </p:pic>
      </p:grpSp>
      <p:pic>
        <p:nvPicPr>
          <p:cNvPr id="54" name="object 54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687758" y="3472624"/>
            <a:ext cx="117538" cy="219741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2229802" y="4081462"/>
            <a:ext cx="313055" cy="331470"/>
          </a:xfrm>
          <a:custGeom>
            <a:avLst/>
            <a:gdLst/>
            <a:ahLst/>
            <a:cxnLst/>
            <a:rect l="l" t="t" r="r" b="b"/>
            <a:pathLst>
              <a:path w="313055" h="331470">
                <a:moveTo>
                  <a:pt x="134207" y="331184"/>
                </a:moveTo>
                <a:lnTo>
                  <a:pt x="100679" y="331184"/>
                </a:lnTo>
                <a:lnTo>
                  <a:pt x="97631" y="329660"/>
                </a:lnTo>
                <a:lnTo>
                  <a:pt x="96107" y="329660"/>
                </a:lnTo>
                <a:lnTo>
                  <a:pt x="91535" y="325088"/>
                </a:lnTo>
                <a:lnTo>
                  <a:pt x="90011" y="325088"/>
                </a:lnTo>
                <a:lnTo>
                  <a:pt x="88487" y="322040"/>
                </a:lnTo>
                <a:lnTo>
                  <a:pt x="79533" y="308312"/>
                </a:lnTo>
                <a:lnTo>
                  <a:pt x="75414" y="301426"/>
                </a:lnTo>
                <a:lnTo>
                  <a:pt x="71723" y="294513"/>
                </a:lnTo>
                <a:lnTo>
                  <a:pt x="53339" y="268605"/>
                </a:lnTo>
                <a:lnTo>
                  <a:pt x="38338" y="250817"/>
                </a:lnTo>
                <a:lnTo>
                  <a:pt x="33527" y="244221"/>
                </a:lnTo>
                <a:lnTo>
                  <a:pt x="27789" y="238242"/>
                </a:lnTo>
                <a:lnTo>
                  <a:pt x="15740" y="225107"/>
                </a:lnTo>
                <a:lnTo>
                  <a:pt x="9143" y="218217"/>
                </a:lnTo>
                <a:lnTo>
                  <a:pt x="6095" y="215169"/>
                </a:lnTo>
                <a:lnTo>
                  <a:pt x="4571" y="212121"/>
                </a:lnTo>
                <a:lnTo>
                  <a:pt x="3047" y="210597"/>
                </a:lnTo>
                <a:lnTo>
                  <a:pt x="1523" y="207549"/>
                </a:lnTo>
                <a:lnTo>
                  <a:pt x="0" y="206025"/>
                </a:lnTo>
                <a:lnTo>
                  <a:pt x="0" y="201453"/>
                </a:lnTo>
                <a:lnTo>
                  <a:pt x="1523" y="198405"/>
                </a:lnTo>
                <a:lnTo>
                  <a:pt x="4571" y="196881"/>
                </a:lnTo>
                <a:lnTo>
                  <a:pt x="6095" y="193833"/>
                </a:lnTo>
                <a:lnTo>
                  <a:pt x="9143" y="190785"/>
                </a:lnTo>
                <a:lnTo>
                  <a:pt x="18287" y="187737"/>
                </a:lnTo>
                <a:lnTo>
                  <a:pt x="21335" y="186213"/>
                </a:lnTo>
                <a:lnTo>
                  <a:pt x="27431" y="184689"/>
                </a:lnTo>
                <a:lnTo>
                  <a:pt x="32003" y="183165"/>
                </a:lnTo>
                <a:lnTo>
                  <a:pt x="48767" y="183165"/>
                </a:lnTo>
                <a:lnTo>
                  <a:pt x="83104" y="216972"/>
                </a:lnTo>
                <a:lnTo>
                  <a:pt x="109942" y="254007"/>
                </a:lnTo>
                <a:lnTo>
                  <a:pt x="115919" y="264033"/>
                </a:lnTo>
                <a:lnTo>
                  <a:pt x="128873" y="230838"/>
                </a:lnTo>
                <a:lnTo>
                  <a:pt x="148710" y="184188"/>
                </a:lnTo>
                <a:lnTo>
                  <a:pt x="170878" y="138874"/>
                </a:lnTo>
                <a:lnTo>
                  <a:pt x="178022" y="124015"/>
                </a:lnTo>
                <a:lnTo>
                  <a:pt x="211169" y="65405"/>
                </a:lnTo>
                <a:lnTo>
                  <a:pt x="239458" y="21431"/>
                </a:lnTo>
                <a:lnTo>
                  <a:pt x="276844" y="1345"/>
                </a:lnTo>
                <a:lnTo>
                  <a:pt x="302037" y="0"/>
                </a:lnTo>
                <a:lnTo>
                  <a:pt x="305085" y="1524"/>
                </a:lnTo>
                <a:lnTo>
                  <a:pt x="308133" y="1524"/>
                </a:lnTo>
                <a:lnTo>
                  <a:pt x="311181" y="3048"/>
                </a:lnTo>
                <a:lnTo>
                  <a:pt x="312705" y="4572"/>
                </a:lnTo>
                <a:lnTo>
                  <a:pt x="312705" y="10763"/>
                </a:lnTo>
                <a:lnTo>
                  <a:pt x="311181" y="13811"/>
                </a:lnTo>
                <a:lnTo>
                  <a:pt x="311181" y="15335"/>
                </a:lnTo>
                <a:lnTo>
                  <a:pt x="309657" y="16859"/>
                </a:lnTo>
                <a:lnTo>
                  <a:pt x="308133" y="19907"/>
                </a:lnTo>
                <a:lnTo>
                  <a:pt x="283782" y="54499"/>
                </a:lnTo>
                <a:lnTo>
                  <a:pt x="260842" y="89689"/>
                </a:lnTo>
                <a:lnTo>
                  <a:pt x="239044" y="125469"/>
                </a:lnTo>
                <a:lnTo>
                  <a:pt x="218122" y="161829"/>
                </a:lnTo>
                <a:lnTo>
                  <a:pt x="199261" y="199898"/>
                </a:lnTo>
                <a:lnTo>
                  <a:pt x="181534" y="238851"/>
                </a:lnTo>
                <a:lnTo>
                  <a:pt x="164932" y="278964"/>
                </a:lnTo>
                <a:lnTo>
                  <a:pt x="149447" y="320516"/>
                </a:lnTo>
                <a:lnTo>
                  <a:pt x="147923" y="323564"/>
                </a:lnTo>
                <a:lnTo>
                  <a:pt x="144875" y="326612"/>
                </a:lnTo>
                <a:lnTo>
                  <a:pt x="140303" y="328136"/>
                </a:lnTo>
                <a:lnTo>
                  <a:pt x="134207" y="3311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70619" y="4113561"/>
            <a:ext cx="1208055" cy="393668"/>
          </a:xfrm>
          <a:prstGeom prst="rect">
            <a:avLst/>
          </a:prstGeom>
        </p:spPr>
      </p:pic>
      <p:grpSp>
        <p:nvGrpSpPr>
          <p:cNvPr id="57" name="object 57" descr=""/>
          <p:cNvGrpSpPr/>
          <p:nvPr/>
        </p:nvGrpSpPr>
        <p:grpSpPr>
          <a:xfrm>
            <a:off x="3983926" y="4133373"/>
            <a:ext cx="543560" cy="279400"/>
            <a:chOff x="3983926" y="4133373"/>
            <a:chExt cx="543560" cy="279400"/>
          </a:xfrm>
        </p:grpSpPr>
        <p:sp>
          <p:nvSpPr>
            <p:cNvPr id="58" name="object 58" descr=""/>
            <p:cNvSpPr/>
            <p:nvPr/>
          </p:nvSpPr>
          <p:spPr>
            <a:xfrm>
              <a:off x="3983926" y="4133373"/>
              <a:ext cx="133350" cy="279400"/>
            </a:xfrm>
            <a:custGeom>
              <a:avLst/>
              <a:gdLst/>
              <a:ahLst/>
              <a:cxnLst/>
              <a:rect l="l" t="t" r="r" b="b"/>
              <a:pathLst>
                <a:path w="133350" h="279400">
                  <a:moveTo>
                    <a:pt x="106775" y="279273"/>
                  </a:moveTo>
                  <a:lnTo>
                    <a:pt x="93059" y="279273"/>
                  </a:lnTo>
                  <a:lnTo>
                    <a:pt x="85320" y="278987"/>
                  </a:lnTo>
                  <a:lnTo>
                    <a:pt x="41243" y="253364"/>
                  </a:lnTo>
                  <a:lnTo>
                    <a:pt x="32099" y="209073"/>
                  </a:lnTo>
                  <a:lnTo>
                    <a:pt x="32099" y="90011"/>
                  </a:lnTo>
                  <a:lnTo>
                    <a:pt x="0" y="90011"/>
                  </a:lnTo>
                  <a:lnTo>
                    <a:pt x="0" y="62579"/>
                  </a:lnTo>
                  <a:lnTo>
                    <a:pt x="33623" y="61055"/>
                  </a:lnTo>
                  <a:lnTo>
                    <a:pt x="38195" y="0"/>
                  </a:lnTo>
                  <a:lnTo>
                    <a:pt x="68675" y="0"/>
                  </a:lnTo>
                  <a:lnTo>
                    <a:pt x="68675" y="61055"/>
                  </a:lnTo>
                  <a:lnTo>
                    <a:pt x="126682" y="61055"/>
                  </a:lnTo>
                  <a:lnTo>
                    <a:pt x="126682" y="90011"/>
                  </a:lnTo>
                  <a:lnTo>
                    <a:pt x="68675" y="90011"/>
                  </a:lnTo>
                  <a:lnTo>
                    <a:pt x="68675" y="209073"/>
                  </a:lnTo>
                  <a:lnTo>
                    <a:pt x="86391" y="247828"/>
                  </a:lnTo>
                  <a:lnTo>
                    <a:pt x="102203" y="250316"/>
                  </a:lnTo>
                  <a:lnTo>
                    <a:pt x="109823" y="250316"/>
                  </a:lnTo>
                  <a:lnTo>
                    <a:pt x="119062" y="247268"/>
                  </a:lnTo>
                  <a:lnTo>
                    <a:pt x="122110" y="245744"/>
                  </a:lnTo>
                  <a:lnTo>
                    <a:pt x="126682" y="244221"/>
                  </a:lnTo>
                  <a:lnTo>
                    <a:pt x="132778" y="271652"/>
                  </a:lnTo>
                  <a:lnTo>
                    <a:pt x="128206" y="273176"/>
                  </a:lnTo>
                  <a:lnTo>
                    <a:pt x="120586" y="276224"/>
                  </a:lnTo>
                  <a:lnTo>
                    <a:pt x="114395" y="277748"/>
                  </a:lnTo>
                  <a:lnTo>
                    <a:pt x="106775" y="279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139680" y="4188333"/>
              <a:ext cx="181430" cy="224313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57687" y="4188333"/>
              <a:ext cx="169354" cy="224313"/>
            </a:xfrm>
            <a:prstGeom prst="rect">
              <a:avLst/>
            </a:prstGeom>
          </p:spPr>
        </p:pic>
      </p:grpSp>
      <p:sp>
        <p:nvSpPr>
          <p:cNvPr id="61" name="object 61" descr=""/>
          <p:cNvSpPr/>
          <p:nvPr/>
        </p:nvSpPr>
        <p:spPr>
          <a:xfrm>
            <a:off x="4574285" y="4093749"/>
            <a:ext cx="171450" cy="314325"/>
          </a:xfrm>
          <a:custGeom>
            <a:avLst/>
            <a:gdLst/>
            <a:ahLst/>
            <a:cxnLst/>
            <a:rect l="l" t="t" r="r" b="b"/>
            <a:pathLst>
              <a:path w="171450" h="314325">
                <a:moveTo>
                  <a:pt x="170878" y="314325"/>
                </a:moveTo>
                <a:lnTo>
                  <a:pt x="134207" y="314325"/>
                </a:lnTo>
                <a:lnTo>
                  <a:pt x="134207" y="183070"/>
                </a:lnTo>
                <a:lnTo>
                  <a:pt x="133635" y="169116"/>
                </a:lnTo>
                <a:lnTo>
                  <a:pt x="112680" y="130028"/>
                </a:lnTo>
                <a:lnTo>
                  <a:pt x="94583" y="126587"/>
                </a:lnTo>
                <a:lnTo>
                  <a:pt x="85963" y="126920"/>
                </a:lnTo>
                <a:lnTo>
                  <a:pt x="51256" y="144768"/>
                </a:lnTo>
                <a:lnTo>
                  <a:pt x="35052" y="158686"/>
                </a:lnTo>
                <a:lnTo>
                  <a:pt x="35052" y="314325"/>
                </a:lnTo>
                <a:lnTo>
                  <a:pt x="0" y="314325"/>
                </a:lnTo>
                <a:lnTo>
                  <a:pt x="0" y="0"/>
                </a:lnTo>
                <a:lnTo>
                  <a:pt x="35052" y="0"/>
                </a:lnTo>
                <a:lnTo>
                  <a:pt x="35052" y="85439"/>
                </a:lnTo>
                <a:lnTo>
                  <a:pt x="33528" y="129635"/>
                </a:lnTo>
                <a:lnTo>
                  <a:pt x="41554" y="122824"/>
                </a:lnTo>
                <a:lnTo>
                  <a:pt x="75461" y="100369"/>
                </a:lnTo>
                <a:lnTo>
                  <a:pt x="105251" y="94583"/>
                </a:lnTo>
                <a:lnTo>
                  <a:pt x="121253" y="95988"/>
                </a:lnTo>
                <a:lnTo>
                  <a:pt x="155543" y="115919"/>
                </a:lnTo>
                <a:lnTo>
                  <a:pt x="169995" y="159076"/>
                </a:lnTo>
                <a:lnTo>
                  <a:pt x="170878" y="178498"/>
                </a:lnTo>
                <a:lnTo>
                  <a:pt x="170878" y="314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2" name="object 62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813744" y="4188333"/>
            <a:ext cx="170878" cy="219741"/>
          </a:xfrm>
          <a:prstGeom prst="rect">
            <a:avLst/>
          </a:prstGeom>
        </p:spPr>
      </p:pic>
      <p:sp>
        <p:nvSpPr>
          <p:cNvPr id="63" name="object 63" descr=""/>
          <p:cNvSpPr/>
          <p:nvPr/>
        </p:nvSpPr>
        <p:spPr>
          <a:xfrm>
            <a:off x="5047107" y="4102893"/>
            <a:ext cx="50800" cy="305435"/>
          </a:xfrm>
          <a:custGeom>
            <a:avLst/>
            <a:gdLst/>
            <a:ahLst/>
            <a:cxnLst/>
            <a:rect l="l" t="t" r="r" b="b"/>
            <a:pathLst>
              <a:path w="50800" h="305435">
                <a:moveTo>
                  <a:pt x="32099" y="47244"/>
                </a:moveTo>
                <a:lnTo>
                  <a:pt x="18383" y="47244"/>
                </a:lnTo>
                <a:lnTo>
                  <a:pt x="12287" y="44196"/>
                </a:lnTo>
                <a:lnTo>
                  <a:pt x="7620" y="39624"/>
                </a:lnTo>
                <a:lnTo>
                  <a:pt x="3048" y="36576"/>
                </a:lnTo>
                <a:lnTo>
                  <a:pt x="0" y="30480"/>
                </a:lnTo>
                <a:lnTo>
                  <a:pt x="0" y="16764"/>
                </a:lnTo>
                <a:lnTo>
                  <a:pt x="3048" y="10668"/>
                </a:lnTo>
                <a:lnTo>
                  <a:pt x="7620" y="6096"/>
                </a:lnTo>
                <a:lnTo>
                  <a:pt x="12287" y="3048"/>
                </a:lnTo>
                <a:lnTo>
                  <a:pt x="18383" y="0"/>
                </a:lnTo>
                <a:lnTo>
                  <a:pt x="32099" y="0"/>
                </a:lnTo>
                <a:lnTo>
                  <a:pt x="38195" y="3048"/>
                </a:lnTo>
                <a:lnTo>
                  <a:pt x="42767" y="6096"/>
                </a:lnTo>
                <a:lnTo>
                  <a:pt x="47339" y="10668"/>
                </a:lnTo>
                <a:lnTo>
                  <a:pt x="50387" y="16764"/>
                </a:lnTo>
                <a:lnTo>
                  <a:pt x="50387" y="30480"/>
                </a:lnTo>
                <a:lnTo>
                  <a:pt x="47339" y="35052"/>
                </a:lnTo>
                <a:lnTo>
                  <a:pt x="38195" y="44196"/>
                </a:lnTo>
                <a:lnTo>
                  <a:pt x="32099" y="47244"/>
                </a:lnTo>
                <a:close/>
              </a:path>
              <a:path w="50800" h="305435">
                <a:moveTo>
                  <a:pt x="42767" y="305180"/>
                </a:moveTo>
                <a:lnTo>
                  <a:pt x="6096" y="305180"/>
                </a:lnTo>
                <a:lnTo>
                  <a:pt x="6096" y="91535"/>
                </a:lnTo>
                <a:lnTo>
                  <a:pt x="42767" y="91535"/>
                </a:lnTo>
                <a:lnTo>
                  <a:pt x="42767" y="3051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5146261" y="4188332"/>
            <a:ext cx="369570" cy="224790"/>
            <a:chOff x="5146261" y="4188332"/>
            <a:chExt cx="369570" cy="224790"/>
          </a:xfrm>
        </p:grpSpPr>
        <p:pic>
          <p:nvPicPr>
            <p:cNvPr id="65" name="object 6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46261" y="4188332"/>
              <a:ext cx="170878" cy="224313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347620" y="4188332"/>
              <a:ext cx="167830" cy="224313"/>
            </a:xfrm>
            <a:prstGeom prst="rect">
              <a:avLst/>
            </a:prstGeom>
          </p:spPr>
        </p:pic>
      </p:grpSp>
      <p:sp>
        <p:nvSpPr>
          <p:cNvPr id="67" name="object 67" descr=""/>
          <p:cNvSpPr/>
          <p:nvPr/>
        </p:nvSpPr>
        <p:spPr>
          <a:xfrm>
            <a:off x="5584031" y="4093749"/>
            <a:ext cx="59690" cy="319405"/>
          </a:xfrm>
          <a:custGeom>
            <a:avLst/>
            <a:gdLst/>
            <a:ahLst/>
            <a:cxnLst/>
            <a:rect l="l" t="t" r="r" b="b"/>
            <a:pathLst>
              <a:path w="59689" h="319404">
                <a:moveTo>
                  <a:pt x="50292" y="318896"/>
                </a:moveTo>
                <a:lnTo>
                  <a:pt x="38100" y="318896"/>
                </a:lnTo>
                <a:lnTo>
                  <a:pt x="28646" y="318277"/>
                </a:lnTo>
                <a:lnTo>
                  <a:pt x="571" y="282447"/>
                </a:lnTo>
                <a:lnTo>
                  <a:pt x="0" y="271557"/>
                </a:lnTo>
                <a:lnTo>
                  <a:pt x="0" y="0"/>
                </a:lnTo>
                <a:lnTo>
                  <a:pt x="36576" y="0"/>
                </a:lnTo>
                <a:lnTo>
                  <a:pt x="36576" y="279177"/>
                </a:lnTo>
                <a:lnTo>
                  <a:pt x="38100" y="283844"/>
                </a:lnTo>
                <a:lnTo>
                  <a:pt x="39624" y="285368"/>
                </a:lnTo>
                <a:lnTo>
                  <a:pt x="41148" y="288416"/>
                </a:lnTo>
                <a:lnTo>
                  <a:pt x="44195" y="289940"/>
                </a:lnTo>
                <a:lnTo>
                  <a:pt x="51816" y="289940"/>
                </a:lnTo>
                <a:lnTo>
                  <a:pt x="54864" y="288416"/>
                </a:lnTo>
                <a:lnTo>
                  <a:pt x="59436" y="315848"/>
                </a:lnTo>
                <a:lnTo>
                  <a:pt x="56387" y="317372"/>
                </a:lnTo>
                <a:lnTo>
                  <a:pt x="54864" y="317372"/>
                </a:lnTo>
                <a:lnTo>
                  <a:pt x="50292" y="3188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8" name="object 68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785389" y="4093749"/>
            <a:ext cx="1627631" cy="318897"/>
          </a:xfrm>
          <a:prstGeom prst="rect">
            <a:avLst/>
          </a:prstGeom>
        </p:spPr>
      </p:pic>
      <p:sp>
        <p:nvSpPr>
          <p:cNvPr id="69" name="object 69" descr=""/>
          <p:cNvSpPr/>
          <p:nvPr/>
        </p:nvSpPr>
        <p:spPr>
          <a:xfrm>
            <a:off x="7478553" y="4188332"/>
            <a:ext cx="186690" cy="309880"/>
          </a:xfrm>
          <a:custGeom>
            <a:avLst/>
            <a:gdLst/>
            <a:ahLst/>
            <a:cxnLst/>
            <a:rect l="l" t="t" r="r" b="b"/>
            <a:pathLst>
              <a:path w="186690" h="309879">
                <a:moveTo>
                  <a:pt x="158686" y="193833"/>
                </a:moveTo>
                <a:lnTo>
                  <a:pt x="97631" y="193833"/>
                </a:lnTo>
                <a:lnTo>
                  <a:pt x="105251" y="192309"/>
                </a:lnTo>
                <a:lnTo>
                  <a:pt x="112871" y="189261"/>
                </a:lnTo>
                <a:lnTo>
                  <a:pt x="139243" y="159829"/>
                </a:lnTo>
                <a:lnTo>
                  <a:pt x="149256" y="118998"/>
                </a:lnTo>
                <a:lnTo>
                  <a:pt x="149542" y="109823"/>
                </a:lnTo>
                <a:lnTo>
                  <a:pt x="149280" y="100965"/>
                </a:lnTo>
                <a:lnTo>
                  <a:pt x="139167" y="57673"/>
                </a:lnTo>
                <a:lnTo>
                  <a:pt x="131159" y="45815"/>
                </a:lnTo>
                <a:lnTo>
                  <a:pt x="126587" y="39623"/>
                </a:lnTo>
                <a:lnTo>
                  <a:pt x="118967" y="36576"/>
                </a:lnTo>
                <a:lnTo>
                  <a:pt x="113204" y="33694"/>
                </a:lnTo>
                <a:lnTo>
                  <a:pt x="107156" y="31813"/>
                </a:lnTo>
                <a:lnTo>
                  <a:pt x="100536" y="30789"/>
                </a:lnTo>
                <a:lnTo>
                  <a:pt x="93059" y="30480"/>
                </a:lnTo>
                <a:lnTo>
                  <a:pt x="33623" y="30480"/>
                </a:lnTo>
                <a:lnTo>
                  <a:pt x="41624" y="24145"/>
                </a:lnTo>
                <a:lnTo>
                  <a:pt x="74771" y="5143"/>
                </a:lnTo>
                <a:lnTo>
                  <a:pt x="102203" y="0"/>
                </a:lnTo>
                <a:lnTo>
                  <a:pt x="112205" y="547"/>
                </a:lnTo>
                <a:lnTo>
                  <a:pt x="153543" y="17335"/>
                </a:lnTo>
                <a:lnTo>
                  <a:pt x="164782" y="30480"/>
                </a:lnTo>
                <a:lnTo>
                  <a:pt x="169973" y="37662"/>
                </a:lnTo>
                <a:lnTo>
                  <a:pt x="183546" y="74675"/>
                </a:lnTo>
                <a:lnTo>
                  <a:pt x="186118" y="109823"/>
                </a:lnTo>
                <a:lnTo>
                  <a:pt x="185808" y="123070"/>
                </a:lnTo>
                <a:lnTo>
                  <a:pt x="175402" y="168665"/>
                </a:lnTo>
                <a:lnTo>
                  <a:pt x="165020" y="186373"/>
                </a:lnTo>
                <a:lnTo>
                  <a:pt x="158686" y="193833"/>
                </a:lnTo>
                <a:close/>
              </a:path>
              <a:path w="186690" h="309879">
                <a:moveTo>
                  <a:pt x="35147" y="309753"/>
                </a:moveTo>
                <a:lnTo>
                  <a:pt x="0" y="309753"/>
                </a:lnTo>
                <a:lnTo>
                  <a:pt x="0" y="6096"/>
                </a:lnTo>
                <a:lnTo>
                  <a:pt x="28956" y="6096"/>
                </a:lnTo>
                <a:lnTo>
                  <a:pt x="32099" y="30480"/>
                </a:lnTo>
                <a:lnTo>
                  <a:pt x="93059" y="30480"/>
                </a:lnTo>
                <a:lnTo>
                  <a:pt x="50958" y="47101"/>
                </a:lnTo>
                <a:lnTo>
                  <a:pt x="35147" y="59531"/>
                </a:lnTo>
                <a:lnTo>
                  <a:pt x="35147" y="172402"/>
                </a:lnTo>
                <a:lnTo>
                  <a:pt x="73247" y="192309"/>
                </a:lnTo>
                <a:lnTo>
                  <a:pt x="80867" y="193833"/>
                </a:lnTo>
                <a:lnTo>
                  <a:pt x="158686" y="193833"/>
                </a:lnTo>
                <a:lnTo>
                  <a:pt x="153566" y="199929"/>
                </a:lnTo>
                <a:lnTo>
                  <a:pt x="35147" y="199929"/>
                </a:lnTo>
                <a:lnTo>
                  <a:pt x="35147" y="309753"/>
                </a:lnTo>
                <a:close/>
              </a:path>
              <a:path w="186690" h="309879">
                <a:moveTo>
                  <a:pt x="94583" y="224313"/>
                </a:moveTo>
                <a:lnTo>
                  <a:pt x="57007" y="214503"/>
                </a:lnTo>
                <a:lnTo>
                  <a:pt x="35147" y="199929"/>
                </a:lnTo>
                <a:lnTo>
                  <a:pt x="153566" y="199929"/>
                </a:lnTo>
                <a:lnTo>
                  <a:pt x="121372" y="220456"/>
                </a:lnTo>
                <a:lnTo>
                  <a:pt x="94583" y="2243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800403" y="4188332"/>
            <a:ext cx="167830" cy="224313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036814" y="4188333"/>
            <a:ext cx="170878" cy="219741"/>
          </a:xfrm>
          <a:prstGeom prst="rect">
            <a:avLst/>
          </a:prstGeom>
        </p:spPr>
      </p:pic>
      <p:sp>
        <p:nvSpPr>
          <p:cNvPr id="72" name="object 72" descr=""/>
          <p:cNvSpPr/>
          <p:nvPr/>
        </p:nvSpPr>
        <p:spPr>
          <a:xfrm>
            <a:off x="8261127" y="4093749"/>
            <a:ext cx="187960" cy="319405"/>
          </a:xfrm>
          <a:custGeom>
            <a:avLst/>
            <a:gdLst/>
            <a:ahLst/>
            <a:cxnLst/>
            <a:rect l="l" t="t" r="r" b="b"/>
            <a:pathLst>
              <a:path w="187959" h="319404">
                <a:moveTo>
                  <a:pt x="187547" y="118967"/>
                </a:moveTo>
                <a:lnTo>
                  <a:pt x="154019" y="118967"/>
                </a:lnTo>
                <a:lnTo>
                  <a:pt x="152495" y="82391"/>
                </a:lnTo>
                <a:lnTo>
                  <a:pt x="152495" y="0"/>
                </a:lnTo>
                <a:lnTo>
                  <a:pt x="187547" y="0"/>
                </a:lnTo>
                <a:lnTo>
                  <a:pt x="187547" y="118967"/>
                </a:lnTo>
                <a:close/>
              </a:path>
              <a:path w="187959" h="319404">
                <a:moveTo>
                  <a:pt x="88392" y="318897"/>
                </a:moveTo>
                <a:lnTo>
                  <a:pt x="37814" y="302823"/>
                </a:lnTo>
                <a:lnTo>
                  <a:pt x="6476" y="255554"/>
                </a:lnTo>
                <a:lnTo>
                  <a:pt x="0" y="207454"/>
                </a:lnTo>
                <a:lnTo>
                  <a:pt x="547" y="194929"/>
                </a:lnTo>
                <a:lnTo>
                  <a:pt x="12239" y="150218"/>
                </a:lnTo>
                <a:lnTo>
                  <a:pt x="35837" y="118491"/>
                </a:lnTo>
                <a:lnTo>
                  <a:pt x="75438" y="96678"/>
                </a:lnTo>
                <a:lnTo>
                  <a:pt x="92964" y="94583"/>
                </a:lnTo>
                <a:lnTo>
                  <a:pt x="101877" y="95130"/>
                </a:lnTo>
                <a:lnTo>
                  <a:pt x="110192" y="96678"/>
                </a:lnTo>
                <a:lnTo>
                  <a:pt x="117918" y="99083"/>
                </a:lnTo>
                <a:lnTo>
                  <a:pt x="125063" y="102203"/>
                </a:lnTo>
                <a:lnTo>
                  <a:pt x="131945" y="105036"/>
                </a:lnTo>
                <a:lnTo>
                  <a:pt x="138969" y="108870"/>
                </a:lnTo>
                <a:lnTo>
                  <a:pt x="146280" y="113561"/>
                </a:lnTo>
                <a:lnTo>
                  <a:pt x="154019" y="118967"/>
                </a:lnTo>
                <a:lnTo>
                  <a:pt x="187547" y="118967"/>
                </a:lnTo>
                <a:lnTo>
                  <a:pt x="187547" y="125063"/>
                </a:lnTo>
                <a:lnTo>
                  <a:pt x="91440" y="125063"/>
                </a:lnTo>
                <a:lnTo>
                  <a:pt x="83820" y="126587"/>
                </a:lnTo>
                <a:lnTo>
                  <a:pt x="52101" y="153781"/>
                </a:lnTo>
                <a:lnTo>
                  <a:pt x="38385" y="198358"/>
                </a:lnTo>
                <a:lnTo>
                  <a:pt x="38100" y="207454"/>
                </a:lnTo>
                <a:lnTo>
                  <a:pt x="38981" y="225797"/>
                </a:lnTo>
                <a:lnTo>
                  <a:pt x="53340" y="266985"/>
                </a:lnTo>
                <a:lnTo>
                  <a:pt x="97536" y="288417"/>
                </a:lnTo>
                <a:lnTo>
                  <a:pt x="154019" y="288417"/>
                </a:lnTo>
                <a:lnTo>
                  <a:pt x="147137" y="294751"/>
                </a:lnTo>
                <a:lnTo>
                  <a:pt x="107906" y="316611"/>
                </a:lnTo>
                <a:lnTo>
                  <a:pt x="98448" y="318325"/>
                </a:lnTo>
                <a:lnTo>
                  <a:pt x="88392" y="318897"/>
                </a:lnTo>
                <a:close/>
              </a:path>
              <a:path w="187959" h="319404">
                <a:moveTo>
                  <a:pt x="187547" y="314325"/>
                </a:moveTo>
                <a:lnTo>
                  <a:pt x="158591" y="314325"/>
                </a:lnTo>
                <a:lnTo>
                  <a:pt x="155543" y="288417"/>
                </a:lnTo>
                <a:lnTo>
                  <a:pt x="97536" y="288417"/>
                </a:lnTo>
                <a:lnTo>
                  <a:pt x="138779" y="273081"/>
                </a:lnTo>
                <a:lnTo>
                  <a:pt x="152495" y="259365"/>
                </a:lnTo>
                <a:lnTo>
                  <a:pt x="152495" y="148018"/>
                </a:lnTo>
                <a:lnTo>
                  <a:pt x="119084" y="127635"/>
                </a:lnTo>
                <a:lnTo>
                  <a:pt x="99060" y="125063"/>
                </a:lnTo>
                <a:lnTo>
                  <a:pt x="187547" y="125063"/>
                </a:lnTo>
                <a:lnTo>
                  <a:pt x="187547" y="314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3839051" y="4665916"/>
            <a:ext cx="1488757" cy="318992"/>
          </a:xfrm>
          <a:prstGeom prst="rect">
            <a:avLst/>
          </a:prstGeom>
        </p:spPr>
      </p:pic>
      <p:sp>
        <p:nvSpPr>
          <p:cNvPr id="74" name="object 74" descr=""/>
          <p:cNvSpPr/>
          <p:nvPr/>
        </p:nvSpPr>
        <p:spPr>
          <a:xfrm>
            <a:off x="5378196" y="4855464"/>
            <a:ext cx="102235" cy="29209"/>
          </a:xfrm>
          <a:custGeom>
            <a:avLst/>
            <a:gdLst/>
            <a:ahLst/>
            <a:cxnLst/>
            <a:rect l="l" t="t" r="r" b="b"/>
            <a:pathLst>
              <a:path w="102235" h="29210">
                <a:moveTo>
                  <a:pt x="102107" y="28955"/>
                </a:moveTo>
                <a:lnTo>
                  <a:pt x="0" y="28955"/>
                </a:lnTo>
                <a:lnTo>
                  <a:pt x="0" y="0"/>
                </a:lnTo>
                <a:lnTo>
                  <a:pt x="102107" y="0"/>
                </a:lnTo>
                <a:lnTo>
                  <a:pt x="102107" y="289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5535263" y="4760595"/>
            <a:ext cx="294640" cy="220345"/>
          </a:xfrm>
          <a:custGeom>
            <a:avLst/>
            <a:gdLst/>
            <a:ahLst/>
            <a:cxnLst/>
            <a:rect l="l" t="t" r="r" b="b"/>
            <a:pathLst>
              <a:path w="294639" h="220345">
                <a:moveTo>
                  <a:pt x="294417" y="219741"/>
                </a:moveTo>
                <a:lnTo>
                  <a:pt x="259270" y="219741"/>
                </a:lnTo>
                <a:lnTo>
                  <a:pt x="259270" y="88487"/>
                </a:lnTo>
                <a:lnTo>
                  <a:pt x="258675" y="74507"/>
                </a:lnTo>
                <a:lnTo>
                  <a:pt x="243435" y="39076"/>
                </a:lnTo>
                <a:lnTo>
                  <a:pt x="219646" y="32004"/>
                </a:lnTo>
                <a:lnTo>
                  <a:pt x="206787" y="34005"/>
                </a:lnTo>
                <a:lnTo>
                  <a:pt x="193357" y="40016"/>
                </a:lnTo>
                <a:lnTo>
                  <a:pt x="179355" y="50046"/>
                </a:lnTo>
                <a:lnTo>
                  <a:pt x="164782" y="64103"/>
                </a:lnTo>
                <a:lnTo>
                  <a:pt x="164782" y="219741"/>
                </a:lnTo>
                <a:lnTo>
                  <a:pt x="129635" y="219741"/>
                </a:lnTo>
                <a:lnTo>
                  <a:pt x="129635" y="88487"/>
                </a:lnTo>
                <a:lnTo>
                  <a:pt x="129039" y="74507"/>
                </a:lnTo>
                <a:lnTo>
                  <a:pt x="113799" y="39076"/>
                </a:lnTo>
                <a:lnTo>
                  <a:pt x="90011" y="32004"/>
                </a:lnTo>
                <a:lnTo>
                  <a:pt x="77137" y="34005"/>
                </a:lnTo>
                <a:lnTo>
                  <a:pt x="63674" y="40016"/>
                </a:lnTo>
                <a:lnTo>
                  <a:pt x="49640" y="50046"/>
                </a:lnTo>
                <a:lnTo>
                  <a:pt x="35052" y="64103"/>
                </a:lnTo>
                <a:lnTo>
                  <a:pt x="35052" y="219741"/>
                </a:lnTo>
                <a:lnTo>
                  <a:pt x="0" y="219741"/>
                </a:lnTo>
                <a:lnTo>
                  <a:pt x="0" y="6096"/>
                </a:lnTo>
                <a:lnTo>
                  <a:pt x="28956" y="6096"/>
                </a:lnTo>
                <a:lnTo>
                  <a:pt x="32004" y="36576"/>
                </a:lnTo>
                <a:lnTo>
                  <a:pt x="33528" y="36576"/>
                </a:lnTo>
                <a:lnTo>
                  <a:pt x="64103" y="10667"/>
                </a:lnTo>
                <a:lnTo>
                  <a:pt x="100679" y="0"/>
                </a:lnTo>
                <a:lnTo>
                  <a:pt x="112418" y="595"/>
                </a:lnTo>
                <a:lnTo>
                  <a:pt x="150971" y="23621"/>
                </a:lnTo>
                <a:lnTo>
                  <a:pt x="158591" y="41148"/>
                </a:lnTo>
                <a:lnTo>
                  <a:pt x="167552" y="32313"/>
                </a:lnTo>
                <a:lnTo>
                  <a:pt x="202025" y="6429"/>
                </a:lnTo>
                <a:lnTo>
                  <a:pt x="230314" y="0"/>
                </a:lnTo>
                <a:lnTo>
                  <a:pt x="245436" y="1404"/>
                </a:lnTo>
                <a:lnTo>
                  <a:pt x="279177" y="21336"/>
                </a:lnTo>
                <a:lnTo>
                  <a:pt x="293536" y="64493"/>
                </a:lnTo>
                <a:lnTo>
                  <a:pt x="294417" y="83915"/>
                </a:lnTo>
                <a:lnTo>
                  <a:pt x="294417" y="2197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6" name="object 76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889117" y="4760595"/>
            <a:ext cx="167830" cy="224313"/>
          </a:xfrm>
          <a:prstGeom prst="rect">
            <a:avLst/>
          </a:prstGeom>
        </p:spPr>
      </p:pic>
      <p:sp>
        <p:nvSpPr>
          <p:cNvPr id="77" name="object 77" descr=""/>
          <p:cNvSpPr/>
          <p:nvPr/>
        </p:nvSpPr>
        <p:spPr>
          <a:xfrm>
            <a:off x="6125616" y="4665916"/>
            <a:ext cx="260985" cy="314960"/>
          </a:xfrm>
          <a:custGeom>
            <a:avLst/>
            <a:gdLst/>
            <a:ahLst/>
            <a:cxnLst/>
            <a:rect l="l" t="t" r="r" b="b"/>
            <a:pathLst>
              <a:path w="260985" h="314960">
                <a:moveTo>
                  <a:pt x="176872" y="314426"/>
                </a:moveTo>
                <a:lnTo>
                  <a:pt x="96012" y="186220"/>
                </a:lnTo>
                <a:lnTo>
                  <a:pt x="167728" y="100774"/>
                </a:lnTo>
                <a:lnTo>
                  <a:pt x="128104" y="100774"/>
                </a:lnTo>
                <a:lnTo>
                  <a:pt x="36576" y="212128"/>
                </a:lnTo>
                <a:lnTo>
                  <a:pt x="35052" y="212128"/>
                </a:lnTo>
                <a:lnTo>
                  <a:pt x="35052" y="0"/>
                </a:lnTo>
                <a:lnTo>
                  <a:pt x="0" y="0"/>
                </a:lnTo>
                <a:lnTo>
                  <a:pt x="0" y="314426"/>
                </a:lnTo>
                <a:lnTo>
                  <a:pt x="35052" y="314426"/>
                </a:lnTo>
                <a:lnTo>
                  <a:pt x="35052" y="257937"/>
                </a:lnTo>
                <a:lnTo>
                  <a:pt x="74676" y="210604"/>
                </a:lnTo>
                <a:lnTo>
                  <a:pt x="137248" y="314426"/>
                </a:lnTo>
                <a:lnTo>
                  <a:pt x="176872" y="314426"/>
                </a:lnTo>
                <a:close/>
              </a:path>
              <a:path w="260985" h="314960">
                <a:moveTo>
                  <a:pt x="253174" y="100787"/>
                </a:moveTo>
                <a:lnTo>
                  <a:pt x="216598" y="100787"/>
                </a:lnTo>
                <a:lnTo>
                  <a:pt x="216598" y="314426"/>
                </a:lnTo>
                <a:lnTo>
                  <a:pt x="253174" y="314426"/>
                </a:lnTo>
                <a:lnTo>
                  <a:pt x="253174" y="100787"/>
                </a:lnTo>
                <a:close/>
              </a:path>
              <a:path w="260985" h="314960">
                <a:moveTo>
                  <a:pt x="260794" y="26009"/>
                </a:moveTo>
                <a:lnTo>
                  <a:pt x="257746" y="19913"/>
                </a:lnTo>
                <a:lnTo>
                  <a:pt x="248602" y="10769"/>
                </a:lnTo>
                <a:lnTo>
                  <a:pt x="242506" y="9245"/>
                </a:lnTo>
                <a:lnTo>
                  <a:pt x="228790" y="9245"/>
                </a:lnTo>
                <a:lnTo>
                  <a:pt x="222694" y="12293"/>
                </a:lnTo>
                <a:lnTo>
                  <a:pt x="218122" y="15341"/>
                </a:lnTo>
                <a:lnTo>
                  <a:pt x="213550" y="19913"/>
                </a:lnTo>
                <a:lnTo>
                  <a:pt x="210413" y="26009"/>
                </a:lnTo>
                <a:lnTo>
                  <a:pt x="210413" y="39725"/>
                </a:lnTo>
                <a:lnTo>
                  <a:pt x="213550" y="44297"/>
                </a:lnTo>
                <a:lnTo>
                  <a:pt x="222694" y="53441"/>
                </a:lnTo>
                <a:lnTo>
                  <a:pt x="228790" y="56489"/>
                </a:lnTo>
                <a:lnTo>
                  <a:pt x="242506" y="56489"/>
                </a:lnTo>
                <a:lnTo>
                  <a:pt x="248602" y="53441"/>
                </a:lnTo>
                <a:lnTo>
                  <a:pt x="253174" y="48869"/>
                </a:lnTo>
                <a:lnTo>
                  <a:pt x="259270" y="44297"/>
                </a:lnTo>
                <a:lnTo>
                  <a:pt x="260794" y="39725"/>
                </a:lnTo>
                <a:lnTo>
                  <a:pt x="260794" y="260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8" name="object 7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450520" y="4760595"/>
            <a:ext cx="172307" cy="219741"/>
          </a:xfrm>
          <a:prstGeom prst="rect">
            <a:avLst/>
          </a:prstGeom>
        </p:spPr>
      </p:pic>
      <p:sp>
        <p:nvSpPr>
          <p:cNvPr id="79" name="object 79" descr=""/>
          <p:cNvSpPr/>
          <p:nvPr/>
        </p:nvSpPr>
        <p:spPr>
          <a:xfrm>
            <a:off x="6674739" y="4760595"/>
            <a:ext cx="196850" cy="319405"/>
          </a:xfrm>
          <a:custGeom>
            <a:avLst/>
            <a:gdLst/>
            <a:ahLst/>
            <a:cxnLst/>
            <a:rect l="l" t="t" r="r" b="b"/>
            <a:pathLst>
              <a:path w="196850" h="319404">
                <a:moveTo>
                  <a:pt x="88487" y="318896"/>
                </a:moveTo>
                <a:lnTo>
                  <a:pt x="45386" y="312015"/>
                </a:lnTo>
                <a:lnTo>
                  <a:pt x="10668" y="291464"/>
                </a:lnTo>
                <a:lnTo>
                  <a:pt x="7516" y="285178"/>
                </a:lnTo>
                <a:lnTo>
                  <a:pt x="4500" y="279628"/>
                </a:lnTo>
                <a:lnTo>
                  <a:pt x="2095" y="273736"/>
                </a:lnTo>
                <a:lnTo>
                  <a:pt x="547" y="267540"/>
                </a:lnTo>
                <a:lnTo>
                  <a:pt x="0" y="260889"/>
                </a:lnTo>
                <a:lnTo>
                  <a:pt x="571" y="254055"/>
                </a:lnTo>
                <a:lnTo>
                  <a:pt x="2286" y="247364"/>
                </a:lnTo>
                <a:lnTo>
                  <a:pt x="5143" y="240958"/>
                </a:lnTo>
                <a:lnTo>
                  <a:pt x="9144" y="234981"/>
                </a:lnTo>
                <a:lnTo>
                  <a:pt x="13144" y="228409"/>
                </a:lnTo>
                <a:lnTo>
                  <a:pt x="18288" y="222408"/>
                </a:lnTo>
                <a:lnTo>
                  <a:pt x="24574" y="216979"/>
                </a:lnTo>
                <a:lnTo>
                  <a:pt x="32004" y="212121"/>
                </a:lnTo>
                <a:lnTo>
                  <a:pt x="32004" y="210597"/>
                </a:lnTo>
                <a:lnTo>
                  <a:pt x="25908" y="207549"/>
                </a:lnTo>
                <a:lnTo>
                  <a:pt x="21336" y="202977"/>
                </a:lnTo>
                <a:lnTo>
                  <a:pt x="18288" y="196881"/>
                </a:lnTo>
                <a:lnTo>
                  <a:pt x="15240" y="190690"/>
                </a:lnTo>
                <a:lnTo>
                  <a:pt x="12192" y="184594"/>
                </a:lnTo>
                <a:lnTo>
                  <a:pt x="12192" y="175450"/>
                </a:lnTo>
                <a:lnTo>
                  <a:pt x="12739" y="168854"/>
                </a:lnTo>
                <a:lnTo>
                  <a:pt x="36576" y="135826"/>
                </a:lnTo>
                <a:lnTo>
                  <a:pt x="36576" y="134302"/>
                </a:lnTo>
                <a:lnTo>
                  <a:pt x="13001" y="102655"/>
                </a:lnTo>
                <a:lnTo>
                  <a:pt x="9144" y="76295"/>
                </a:lnTo>
                <a:lnTo>
                  <a:pt x="9453" y="67435"/>
                </a:lnTo>
                <a:lnTo>
                  <a:pt x="26598" y="25550"/>
                </a:lnTo>
                <a:lnTo>
                  <a:pt x="57912" y="6095"/>
                </a:lnTo>
                <a:lnTo>
                  <a:pt x="65033" y="3214"/>
                </a:lnTo>
                <a:lnTo>
                  <a:pt x="72592" y="1333"/>
                </a:lnTo>
                <a:lnTo>
                  <a:pt x="80454" y="309"/>
                </a:lnTo>
                <a:lnTo>
                  <a:pt x="88487" y="0"/>
                </a:lnTo>
                <a:lnTo>
                  <a:pt x="100679" y="0"/>
                </a:lnTo>
                <a:lnTo>
                  <a:pt x="105251" y="1523"/>
                </a:lnTo>
                <a:lnTo>
                  <a:pt x="111347" y="3047"/>
                </a:lnTo>
                <a:lnTo>
                  <a:pt x="115919" y="4571"/>
                </a:lnTo>
                <a:lnTo>
                  <a:pt x="118967" y="6095"/>
                </a:lnTo>
                <a:lnTo>
                  <a:pt x="193643" y="6095"/>
                </a:lnTo>
                <a:lnTo>
                  <a:pt x="193643" y="25907"/>
                </a:lnTo>
                <a:lnTo>
                  <a:pt x="88487" y="25907"/>
                </a:lnTo>
                <a:lnTo>
                  <a:pt x="79573" y="26765"/>
                </a:lnTo>
                <a:lnTo>
                  <a:pt x="47434" y="55673"/>
                </a:lnTo>
                <a:lnTo>
                  <a:pt x="44196" y="76295"/>
                </a:lnTo>
                <a:lnTo>
                  <a:pt x="44196" y="91535"/>
                </a:lnTo>
                <a:lnTo>
                  <a:pt x="53340" y="109823"/>
                </a:lnTo>
                <a:lnTo>
                  <a:pt x="56388" y="114395"/>
                </a:lnTo>
                <a:lnTo>
                  <a:pt x="60960" y="117443"/>
                </a:lnTo>
                <a:lnTo>
                  <a:pt x="65532" y="122015"/>
                </a:lnTo>
                <a:lnTo>
                  <a:pt x="71628" y="123634"/>
                </a:lnTo>
                <a:lnTo>
                  <a:pt x="77724" y="126682"/>
                </a:lnTo>
                <a:lnTo>
                  <a:pt x="82296" y="128206"/>
                </a:lnTo>
                <a:lnTo>
                  <a:pt x="147720" y="128206"/>
                </a:lnTo>
                <a:lnTo>
                  <a:pt x="144875" y="131254"/>
                </a:lnTo>
                <a:lnTo>
                  <a:pt x="139070" y="135826"/>
                </a:lnTo>
                <a:lnTo>
                  <a:pt x="133254" y="140017"/>
                </a:lnTo>
                <a:lnTo>
                  <a:pt x="127087" y="143684"/>
                </a:lnTo>
                <a:lnTo>
                  <a:pt x="124068" y="144970"/>
                </a:lnTo>
                <a:lnTo>
                  <a:pt x="56388" y="144970"/>
                </a:lnTo>
                <a:lnTo>
                  <a:pt x="50292" y="151066"/>
                </a:lnTo>
                <a:lnTo>
                  <a:pt x="47244" y="155638"/>
                </a:lnTo>
                <a:lnTo>
                  <a:pt x="44196" y="158686"/>
                </a:lnTo>
                <a:lnTo>
                  <a:pt x="42672" y="163258"/>
                </a:lnTo>
                <a:lnTo>
                  <a:pt x="42672" y="176974"/>
                </a:lnTo>
                <a:lnTo>
                  <a:pt x="45720" y="181546"/>
                </a:lnTo>
                <a:lnTo>
                  <a:pt x="80772" y="193738"/>
                </a:lnTo>
                <a:lnTo>
                  <a:pt x="122015" y="193738"/>
                </a:lnTo>
                <a:lnTo>
                  <a:pt x="140041" y="194348"/>
                </a:lnTo>
                <a:lnTo>
                  <a:pt x="178403" y="204501"/>
                </a:lnTo>
                <a:lnTo>
                  <a:pt x="191429" y="219741"/>
                </a:lnTo>
                <a:lnTo>
                  <a:pt x="54864" y="219741"/>
                </a:lnTo>
                <a:lnTo>
                  <a:pt x="47244" y="225837"/>
                </a:lnTo>
                <a:lnTo>
                  <a:pt x="41148" y="230409"/>
                </a:lnTo>
                <a:lnTo>
                  <a:pt x="38100" y="236505"/>
                </a:lnTo>
                <a:lnTo>
                  <a:pt x="33528" y="242601"/>
                </a:lnTo>
                <a:lnTo>
                  <a:pt x="32004" y="248697"/>
                </a:lnTo>
                <a:lnTo>
                  <a:pt x="32004" y="256317"/>
                </a:lnTo>
                <a:lnTo>
                  <a:pt x="57627" y="287202"/>
                </a:lnTo>
                <a:lnTo>
                  <a:pt x="94583" y="292988"/>
                </a:lnTo>
                <a:lnTo>
                  <a:pt x="172071" y="292988"/>
                </a:lnTo>
                <a:lnTo>
                  <a:pt x="167735" y="296036"/>
                </a:lnTo>
                <a:lnTo>
                  <a:pt x="123634" y="315039"/>
                </a:lnTo>
                <a:lnTo>
                  <a:pt x="100774" y="318373"/>
                </a:lnTo>
                <a:lnTo>
                  <a:pt x="88487" y="318896"/>
                </a:lnTo>
                <a:close/>
              </a:path>
              <a:path w="196850" h="319404">
                <a:moveTo>
                  <a:pt x="147720" y="128206"/>
                </a:moveTo>
                <a:lnTo>
                  <a:pt x="94583" y="128206"/>
                </a:lnTo>
                <a:lnTo>
                  <a:pt x="100679" y="126682"/>
                </a:lnTo>
                <a:lnTo>
                  <a:pt x="106775" y="123634"/>
                </a:lnTo>
                <a:lnTo>
                  <a:pt x="132683" y="91535"/>
                </a:lnTo>
                <a:lnTo>
                  <a:pt x="134207" y="83915"/>
                </a:lnTo>
                <a:lnTo>
                  <a:pt x="134207" y="76295"/>
                </a:lnTo>
                <a:lnTo>
                  <a:pt x="120491" y="39623"/>
                </a:lnTo>
                <a:lnTo>
                  <a:pt x="88487" y="25907"/>
                </a:lnTo>
                <a:lnTo>
                  <a:pt x="193643" y="25907"/>
                </a:lnTo>
                <a:lnTo>
                  <a:pt x="193643" y="33527"/>
                </a:lnTo>
                <a:lnTo>
                  <a:pt x="149447" y="33527"/>
                </a:lnTo>
                <a:lnTo>
                  <a:pt x="154019" y="38100"/>
                </a:lnTo>
                <a:lnTo>
                  <a:pt x="158591" y="44195"/>
                </a:lnTo>
                <a:lnTo>
                  <a:pt x="161639" y="51911"/>
                </a:lnTo>
                <a:lnTo>
                  <a:pt x="164520" y="57888"/>
                </a:lnTo>
                <a:lnTo>
                  <a:pt x="166401" y="64293"/>
                </a:lnTo>
                <a:lnTo>
                  <a:pt x="167425" y="70985"/>
                </a:lnTo>
                <a:lnTo>
                  <a:pt x="167735" y="77819"/>
                </a:lnTo>
                <a:lnTo>
                  <a:pt x="167211" y="85796"/>
                </a:lnTo>
                <a:lnTo>
                  <a:pt x="149423" y="126381"/>
                </a:lnTo>
                <a:lnTo>
                  <a:pt x="147720" y="128206"/>
                </a:lnTo>
                <a:close/>
              </a:path>
              <a:path w="196850" h="319404">
                <a:moveTo>
                  <a:pt x="88487" y="151066"/>
                </a:moveTo>
                <a:lnTo>
                  <a:pt x="77724" y="151066"/>
                </a:lnTo>
                <a:lnTo>
                  <a:pt x="73152" y="149542"/>
                </a:lnTo>
                <a:lnTo>
                  <a:pt x="67056" y="148018"/>
                </a:lnTo>
                <a:lnTo>
                  <a:pt x="62484" y="146494"/>
                </a:lnTo>
                <a:lnTo>
                  <a:pt x="56388" y="144970"/>
                </a:lnTo>
                <a:lnTo>
                  <a:pt x="124068" y="144970"/>
                </a:lnTo>
                <a:lnTo>
                  <a:pt x="120491" y="146494"/>
                </a:lnTo>
                <a:lnTo>
                  <a:pt x="112704" y="148494"/>
                </a:lnTo>
                <a:lnTo>
                  <a:pt x="105060" y="149923"/>
                </a:lnTo>
                <a:lnTo>
                  <a:pt x="97131" y="150780"/>
                </a:lnTo>
                <a:lnTo>
                  <a:pt x="88487" y="151066"/>
                </a:lnTo>
                <a:close/>
              </a:path>
              <a:path w="196850" h="319404">
                <a:moveTo>
                  <a:pt x="172071" y="292988"/>
                </a:moveTo>
                <a:lnTo>
                  <a:pt x="94583" y="292988"/>
                </a:lnTo>
                <a:lnTo>
                  <a:pt x="102298" y="292727"/>
                </a:lnTo>
                <a:lnTo>
                  <a:pt x="109442" y="292036"/>
                </a:lnTo>
                <a:lnTo>
                  <a:pt x="143351" y="279272"/>
                </a:lnTo>
                <a:lnTo>
                  <a:pt x="149447" y="276224"/>
                </a:lnTo>
                <a:lnTo>
                  <a:pt x="154019" y="271652"/>
                </a:lnTo>
                <a:lnTo>
                  <a:pt x="157067" y="265461"/>
                </a:lnTo>
                <a:lnTo>
                  <a:pt x="160115" y="260889"/>
                </a:lnTo>
                <a:lnTo>
                  <a:pt x="161639" y="254793"/>
                </a:lnTo>
                <a:lnTo>
                  <a:pt x="161639" y="239553"/>
                </a:lnTo>
                <a:lnTo>
                  <a:pt x="158591" y="231933"/>
                </a:lnTo>
                <a:lnTo>
                  <a:pt x="150971" y="228885"/>
                </a:lnTo>
                <a:lnTo>
                  <a:pt x="144684" y="226004"/>
                </a:lnTo>
                <a:lnTo>
                  <a:pt x="137255" y="224123"/>
                </a:lnTo>
                <a:lnTo>
                  <a:pt x="128682" y="223099"/>
                </a:lnTo>
                <a:lnTo>
                  <a:pt x="118967" y="222789"/>
                </a:lnTo>
                <a:lnTo>
                  <a:pt x="68580" y="222789"/>
                </a:lnTo>
                <a:lnTo>
                  <a:pt x="64008" y="221265"/>
                </a:lnTo>
                <a:lnTo>
                  <a:pt x="59436" y="221265"/>
                </a:lnTo>
                <a:lnTo>
                  <a:pt x="54864" y="219741"/>
                </a:lnTo>
                <a:lnTo>
                  <a:pt x="191429" y="219741"/>
                </a:lnTo>
                <a:lnTo>
                  <a:pt x="192166" y="220884"/>
                </a:lnTo>
                <a:lnTo>
                  <a:pt x="195628" y="231505"/>
                </a:lnTo>
                <a:lnTo>
                  <a:pt x="196786" y="244125"/>
                </a:lnTo>
                <a:lnTo>
                  <a:pt x="196475" y="251866"/>
                </a:lnTo>
                <a:lnTo>
                  <a:pt x="174950" y="290964"/>
                </a:lnTo>
                <a:lnTo>
                  <a:pt x="172071" y="2929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1834705" y="5369432"/>
            <a:ext cx="313055" cy="331470"/>
          </a:xfrm>
          <a:custGeom>
            <a:avLst/>
            <a:gdLst/>
            <a:ahLst/>
            <a:cxnLst/>
            <a:rect l="l" t="t" r="r" b="b"/>
            <a:pathLst>
              <a:path w="313055" h="331470">
                <a:moveTo>
                  <a:pt x="126587" y="331184"/>
                </a:moveTo>
                <a:lnTo>
                  <a:pt x="102203" y="331184"/>
                </a:lnTo>
                <a:lnTo>
                  <a:pt x="99155" y="329660"/>
                </a:lnTo>
                <a:lnTo>
                  <a:pt x="97631" y="329660"/>
                </a:lnTo>
                <a:lnTo>
                  <a:pt x="96107" y="328136"/>
                </a:lnTo>
                <a:lnTo>
                  <a:pt x="93059" y="328136"/>
                </a:lnTo>
                <a:lnTo>
                  <a:pt x="91535" y="326612"/>
                </a:lnTo>
                <a:lnTo>
                  <a:pt x="91535" y="325088"/>
                </a:lnTo>
                <a:lnTo>
                  <a:pt x="88487" y="322040"/>
                </a:lnTo>
                <a:lnTo>
                  <a:pt x="83915" y="314310"/>
                </a:lnTo>
                <a:lnTo>
                  <a:pt x="79343" y="307133"/>
                </a:lnTo>
                <a:lnTo>
                  <a:pt x="74771" y="300528"/>
                </a:lnTo>
                <a:lnTo>
                  <a:pt x="70199" y="294513"/>
                </a:lnTo>
                <a:lnTo>
                  <a:pt x="66484" y="287678"/>
                </a:lnTo>
                <a:lnTo>
                  <a:pt x="62198" y="280987"/>
                </a:lnTo>
                <a:lnTo>
                  <a:pt x="57340" y="274581"/>
                </a:lnTo>
                <a:lnTo>
                  <a:pt x="51911" y="268605"/>
                </a:lnTo>
                <a:lnTo>
                  <a:pt x="42576" y="256413"/>
                </a:lnTo>
                <a:lnTo>
                  <a:pt x="37552" y="250174"/>
                </a:lnTo>
                <a:lnTo>
                  <a:pt x="32099" y="244221"/>
                </a:lnTo>
                <a:lnTo>
                  <a:pt x="27186" y="237522"/>
                </a:lnTo>
                <a:lnTo>
                  <a:pt x="21728" y="230993"/>
                </a:lnTo>
                <a:lnTo>
                  <a:pt x="9143" y="216693"/>
                </a:lnTo>
                <a:lnTo>
                  <a:pt x="6095" y="213645"/>
                </a:lnTo>
                <a:lnTo>
                  <a:pt x="3047" y="212121"/>
                </a:lnTo>
                <a:lnTo>
                  <a:pt x="1523" y="209073"/>
                </a:lnTo>
                <a:lnTo>
                  <a:pt x="0" y="207549"/>
                </a:lnTo>
                <a:lnTo>
                  <a:pt x="0" y="201453"/>
                </a:lnTo>
                <a:lnTo>
                  <a:pt x="3047" y="195357"/>
                </a:lnTo>
                <a:lnTo>
                  <a:pt x="6095" y="193833"/>
                </a:lnTo>
                <a:lnTo>
                  <a:pt x="9143" y="190785"/>
                </a:lnTo>
                <a:lnTo>
                  <a:pt x="13715" y="189261"/>
                </a:lnTo>
                <a:lnTo>
                  <a:pt x="16763" y="186213"/>
                </a:lnTo>
                <a:lnTo>
                  <a:pt x="21335" y="184689"/>
                </a:lnTo>
                <a:lnTo>
                  <a:pt x="25907" y="184689"/>
                </a:lnTo>
                <a:lnTo>
                  <a:pt x="35147" y="181641"/>
                </a:lnTo>
                <a:lnTo>
                  <a:pt x="44291" y="181641"/>
                </a:lnTo>
                <a:lnTo>
                  <a:pt x="48863" y="183165"/>
                </a:lnTo>
                <a:lnTo>
                  <a:pt x="50387" y="184689"/>
                </a:lnTo>
                <a:lnTo>
                  <a:pt x="53435" y="184689"/>
                </a:lnTo>
                <a:lnTo>
                  <a:pt x="82891" y="216717"/>
                </a:lnTo>
                <a:lnTo>
                  <a:pt x="109299" y="253363"/>
                </a:lnTo>
                <a:lnTo>
                  <a:pt x="115919" y="262509"/>
                </a:lnTo>
                <a:lnTo>
                  <a:pt x="141922" y="198405"/>
                </a:lnTo>
                <a:lnTo>
                  <a:pt x="169354" y="137350"/>
                </a:lnTo>
                <a:lnTo>
                  <a:pt x="201358" y="79343"/>
                </a:lnTo>
                <a:lnTo>
                  <a:pt x="229433" y="36052"/>
                </a:lnTo>
                <a:lnTo>
                  <a:pt x="260889" y="4571"/>
                </a:lnTo>
                <a:lnTo>
                  <a:pt x="305085" y="0"/>
                </a:lnTo>
                <a:lnTo>
                  <a:pt x="311181" y="3048"/>
                </a:lnTo>
                <a:lnTo>
                  <a:pt x="312705" y="4571"/>
                </a:lnTo>
                <a:lnTo>
                  <a:pt x="312705" y="9143"/>
                </a:lnTo>
                <a:lnTo>
                  <a:pt x="311181" y="10668"/>
                </a:lnTo>
                <a:lnTo>
                  <a:pt x="311181" y="12192"/>
                </a:lnTo>
                <a:lnTo>
                  <a:pt x="309657" y="13716"/>
                </a:lnTo>
                <a:lnTo>
                  <a:pt x="308133" y="16764"/>
                </a:lnTo>
                <a:lnTo>
                  <a:pt x="306609" y="18288"/>
                </a:lnTo>
                <a:lnTo>
                  <a:pt x="283152" y="52957"/>
                </a:lnTo>
                <a:lnTo>
                  <a:pt x="260687" y="88332"/>
                </a:lnTo>
                <a:lnTo>
                  <a:pt x="239061" y="124546"/>
                </a:lnTo>
                <a:lnTo>
                  <a:pt x="218122" y="161734"/>
                </a:lnTo>
                <a:lnTo>
                  <a:pt x="199048" y="199834"/>
                </a:lnTo>
                <a:lnTo>
                  <a:pt x="180974" y="238648"/>
                </a:lnTo>
                <a:lnTo>
                  <a:pt x="164330" y="278320"/>
                </a:lnTo>
                <a:lnTo>
                  <a:pt x="149542" y="318992"/>
                </a:lnTo>
                <a:lnTo>
                  <a:pt x="148018" y="323564"/>
                </a:lnTo>
                <a:lnTo>
                  <a:pt x="144970" y="326612"/>
                </a:lnTo>
                <a:lnTo>
                  <a:pt x="138874" y="328136"/>
                </a:lnTo>
                <a:lnTo>
                  <a:pt x="134207" y="329660"/>
                </a:lnTo>
                <a:lnTo>
                  <a:pt x="126587" y="3311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" name="object 81" descr=""/>
          <p:cNvGrpSpPr/>
          <p:nvPr/>
        </p:nvGrpSpPr>
        <p:grpSpPr>
          <a:xfrm>
            <a:off x="2295429" y="5375528"/>
            <a:ext cx="1522730" cy="325120"/>
            <a:chOff x="2295429" y="5375528"/>
            <a:chExt cx="1522730" cy="325120"/>
          </a:xfrm>
        </p:grpSpPr>
        <p:sp>
          <p:nvSpPr>
            <p:cNvPr id="82" name="object 82" descr=""/>
            <p:cNvSpPr/>
            <p:nvPr/>
          </p:nvSpPr>
          <p:spPr>
            <a:xfrm>
              <a:off x="2295423" y="5375528"/>
              <a:ext cx="457834" cy="319405"/>
            </a:xfrm>
            <a:custGeom>
              <a:avLst/>
              <a:gdLst/>
              <a:ahLst/>
              <a:cxnLst/>
              <a:rect l="l" t="t" r="r" b="b"/>
              <a:pathLst>
                <a:path w="457835" h="319404">
                  <a:moveTo>
                    <a:pt x="170789" y="288518"/>
                  </a:moveTo>
                  <a:lnTo>
                    <a:pt x="36576" y="288518"/>
                  </a:lnTo>
                  <a:lnTo>
                    <a:pt x="36576" y="183108"/>
                  </a:lnTo>
                  <a:lnTo>
                    <a:pt x="146405" y="183108"/>
                  </a:lnTo>
                  <a:lnTo>
                    <a:pt x="146405" y="152628"/>
                  </a:lnTo>
                  <a:lnTo>
                    <a:pt x="36576" y="152628"/>
                  </a:lnTo>
                  <a:lnTo>
                    <a:pt x="36576" y="61188"/>
                  </a:lnTo>
                  <a:lnTo>
                    <a:pt x="166217" y="61188"/>
                  </a:lnTo>
                  <a:lnTo>
                    <a:pt x="166217" y="30708"/>
                  </a:lnTo>
                  <a:lnTo>
                    <a:pt x="0" y="30708"/>
                  </a:lnTo>
                  <a:lnTo>
                    <a:pt x="0" y="61188"/>
                  </a:lnTo>
                  <a:lnTo>
                    <a:pt x="0" y="152628"/>
                  </a:lnTo>
                  <a:lnTo>
                    <a:pt x="0" y="183108"/>
                  </a:lnTo>
                  <a:lnTo>
                    <a:pt x="0" y="288518"/>
                  </a:lnTo>
                  <a:lnTo>
                    <a:pt x="0" y="318998"/>
                  </a:lnTo>
                  <a:lnTo>
                    <a:pt x="170789" y="318998"/>
                  </a:lnTo>
                  <a:lnTo>
                    <a:pt x="170789" y="288518"/>
                  </a:lnTo>
                  <a:close/>
                </a:path>
                <a:path w="457835" h="319404">
                  <a:moveTo>
                    <a:pt x="457581" y="7620"/>
                  </a:moveTo>
                  <a:lnTo>
                    <a:pt x="448437" y="4572"/>
                  </a:lnTo>
                  <a:lnTo>
                    <a:pt x="436245" y="1524"/>
                  </a:lnTo>
                  <a:lnTo>
                    <a:pt x="428625" y="0"/>
                  </a:lnTo>
                  <a:lnTo>
                    <a:pt x="422529" y="0"/>
                  </a:lnTo>
                  <a:lnTo>
                    <a:pt x="384073" y="11620"/>
                  </a:lnTo>
                  <a:lnTo>
                    <a:pt x="360832" y="56349"/>
                  </a:lnTo>
                  <a:lnTo>
                    <a:pt x="359956" y="71729"/>
                  </a:lnTo>
                  <a:lnTo>
                    <a:pt x="359956" y="105346"/>
                  </a:lnTo>
                  <a:lnTo>
                    <a:pt x="271462" y="105346"/>
                  </a:lnTo>
                  <a:lnTo>
                    <a:pt x="271462" y="77825"/>
                  </a:lnTo>
                  <a:lnTo>
                    <a:pt x="272034" y="68110"/>
                  </a:lnTo>
                  <a:lnTo>
                    <a:pt x="297319" y="35750"/>
                  </a:lnTo>
                  <a:lnTo>
                    <a:pt x="304990" y="35153"/>
                  </a:lnTo>
                  <a:lnTo>
                    <a:pt x="312115" y="35458"/>
                  </a:lnTo>
                  <a:lnTo>
                    <a:pt x="319366" y="36487"/>
                  </a:lnTo>
                  <a:lnTo>
                    <a:pt x="326301" y="38366"/>
                  </a:lnTo>
                  <a:lnTo>
                    <a:pt x="332524" y="41249"/>
                  </a:lnTo>
                  <a:lnTo>
                    <a:pt x="340144" y="13716"/>
                  </a:lnTo>
                  <a:lnTo>
                    <a:pt x="335572" y="10668"/>
                  </a:lnTo>
                  <a:lnTo>
                    <a:pt x="329476" y="9144"/>
                  </a:lnTo>
                  <a:lnTo>
                    <a:pt x="321856" y="7620"/>
                  </a:lnTo>
                  <a:lnTo>
                    <a:pt x="315760" y="6096"/>
                  </a:lnTo>
                  <a:lnTo>
                    <a:pt x="308038" y="4572"/>
                  </a:lnTo>
                  <a:lnTo>
                    <a:pt x="301942" y="4572"/>
                  </a:lnTo>
                  <a:lnTo>
                    <a:pt x="260794" y="16192"/>
                  </a:lnTo>
                  <a:lnTo>
                    <a:pt x="239268" y="47726"/>
                  </a:lnTo>
                  <a:lnTo>
                    <a:pt x="234886" y="77825"/>
                  </a:lnTo>
                  <a:lnTo>
                    <a:pt x="234886" y="105346"/>
                  </a:lnTo>
                  <a:lnTo>
                    <a:pt x="205841" y="108394"/>
                  </a:lnTo>
                  <a:lnTo>
                    <a:pt x="205841" y="135826"/>
                  </a:lnTo>
                  <a:lnTo>
                    <a:pt x="234886" y="135826"/>
                  </a:lnTo>
                  <a:lnTo>
                    <a:pt x="234886" y="318998"/>
                  </a:lnTo>
                  <a:lnTo>
                    <a:pt x="271462" y="318998"/>
                  </a:lnTo>
                  <a:lnTo>
                    <a:pt x="271462" y="135826"/>
                  </a:lnTo>
                  <a:lnTo>
                    <a:pt x="359956" y="135826"/>
                  </a:lnTo>
                  <a:lnTo>
                    <a:pt x="359956" y="318998"/>
                  </a:lnTo>
                  <a:lnTo>
                    <a:pt x="396532" y="318998"/>
                  </a:lnTo>
                  <a:lnTo>
                    <a:pt x="396532" y="135826"/>
                  </a:lnTo>
                  <a:lnTo>
                    <a:pt x="440817" y="135826"/>
                  </a:lnTo>
                  <a:lnTo>
                    <a:pt x="440817" y="105346"/>
                  </a:lnTo>
                  <a:lnTo>
                    <a:pt x="396532" y="105346"/>
                  </a:lnTo>
                  <a:lnTo>
                    <a:pt x="396532" y="71729"/>
                  </a:lnTo>
                  <a:lnTo>
                    <a:pt x="398284" y="53721"/>
                  </a:lnTo>
                  <a:lnTo>
                    <a:pt x="403771" y="40868"/>
                  </a:lnTo>
                  <a:lnTo>
                    <a:pt x="413283" y="33147"/>
                  </a:lnTo>
                  <a:lnTo>
                    <a:pt x="427101" y="30581"/>
                  </a:lnTo>
                  <a:lnTo>
                    <a:pt x="434721" y="30581"/>
                  </a:lnTo>
                  <a:lnTo>
                    <a:pt x="442341" y="32105"/>
                  </a:lnTo>
                  <a:lnTo>
                    <a:pt x="451485" y="35153"/>
                  </a:lnTo>
                  <a:lnTo>
                    <a:pt x="457581" y="76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756058" y="5476303"/>
              <a:ext cx="181546" cy="224313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74181" y="5476303"/>
              <a:ext cx="170878" cy="224313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3166389" y="5390870"/>
              <a:ext cx="218440" cy="309880"/>
            </a:xfrm>
            <a:custGeom>
              <a:avLst/>
              <a:gdLst/>
              <a:ahLst/>
              <a:cxnLst/>
              <a:rect l="l" t="t" r="r" b="b"/>
              <a:pathLst>
                <a:path w="218439" h="309879">
                  <a:moveTo>
                    <a:pt x="132676" y="302133"/>
                  </a:moveTo>
                  <a:lnTo>
                    <a:pt x="125056" y="274599"/>
                  </a:lnTo>
                  <a:lnTo>
                    <a:pt x="122008" y="276123"/>
                  </a:lnTo>
                  <a:lnTo>
                    <a:pt x="117436" y="277647"/>
                  </a:lnTo>
                  <a:lnTo>
                    <a:pt x="112864" y="277647"/>
                  </a:lnTo>
                  <a:lnTo>
                    <a:pt x="108292" y="279171"/>
                  </a:lnTo>
                  <a:lnTo>
                    <a:pt x="105244" y="280695"/>
                  </a:lnTo>
                  <a:lnTo>
                    <a:pt x="100672" y="280695"/>
                  </a:lnTo>
                  <a:lnTo>
                    <a:pt x="69913" y="256501"/>
                  </a:lnTo>
                  <a:lnTo>
                    <a:pt x="68580" y="239547"/>
                  </a:lnTo>
                  <a:lnTo>
                    <a:pt x="68580" y="120484"/>
                  </a:lnTo>
                  <a:lnTo>
                    <a:pt x="125056" y="120484"/>
                  </a:lnTo>
                  <a:lnTo>
                    <a:pt x="125056" y="90004"/>
                  </a:lnTo>
                  <a:lnTo>
                    <a:pt x="68580" y="90004"/>
                  </a:lnTo>
                  <a:lnTo>
                    <a:pt x="68580" y="30480"/>
                  </a:lnTo>
                  <a:lnTo>
                    <a:pt x="38100" y="30480"/>
                  </a:lnTo>
                  <a:lnTo>
                    <a:pt x="33528" y="90004"/>
                  </a:lnTo>
                  <a:lnTo>
                    <a:pt x="0" y="93052"/>
                  </a:lnTo>
                  <a:lnTo>
                    <a:pt x="0" y="120484"/>
                  </a:lnTo>
                  <a:lnTo>
                    <a:pt x="32004" y="120484"/>
                  </a:lnTo>
                  <a:lnTo>
                    <a:pt x="32054" y="245986"/>
                  </a:lnTo>
                  <a:lnTo>
                    <a:pt x="32385" y="253644"/>
                  </a:lnTo>
                  <a:lnTo>
                    <a:pt x="33286" y="260743"/>
                  </a:lnTo>
                  <a:lnTo>
                    <a:pt x="35052" y="266979"/>
                  </a:lnTo>
                  <a:lnTo>
                    <a:pt x="36576" y="276123"/>
                  </a:lnTo>
                  <a:lnTo>
                    <a:pt x="64008" y="303657"/>
                  </a:lnTo>
                  <a:lnTo>
                    <a:pt x="70027" y="306539"/>
                  </a:lnTo>
                  <a:lnTo>
                    <a:pt x="76784" y="308419"/>
                  </a:lnTo>
                  <a:lnTo>
                    <a:pt x="84404" y="309448"/>
                  </a:lnTo>
                  <a:lnTo>
                    <a:pt x="93052" y="309753"/>
                  </a:lnTo>
                  <a:lnTo>
                    <a:pt x="99148" y="309753"/>
                  </a:lnTo>
                  <a:lnTo>
                    <a:pt x="106768" y="308229"/>
                  </a:lnTo>
                  <a:lnTo>
                    <a:pt x="112864" y="306705"/>
                  </a:lnTo>
                  <a:lnTo>
                    <a:pt x="120484" y="305181"/>
                  </a:lnTo>
                  <a:lnTo>
                    <a:pt x="132676" y="302133"/>
                  </a:lnTo>
                  <a:close/>
                </a:path>
                <a:path w="218439" h="309879">
                  <a:moveTo>
                    <a:pt x="210502" y="90004"/>
                  </a:moveTo>
                  <a:lnTo>
                    <a:pt x="173837" y="90004"/>
                  </a:lnTo>
                  <a:lnTo>
                    <a:pt x="173837" y="303657"/>
                  </a:lnTo>
                  <a:lnTo>
                    <a:pt x="210502" y="303657"/>
                  </a:lnTo>
                  <a:lnTo>
                    <a:pt x="210502" y="90004"/>
                  </a:lnTo>
                  <a:close/>
                </a:path>
                <a:path w="218439" h="309879">
                  <a:moveTo>
                    <a:pt x="218122" y="15240"/>
                  </a:moveTo>
                  <a:lnTo>
                    <a:pt x="215074" y="10668"/>
                  </a:lnTo>
                  <a:lnTo>
                    <a:pt x="205930" y="1524"/>
                  </a:lnTo>
                  <a:lnTo>
                    <a:pt x="199834" y="0"/>
                  </a:lnTo>
                  <a:lnTo>
                    <a:pt x="186029" y="0"/>
                  </a:lnTo>
                  <a:lnTo>
                    <a:pt x="179933" y="1524"/>
                  </a:lnTo>
                  <a:lnTo>
                    <a:pt x="175361" y="6096"/>
                  </a:lnTo>
                  <a:lnTo>
                    <a:pt x="169265" y="10668"/>
                  </a:lnTo>
                  <a:lnTo>
                    <a:pt x="167741" y="15240"/>
                  </a:lnTo>
                  <a:lnTo>
                    <a:pt x="167741" y="28956"/>
                  </a:lnTo>
                  <a:lnTo>
                    <a:pt x="169265" y="35052"/>
                  </a:lnTo>
                  <a:lnTo>
                    <a:pt x="175361" y="39624"/>
                  </a:lnTo>
                  <a:lnTo>
                    <a:pt x="179933" y="44284"/>
                  </a:lnTo>
                  <a:lnTo>
                    <a:pt x="186029" y="45808"/>
                  </a:lnTo>
                  <a:lnTo>
                    <a:pt x="199834" y="45808"/>
                  </a:lnTo>
                  <a:lnTo>
                    <a:pt x="205930" y="44284"/>
                  </a:lnTo>
                  <a:lnTo>
                    <a:pt x="210502" y="39624"/>
                  </a:lnTo>
                  <a:lnTo>
                    <a:pt x="215074" y="35052"/>
                  </a:lnTo>
                  <a:lnTo>
                    <a:pt x="218122" y="28956"/>
                  </a:lnTo>
                  <a:lnTo>
                    <a:pt x="218122" y="15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418046" y="5480875"/>
              <a:ext cx="195262" cy="21364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636168" y="5476303"/>
              <a:ext cx="181546" cy="224313"/>
            </a:xfrm>
            <a:prstGeom prst="rect">
              <a:avLst/>
            </a:prstGeom>
          </p:spPr>
        </p:pic>
      </p:grpSp>
      <p:grpSp>
        <p:nvGrpSpPr>
          <p:cNvPr id="88" name="object 88" descr=""/>
          <p:cNvGrpSpPr/>
          <p:nvPr/>
        </p:nvGrpSpPr>
        <p:grpSpPr>
          <a:xfrm>
            <a:off x="3944302" y="5476303"/>
            <a:ext cx="389255" cy="224790"/>
            <a:chOff x="3944302" y="5476303"/>
            <a:chExt cx="389255" cy="224790"/>
          </a:xfrm>
        </p:grpSpPr>
        <p:pic>
          <p:nvPicPr>
            <p:cNvPr id="89" name="object 8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944302" y="5476303"/>
              <a:ext cx="169354" cy="224313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134993" y="5476303"/>
              <a:ext cx="198310" cy="224313"/>
            </a:xfrm>
            <a:prstGeom prst="rect">
              <a:avLst/>
            </a:prstGeom>
          </p:spPr>
        </p:pic>
      </p:grpSp>
      <p:sp>
        <p:nvSpPr>
          <p:cNvPr id="91" name="object 91" descr=""/>
          <p:cNvSpPr/>
          <p:nvPr/>
        </p:nvSpPr>
        <p:spPr>
          <a:xfrm>
            <a:off x="4389691" y="5381625"/>
            <a:ext cx="58419" cy="319405"/>
          </a:xfrm>
          <a:custGeom>
            <a:avLst/>
            <a:gdLst/>
            <a:ahLst/>
            <a:cxnLst/>
            <a:rect l="l" t="t" r="r" b="b"/>
            <a:pathLst>
              <a:path w="58420" h="319404">
                <a:moveTo>
                  <a:pt x="47339" y="318992"/>
                </a:moveTo>
                <a:lnTo>
                  <a:pt x="38195" y="318992"/>
                </a:lnTo>
                <a:lnTo>
                  <a:pt x="28448" y="318158"/>
                </a:lnTo>
                <a:lnTo>
                  <a:pt x="547" y="281859"/>
                </a:lnTo>
                <a:lnTo>
                  <a:pt x="0" y="270129"/>
                </a:lnTo>
                <a:lnTo>
                  <a:pt x="0" y="0"/>
                </a:lnTo>
                <a:lnTo>
                  <a:pt x="35147" y="0"/>
                </a:lnTo>
                <a:lnTo>
                  <a:pt x="35147" y="279273"/>
                </a:lnTo>
                <a:lnTo>
                  <a:pt x="38195" y="285369"/>
                </a:lnTo>
                <a:lnTo>
                  <a:pt x="41243" y="288417"/>
                </a:lnTo>
                <a:lnTo>
                  <a:pt x="53435" y="288417"/>
                </a:lnTo>
                <a:lnTo>
                  <a:pt x="58007" y="315944"/>
                </a:lnTo>
                <a:lnTo>
                  <a:pt x="56483" y="315944"/>
                </a:lnTo>
                <a:lnTo>
                  <a:pt x="53435" y="317468"/>
                </a:lnTo>
                <a:lnTo>
                  <a:pt x="50387" y="317468"/>
                </a:lnTo>
                <a:lnTo>
                  <a:pt x="47339" y="3189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" name="object 92" descr=""/>
          <p:cNvGrpSpPr/>
          <p:nvPr/>
        </p:nvGrpSpPr>
        <p:grpSpPr>
          <a:xfrm>
            <a:off x="4502562" y="5381625"/>
            <a:ext cx="268605" cy="319405"/>
            <a:chOff x="4502562" y="5381625"/>
            <a:chExt cx="268605" cy="319405"/>
          </a:xfrm>
        </p:grpSpPr>
        <p:sp>
          <p:nvSpPr>
            <p:cNvPr id="93" name="object 93" descr=""/>
            <p:cNvSpPr/>
            <p:nvPr/>
          </p:nvSpPr>
          <p:spPr>
            <a:xfrm>
              <a:off x="4502562" y="5381625"/>
              <a:ext cx="58419" cy="319405"/>
            </a:xfrm>
            <a:custGeom>
              <a:avLst/>
              <a:gdLst/>
              <a:ahLst/>
              <a:cxnLst/>
              <a:rect l="l" t="t" r="r" b="b"/>
              <a:pathLst>
                <a:path w="58420" h="319404">
                  <a:moveTo>
                    <a:pt x="47339" y="318992"/>
                  </a:moveTo>
                  <a:lnTo>
                    <a:pt x="38195" y="318992"/>
                  </a:lnTo>
                  <a:lnTo>
                    <a:pt x="28448" y="318158"/>
                  </a:lnTo>
                  <a:lnTo>
                    <a:pt x="547" y="281859"/>
                  </a:lnTo>
                  <a:lnTo>
                    <a:pt x="0" y="270129"/>
                  </a:lnTo>
                  <a:lnTo>
                    <a:pt x="0" y="0"/>
                  </a:lnTo>
                  <a:lnTo>
                    <a:pt x="35147" y="0"/>
                  </a:lnTo>
                  <a:lnTo>
                    <a:pt x="35147" y="279273"/>
                  </a:lnTo>
                  <a:lnTo>
                    <a:pt x="38195" y="285369"/>
                  </a:lnTo>
                  <a:lnTo>
                    <a:pt x="41243" y="288417"/>
                  </a:lnTo>
                  <a:lnTo>
                    <a:pt x="53435" y="288417"/>
                  </a:lnTo>
                  <a:lnTo>
                    <a:pt x="58007" y="315944"/>
                  </a:lnTo>
                  <a:lnTo>
                    <a:pt x="56483" y="315944"/>
                  </a:lnTo>
                  <a:lnTo>
                    <a:pt x="53435" y="317468"/>
                  </a:lnTo>
                  <a:lnTo>
                    <a:pt x="50387" y="317468"/>
                  </a:lnTo>
                  <a:lnTo>
                    <a:pt x="47339" y="3189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603242" y="5476303"/>
              <a:ext cx="167830" cy="224313"/>
            </a:xfrm>
            <a:prstGeom prst="rect">
              <a:avLst/>
            </a:prstGeom>
          </p:spPr>
        </p:pic>
      </p:grpSp>
      <p:pic>
        <p:nvPicPr>
          <p:cNvPr id="95" name="object 95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839652" y="5381624"/>
            <a:ext cx="1516284" cy="318992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503860" y="5476303"/>
            <a:ext cx="1144047" cy="224314"/>
          </a:xfrm>
          <a:prstGeom prst="rect">
            <a:avLst/>
          </a:prstGeom>
        </p:spPr>
      </p:pic>
      <p:grpSp>
        <p:nvGrpSpPr>
          <p:cNvPr id="97" name="object 97" descr=""/>
          <p:cNvGrpSpPr/>
          <p:nvPr/>
        </p:nvGrpSpPr>
        <p:grpSpPr>
          <a:xfrm>
            <a:off x="7760779" y="5421344"/>
            <a:ext cx="538480" cy="279400"/>
            <a:chOff x="7760779" y="5421344"/>
            <a:chExt cx="538480" cy="279400"/>
          </a:xfrm>
        </p:grpSpPr>
        <p:sp>
          <p:nvSpPr>
            <p:cNvPr id="98" name="object 98" descr=""/>
            <p:cNvSpPr/>
            <p:nvPr/>
          </p:nvSpPr>
          <p:spPr>
            <a:xfrm>
              <a:off x="7760779" y="5421344"/>
              <a:ext cx="132715" cy="279400"/>
            </a:xfrm>
            <a:custGeom>
              <a:avLst/>
              <a:gdLst/>
              <a:ahLst/>
              <a:cxnLst/>
              <a:rect l="l" t="t" r="r" b="b"/>
              <a:pathLst>
                <a:path w="132715" h="279400">
                  <a:moveTo>
                    <a:pt x="99155" y="279273"/>
                  </a:moveTo>
                  <a:lnTo>
                    <a:pt x="93059" y="279273"/>
                  </a:lnTo>
                  <a:lnTo>
                    <a:pt x="84461" y="278963"/>
                  </a:lnTo>
                  <a:lnTo>
                    <a:pt x="76854" y="277939"/>
                  </a:lnTo>
                  <a:lnTo>
                    <a:pt x="70087" y="276058"/>
                  </a:lnTo>
                  <a:lnTo>
                    <a:pt x="64008" y="273176"/>
                  </a:lnTo>
                  <a:lnTo>
                    <a:pt x="56387" y="270128"/>
                  </a:lnTo>
                  <a:lnTo>
                    <a:pt x="35052" y="236505"/>
                  </a:lnTo>
                  <a:lnTo>
                    <a:pt x="33289" y="230266"/>
                  </a:lnTo>
                  <a:lnTo>
                    <a:pt x="32385" y="223170"/>
                  </a:lnTo>
                  <a:lnTo>
                    <a:pt x="32051" y="215503"/>
                  </a:lnTo>
                  <a:lnTo>
                    <a:pt x="32004" y="90011"/>
                  </a:lnTo>
                  <a:lnTo>
                    <a:pt x="0" y="90011"/>
                  </a:lnTo>
                  <a:lnTo>
                    <a:pt x="0" y="62579"/>
                  </a:lnTo>
                  <a:lnTo>
                    <a:pt x="33528" y="59531"/>
                  </a:lnTo>
                  <a:lnTo>
                    <a:pt x="38100" y="0"/>
                  </a:lnTo>
                  <a:lnTo>
                    <a:pt x="68675" y="0"/>
                  </a:lnTo>
                  <a:lnTo>
                    <a:pt x="68675" y="59531"/>
                  </a:lnTo>
                  <a:lnTo>
                    <a:pt x="125063" y="59531"/>
                  </a:lnTo>
                  <a:lnTo>
                    <a:pt x="125063" y="90011"/>
                  </a:lnTo>
                  <a:lnTo>
                    <a:pt x="68675" y="90011"/>
                  </a:lnTo>
                  <a:lnTo>
                    <a:pt x="68675" y="209073"/>
                  </a:lnTo>
                  <a:lnTo>
                    <a:pt x="85439" y="247173"/>
                  </a:lnTo>
                  <a:lnTo>
                    <a:pt x="100679" y="250221"/>
                  </a:lnTo>
                  <a:lnTo>
                    <a:pt x="105251" y="250221"/>
                  </a:lnTo>
                  <a:lnTo>
                    <a:pt x="108299" y="248697"/>
                  </a:lnTo>
                  <a:lnTo>
                    <a:pt x="112871" y="247173"/>
                  </a:lnTo>
                  <a:lnTo>
                    <a:pt x="117443" y="247173"/>
                  </a:lnTo>
                  <a:lnTo>
                    <a:pt x="122015" y="245649"/>
                  </a:lnTo>
                  <a:lnTo>
                    <a:pt x="125063" y="244125"/>
                  </a:lnTo>
                  <a:lnTo>
                    <a:pt x="132683" y="271652"/>
                  </a:lnTo>
                  <a:lnTo>
                    <a:pt x="120491" y="274700"/>
                  </a:lnTo>
                  <a:lnTo>
                    <a:pt x="112871" y="276224"/>
                  </a:lnTo>
                  <a:lnTo>
                    <a:pt x="106775" y="277748"/>
                  </a:lnTo>
                  <a:lnTo>
                    <a:pt x="99155" y="279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914798" y="5476303"/>
              <a:ext cx="181546" cy="224313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132921" y="5476303"/>
              <a:ext cx="166306" cy="224313"/>
            </a:xfrm>
            <a:prstGeom prst="rect">
              <a:avLst/>
            </a:prstGeom>
          </p:spPr>
        </p:pic>
      </p:grpSp>
      <p:sp>
        <p:nvSpPr>
          <p:cNvPr id="101" name="object 101" descr=""/>
          <p:cNvSpPr/>
          <p:nvPr/>
        </p:nvSpPr>
        <p:spPr>
          <a:xfrm>
            <a:off x="8367903" y="5476303"/>
            <a:ext cx="295910" cy="218440"/>
          </a:xfrm>
          <a:custGeom>
            <a:avLst/>
            <a:gdLst/>
            <a:ahLst/>
            <a:cxnLst/>
            <a:rect l="l" t="t" r="r" b="b"/>
            <a:pathLst>
              <a:path w="295909" h="218439">
                <a:moveTo>
                  <a:pt x="295846" y="218217"/>
                </a:moveTo>
                <a:lnTo>
                  <a:pt x="259270" y="218217"/>
                </a:lnTo>
                <a:lnTo>
                  <a:pt x="259270" y="88487"/>
                </a:lnTo>
                <a:lnTo>
                  <a:pt x="258698" y="74494"/>
                </a:lnTo>
                <a:lnTo>
                  <a:pt x="244721" y="38195"/>
                </a:lnTo>
                <a:lnTo>
                  <a:pt x="219646" y="30480"/>
                </a:lnTo>
                <a:lnTo>
                  <a:pt x="207613" y="32505"/>
                </a:lnTo>
                <a:lnTo>
                  <a:pt x="194607" y="38683"/>
                </a:lnTo>
                <a:lnTo>
                  <a:pt x="180762" y="49165"/>
                </a:lnTo>
                <a:lnTo>
                  <a:pt x="166211" y="64103"/>
                </a:lnTo>
                <a:lnTo>
                  <a:pt x="166211" y="218217"/>
                </a:lnTo>
                <a:lnTo>
                  <a:pt x="129635" y="218217"/>
                </a:lnTo>
                <a:lnTo>
                  <a:pt x="129635" y="88487"/>
                </a:lnTo>
                <a:lnTo>
                  <a:pt x="129063" y="74494"/>
                </a:lnTo>
                <a:lnTo>
                  <a:pt x="115084" y="38195"/>
                </a:lnTo>
                <a:lnTo>
                  <a:pt x="89916" y="30480"/>
                </a:lnTo>
                <a:lnTo>
                  <a:pt x="77938" y="32505"/>
                </a:lnTo>
                <a:lnTo>
                  <a:pt x="64960" y="38683"/>
                </a:lnTo>
                <a:lnTo>
                  <a:pt x="51125" y="49165"/>
                </a:lnTo>
                <a:lnTo>
                  <a:pt x="36576" y="64103"/>
                </a:lnTo>
                <a:lnTo>
                  <a:pt x="36576" y="218217"/>
                </a:lnTo>
                <a:lnTo>
                  <a:pt x="0" y="218217"/>
                </a:lnTo>
                <a:lnTo>
                  <a:pt x="0" y="4572"/>
                </a:lnTo>
                <a:lnTo>
                  <a:pt x="30480" y="4572"/>
                </a:lnTo>
                <a:lnTo>
                  <a:pt x="33528" y="35052"/>
                </a:lnTo>
                <a:lnTo>
                  <a:pt x="35052" y="35052"/>
                </a:lnTo>
                <a:lnTo>
                  <a:pt x="65532" y="9143"/>
                </a:lnTo>
                <a:lnTo>
                  <a:pt x="100679" y="0"/>
                </a:lnTo>
                <a:lnTo>
                  <a:pt x="112656" y="595"/>
                </a:lnTo>
                <a:lnTo>
                  <a:pt x="151923" y="23050"/>
                </a:lnTo>
                <a:lnTo>
                  <a:pt x="160115" y="41148"/>
                </a:lnTo>
                <a:lnTo>
                  <a:pt x="168354" y="32313"/>
                </a:lnTo>
                <a:lnTo>
                  <a:pt x="202159" y="5786"/>
                </a:lnTo>
                <a:lnTo>
                  <a:pt x="230314" y="0"/>
                </a:lnTo>
                <a:lnTo>
                  <a:pt x="246078" y="1190"/>
                </a:lnTo>
                <a:lnTo>
                  <a:pt x="279082" y="21336"/>
                </a:lnTo>
                <a:lnTo>
                  <a:pt x="294727" y="64452"/>
                </a:lnTo>
                <a:lnTo>
                  <a:pt x="295846" y="83915"/>
                </a:lnTo>
                <a:lnTo>
                  <a:pt x="295846" y="2182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2" name="object 102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8709565" y="5476303"/>
            <a:ext cx="158591" cy="224313"/>
          </a:xfrm>
          <a:prstGeom prst="rect">
            <a:avLst/>
          </a:prstGeom>
        </p:spPr>
      </p:pic>
      <p:sp>
        <p:nvSpPr>
          <p:cNvPr id="103" name="object 103" descr=""/>
          <p:cNvSpPr/>
          <p:nvPr/>
        </p:nvSpPr>
        <p:spPr>
          <a:xfrm>
            <a:off x="953071" y="6083617"/>
            <a:ext cx="311785" cy="332740"/>
          </a:xfrm>
          <a:custGeom>
            <a:avLst/>
            <a:gdLst/>
            <a:ahLst/>
            <a:cxnLst/>
            <a:rect l="l" t="t" r="r" b="b"/>
            <a:pathLst>
              <a:path w="311784" h="332739">
                <a:moveTo>
                  <a:pt x="126587" y="332708"/>
                </a:moveTo>
                <a:lnTo>
                  <a:pt x="108299" y="332708"/>
                </a:lnTo>
                <a:lnTo>
                  <a:pt x="105251" y="331184"/>
                </a:lnTo>
                <a:lnTo>
                  <a:pt x="99155" y="331184"/>
                </a:lnTo>
                <a:lnTo>
                  <a:pt x="97631" y="329660"/>
                </a:lnTo>
                <a:lnTo>
                  <a:pt x="94583" y="329660"/>
                </a:lnTo>
                <a:lnTo>
                  <a:pt x="91535" y="326612"/>
                </a:lnTo>
                <a:lnTo>
                  <a:pt x="90011" y="326612"/>
                </a:lnTo>
                <a:lnTo>
                  <a:pt x="88487" y="325088"/>
                </a:lnTo>
                <a:lnTo>
                  <a:pt x="88487" y="323564"/>
                </a:lnTo>
                <a:lnTo>
                  <a:pt x="83915" y="315770"/>
                </a:lnTo>
                <a:lnTo>
                  <a:pt x="74771" y="301396"/>
                </a:lnTo>
                <a:lnTo>
                  <a:pt x="70199" y="294513"/>
                </a:lnTo>
                <a:lnTo>
                  <a:pt x="51815" y="270129"/>
                </a:lnTo>
                <a:lnTo>
                  <a:pt x="47220" y="263507"/>
                </a:lnTo>
                <a:lnTo>
                  <a:pt x="42481" y="257163"/>
                </a:lnTo>
                <a:lnTo>
                  <a:pt x="32003" y="244125"/>
                </a:lnTo>
                <a:lnTo>
                  <a:pt x="14216" y="225051"/>
                </a:lnTo>
                <a:lnTo>
                  <a:pt x="7619" y="218217"/>
                </a:lnTo>
                <a:lnTo>
                  <a:pt x="6095" y="215169"/>
                </a:lnTo>
                <a:lnTo>
                  <a:pt x="0" y="209073"/>
                </a:lnTo>
                <a:lnTo>
                  <a:pt x="0" y="199929"/>
                </a:lnTo>
                <a:lnTo>
                  <a:pt x="6095" y="193833"/>
                </a:lnTo>
                <a:lnTo>
                  <a:pt x="9143" y="192309"/>
                </a:lnTo>
                <a:lnTo>
                  <a:pt x="12191" y="189261"/>
                </a:lnTo>
                <a:lnTo>
                  <a:pt x="30479" y="183165"/>
                </a:lnTo>
                <a:lnTo>
                  <a:pt x="47243" y="183165"/>
                </a:lnTo>
                <a:lnTo>
                  <a:pt x="88487" y="227361"/>
                </a:lnTo>
                <a:lnTo>
                  <a:pt x="95345" y="235877"/>
                </a:lnTo>
                <a:lnTo>
                  <a:pt x="115919" y="264033"/>
                </a:lnTo>
                <a:lnTo>
                  <a:pt x="121872" y="247975"/>
                </a:lnTo>
                <a:lnTo>
                  <a:pt x="134350" y="215933"/>
                </a:lnTo>
                <a:lnTo>
                  <a:pt x="154221" y="168830"/>
                </a:lnTo>
                <a:lnTo>
                  <a:pt x="185356" y="109299"/>
                </a:lnTo>
                <a:lnTo>
                  <a:pt x="237934" y="21336"/>
                </a:lnTo>
                <a:lnTo>
                  <a:pt x="276844" y="1905"/>
                </a:lnTo>
                <a:lnTo>
                  <a:pt x="297465" y="0"/>
                </a:lnTo>
                <a:lnTo>
                  <a:pt x="300513" y="0"/>
                </a:lnTo>
                <a:lnTo>
                  <a:pt x="305085" y="1524"/>
                </a:lnTo>
                <a:lnTo>
                  <a:pt x="308133" y="3048"/>
                </a:lnTo>
                <a:lnTo>
                  <a:pt x="311181" y="6096"/>
                </a:lnTo>
                <a:lnTo>
                  <a:pt x="311181" y="12192"/>
                </a:lnTo>
                <a:lnTo>
                  <a:pt x="309657" y="13716"/>
                </a:lnTo>
                <a:lnTo>
                  <a:pt x="309657" y="15240"/>
                </a:lnTo>
                <a:lnTo>
                  <a:pt x="308133" y="16764"/>
                </a:lnTo>
                <a:lnTo>
                  <a:pt x="306609" y="19812"/>
                </a:lnTo>
                <a:lnTo>
                  <a:pt x="282925" y="54481"/>
                </a:lnTo>
                <a:lnTo>
                  <a:pt x="260080" y="89856"/>
                </a:lnTo>
                <a:lnTo>
                  <a:pt x="238378" y="126070"/>
                </a:lnTo>
                <a:lnTo>
                  <a:pt x="218122" y="163258"/>
                </a:lnTo>
                <a:lnTo>
                  <a:pt x="198380" y="200715"/>
                </a:lnTo>
                <a:lnTo>
                  <a:pt x="180201" y="239601"/>
                </a:lnTo>
                <a:lnTo>
                  <a:pt x="163432" y="279630"/>
                </a:lnTo>
                <a:lnTo>
                  <a:pt x="147923" y="320516"/>
                </a:lnTo>
                <a:lnTo>
                  <a:pt x="146399" y="323564"/>
                </a:lnTo>
                <a:lnTo>
                  <a:pt x="143351" y="326612"/>
                </a:lnTo>
                <a:lnTo>
                  <a:pt x="138779" y="329660"/>
                </a:lnTo>
                <a:lnTo>
                  <a:pt x="134207" y="331184"/>
                </a:lnTo>
                <a:lnTo>
                  <a:pt x="126587" y="332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4" name="object 104" descr=""/>
          <p:cNvGrpSpPr/>
          <p:nvPr/>
        </p:nvGrpSpPr>
        <p:grpSpPr>
          <a:xfrm>
            <a:off x="1413700" y="6121812"/>
            <a:ext cx="413384" cy="294640"/>
            <a:chOff x="1413700" y="6121812"/>
            <a:chExt cx="413384" cy="294640"/>
          </a:xfrm>
        </p:grpSpPr>
        <p:sp>
          <p:nvSpPr>
            <p:cNvPr id="105" name="object 105" descr=""/>
            <p:cNvSpPr/>
            <p:nvPr/>
          </p:nvSpPr>
          <p:spPr>
            <a:xfrm>
              <a:off x="1413700" y="6121812"/>
              <a:ext cx="200025" cy="288925"/>
            </a:xfrm>
            <a:custGeom>
              <a:avLst/>
              <a:gdLst/>
              <a:ahLst/>
              <a:cxnLst/>
              <a:rect l="l" t="t" r="r" b="b"/>
              <a:pathLst>
                <a:path w="200025" h="288925">
                  <a:moveTo>
                    <a:pt x="36671" y="288417"/>
                  </a:moveTo>
                  <a:lnTo>
                    <a:pt x="0" y="288417"/>
                  </a:lnTo>
                  <a:lnTo>
                    <a:pt x="0" y="0"/>
                  </a:lnTo>
                  <a:lnTo>
                    <a:pt x="90011" y="0"/>
                  </a:lnTo>
                  <a:lnTo>
                    <a:pt x="100942" y="285"/>
                  </a:lnTo>
                  <a:lnTo>
                    <a:pt x="140112" y="6286"/>
                  </a:lnTo>
                  <a:lnTo>
                    <a:pt x="174879" y="28765"/>
                  </a:lnTo>
                  <a:lnTo>
                    <a:pt x="175010" y="28956"/>
                  </a:lnTo>
                  <a:lnTo>
                    <a:pt x="36671" y="28956"/>
                  </a:lnTo>
                  <a:lnTo>
                    <a:pt x="36671" y="135731"/>
                  </a:lnTo>
                  <a:lnTo>
                    <a:pt x="172365" y="135731"/>
                  </a:lnTo>
                  <a:lnTo>
                    <a:pt x="164185" y="143715"/>
                  </a:lnTo>
                  <a:lnTo>
                    <a:pt x="153150" y="151626"/>
                  </a:lnTo>
                  <a:lnTo>
                    <a:pt x="140667" y="158089"/>
                  </a:lnTo>
                  <a:lnTo>
                    <a:pt x="126587" y="163258"/>
                  </a:lnTo>
                  <a:lnTo>
                    <a:pt x="128371" y="166306"/>
                  </a:lnTo>
                  <a:lnTo>
                    <a:pt x="36671" y="166306"/>
                  </a:lnTo>
                  <a:lnTo>
                    <a:pt x="36671" y="288417"/>
                  </a:lnTo>
                  <a:close/>
                </a:path>
                <a:path w="200025" h="288925">
                  <a:moveTo>
                    <a:pt x="172365" y="135731"/>
                  </a:moveTo>
                  <a:lnTo>
                    <a:pt x="85439" y="135731"/>
                  </a:lnTo>
                  <a:lnTo>
                    <a:pt x="100823" y="134874"/>
                  </a:lnTo>
                  <a:lnTo>
                    <a:pt x="114788" y="132302"/>
                  </a:lnTo>
                  <a:lnTo>
                    <a:pt x="149733" y="104870"/>
                  </a:lnTo>
                  <a:lnTo>
                    <a:pt x="154114" y="80867"/>
                  </a:lnTo>
                  <a:lnTo>
                    <a:pt x="152995" y="67334"/>
                  </a:lnTo>
                  <a:lnTo>
                    <a:pt x="127056" y="36028"/>
                  </a:lnTo>
                  <a:lnTo>
                    <a:pt x="85439" y="28956"/>
                  </a:lnTo>
                  <a:lnTo>
                    <a:pt x="175010" y="28956"/>
                  </a:lnTo>
                  <a:lnTo>
                    <a:pt x="190357" y="69970"/>
                  </a:lnTo>
                  <a:lnTo>
                    <a:pt x="190690" y="80867"/>
                  </a:lnTo>
                  <a:lnTo>
                    <a:pt x="189785" y="96916"/>
                  </a:lnTo>
                  <a:lnTo>
                    <a:pt x="186880" y="110966"/>
                  </a:lnTo>
                  <a:lnTo>
                    <a:pt x="181689" y="123301"/>
                  </a:lnTo>
                  <a:lnTo>
                    <a:pt x="173926" y="134207"/>
                  </a:lnTo>
                  <a:lnTo>
                    <a:pt x="172365" y="135731"/>
                  </a:lnTo>
                  <a:close/>
                </a:path>
                <a:path w="200025" h="288925">
                  <a:moveTo>
                    <a:pt x="199834" y="288417"/>
                  </a:moveTo>
                  <a:lnTo>
                    <a:pt x="158686" y="288417"/>
                  </a:lnTo>
                  <a:lnTo>
                    <a:pt x="88487" y="166306"/>
                  </a:lnTo>
                  <a:lnTo>
                    <a:pt x="128371" y="166306"/>
                  </a:lnTo>
                  <a:lnTo>
                    <a:pt x="199834" y="2884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645538" y="6190488"/>
              <a:ext cx="181546" cy="225837"/>
            </a:xfrm>
            <a:prstGeom prst="rect">
              <a:avLst/>
            </a:prstGeom>
          </p:spPr>
        </p:pic>
      </p:grpSp>
      <p:pic>
        <p:nvPicPr>
          <p:cNvPr id="107" name="object 107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875948" y="6196584"/>
            <a:ext cx="170783" cy="219741"/>
          </a:xfrm>
          <a:prstGeom prst="rect">
            <a:avLst/>
          </a:prstGeom>
        </p:spPr>
      </p:pic>
      <p:grpSp>
        <p:nvGrpSpPr>
          <p:cNvPr id="108" name="object 108" descr=""/>
          <p:cNvGrpSpPr/>
          <p:nvPr/>
        </p:nvGrpSpPr>
        <p:grpSpPr>
          <a:xfrm>
            <a:off x="2095595" y="6190487"/>
            <a:ext cx="365125" cy="226060"/>
            <a:chOff x="2095595" y="6190487"/>
            <a:chExt cx="365125" cy="226060"/>
          </a:xfrm>
        </p:grpSpPr>
        <p:pic>
          <p:nvPicPr>
            <p:cNvPr id="109" name="object 109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095595" y="6190487"/>
              <a:ext cx="158591" cy="225837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293905" y="6190487"/>
              <a:ext cx="166211" cy="225837"/>
            </a:xfrm>
            <a:prstGeom prst="rect">
              <a:avLst/>
            </a:prstGeom>
          </p:spPr>
        </p:pic>
      </p:grpSp>
      <p:sp>
        <p:nvSpPr>
          <p:cNvPr id="111" name="object 111" descr=""/>
          <p:cNvSpPr/>
          <p:nvPr/>
        </p:nvSpPr>
        <p:spPr>
          <a:xfrm>
            <a:off x="2528792" y="6097333"/>
            <a:ext cx="187960" cy="319405"/>
          </a:xfrm>
          <a:custGeom>
            <a:avLst/>
            <a:gdLst/>
            <a:ahLst/>
            <a:cxnLst/>
            <a:rect l="l" t="t" r="r" b="b"/>
            <a:pathLst>
              <a:path w="187960" h="319404">
                <a:moveTo>
                  <a:pt x="28956" y="312896"/>
                </a:moveTo>
                <a:lnTo>
                  <a:pt x="0" y="312896"/>
                </a:lnTo>
                <a:lnTo>
                  <a:pt x="0" y="0"/>
                </a:lnTo>
                <a:lnTo>
                  <a:pt x="36576" y="0"/>
                </a:lnTo>
                <a:lnTo>
                  <a:pt x="36576" y="85439"/>
                </a:lnTo>
                <a:lnTo>
                  <a:pt x="35052" y="123634"/>
                </a:lnTo>
                <a:lnTo>
                  <a:pt x="93059" y="123634"/>
                </a:lnTo>
                <a:lnTo>
                  <a:pt x="80121" y="125587"/>
                </a:lnTo>
                <a:lnTo>
                  <a:pt x="66496" y="131254"/>
                </a:lnTo>
                <a:lnTo>
                  <a:pt x="52031" y="140350"/>
                </a:lnTo>
                <a:lnTo>
                  <a:pt x="36576" y="152590"/>
                </a:lnTo>
                <a:lnTo>
                  <a:pt x="36576" y="265556"/>
                </a:lnTo>
                <a:lnTo>
                  <a:pt x="43434" y="270962"/>
                </a:lnTo>
                <a:lnTo>
                  <a:pt x="50292" y="275653"/>
                </a:lnTo>
                <a:lnTo>
                  <a:pt x="57150" y="279487"/>
                </a:lnTo>
                <a:lnTo>
                  <a:pt x="64008" y="282320"/>
                </a:lnTo>
                <a:lnTo>
                  <a:pt x="73152" y="286892"/>
                </a:lnTo>
                <a:lnTo>
                  <a:pt x="82391" y="288416"/>
                </a:lnTo>
                <a:lnTo>
                  <a:pt x="160115" y="288416"/>
                </a:lnTo>
                <a:lnTo>
                  <a:pt x="156913" y="291464"/>
                </a:lnTo>
                <a:lnTo>
                  <a:pt x="32004" y="291464"/>
                </a:lnTo>
                <a:lnTo>
                  <a:pt x="28956" y="312896"/>
                </a:lnTo>
                <a:close/>
              </a:path>
              <a:path w="187960" h="319404">
                <a:moveTo>
                  <a:pt x="160115" y="288416"/>
                </a:moveTo>
                <a:lnTo>
                  <a:pt x="97631" y="288416"/>
                </a:lnTo>
                <a:lnTo>
                  <a:pt x="112871" y="282320"/>
                </a:lnTo>
                <a:lnTo>
                  <a:pt x="118324" y="278844"/>
                </a:lnTo>
                <a:lnTo>
                  <a:pt x="142327" y="245840"/>
                </a:lnTo>
                <a:lnTo>
                  <a:pt x="149447" y="202977"/>
                </a:lnTo>
                <a:lnTo>
                  <a:pt x="149399" y="194119"/>
                </a:lnTo>
                <a:lnTo>
                  <a:pt x="149066" y="185832"/>
                </a:lnTo>
                <a:lnTo>
                  <a:pt x="148161" y="178117"/>
                </a:lnTo>
                <a:lnTo>
                  <a:pt x="146399" y="170973"/>
                </a:lnTo>
                <a:lnTo>
                  <a:pt x="144970" y="164148"/>
                </a:lnTo>
                <a:lnTo>
                  <a:pt x="142970" y="157591"/>
                </a:lnTo>
                <a:lnTo>
                  <a:pt x="140398" y="151605"/>
                </a:lnTo>
                <a:lnTo>
                  <a:pt x="137255" y="146494"/>
                </a:lnTo>
                <a:lnTo>
                  <a:pt x="132683" y="138874"/>
                </a:lnTo>
                <a:lnTo>
                  <a:pt x="93059" y="123634"/>
                </a:lnTo>
                <a:lnTo>
                  <a:pt x="35052" y="123634"/>
                </a:lnTo>
                <a:lnTo>
                  <a:pt x="43053" y="117300"/>
                </a:lnTo>
                <a:lnTo>
                  <a:pt x="84629" y="95440"/>
                </a:lnTo>
                <a:lnTo>
                  <a:pt x="102203" y="93154"/>
                </a:lnTo>
                <a:lnTo>
                  <a:pt x="112204" y="93702"/>
                </a:lnTo>
                <a:lnTo>
                  <a:pt x="153638" y="111061"/>
                </a:lnTo>
                <a:lnTo>
                  <a:pt x="178641" y="148066"/>
                </a:lnTo>
                <a:lnTo>
                  <a:pt x="187318" y="190688"/>
                </a:lnTo>
                <a:lnTo>
                  <a:pt x="187642" y="202977"/>
                </a:lnTo>
                <a:lnTo>
                  <a:pt x="187079" y="216184"/>
                </a:lnTo>
                <a:lnTo>
                  <a:pt x="175974" y="261842"/>
                </a:lnTo>
                <a:lnTo>
                  <a:pt x="165782" y="280130"/>
                </a:lnTo>
                <a:lnTo>
                  <a:pt x="160115" y="288416"/>
                </a:lnTo>
                <a:close/>
              </a:path>
              <a:path w="187960" h="319404">
                <a:moveTo>
                  <a:pt x="94583" y="318992"/>
                </a:moveTo>
                <a:lnTo>
                  <a:pt x="56030" y="307618"/>
                </a:lnTo>
                <a:lnTo>
                  <a:pt x="33528" y="291464"/>
                </a:lnTo>
                <a:lnTo>
                  <a:pt x="156913" y="291464"/>
                </a:lnTo>
                <a:lnTo>
                  <a:pt x="121372" y="314491"/>
                </a:lnTo>
                <a:lnTo>
                  <a:pt x="94583" y="3189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2" name="object 112" descr=""/>
          <p:cNvGrpSpPr/>
          <p:nvPr/>
        </p:nvGrpSpPr>
        <p:grpSpPr>
          <a:xfrm>
            <a:off x="2772822" y="6097333"/>
            <a:ext cx="279400" cy="319405"/>
            <a:chOff x="2772822" y="6097333"/>
            <a:chExt cx="279400" cy="319405"/>
          </a:xfrm>
        </p:grpSpPr>
        <p:sp>
          <p:nvSpPr>
            <p:cNvPr id="113" name="object 113" descr=""/>
            <p:cNvSpPr/>
            <p:nvPr/>
          </p:nvSpPr>
          <p:spPr>
            <a:xfrm>
              <a:off x="2772822" y="6097333"/>
              <a:ext cx="59690" cy="319405"/>
            </a:xfrm>
            <a:custGeom>
              <a:avLst/>
              <a:gdLst/>
              <a:ahLst/>
              <a:cxnLst/>
              <a:rect l="l" t="t" r="r" b="b"/>
              <a:pathLst>
                <a:path w="59689" h="319404">
                  <a:moveTo>
                    <a:pt x="44195" y="318992"/>
                  </a:moveTo>
                  <a:lnTo>
                    <a:pt x="38100" y="318992"/>
                  </a:lnTo>
                  <a:lnTo>
                    <a:pt x="28646" y="318158"/>
                  </a:lnTo>
                  <a:lnTo>
                    <a:pt x="571" y="280988"/>
                  </a:lnTo>
                  <a:lnTo>
                    <a:pt x="0" y="270129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36576" y="277749"/>
                  </a:lnTo>
                  <a:lnTo>
                    <a:pt x="38100" y="282321"/>
                  </a:lnTo>
                  <a:lnTo>
                    <a:pt x="39624" y="285369"/>
                  </a:lnTo>
                  <a:lnTo>
                    <a:pt x="41148" y="286893"/>
                  </a:lnTo>
                  <a:lnTo>
                    <a:pt x="44195" y="288417"/>
                  </a:lnTo>
                  <a:lnTo>
                    <a:pt x="53435" y="288417"/>
                  </a:lnTo>
                  <a:lnTo>
                    <a:pt x="54959" y="286893"/>
                  </a:lnTo>
                  <a:lnTo>
                    <a:pt x="59531" y="314420"/>
                  </a:lnTo>
                  <a:lnTo>
                    <a:pt x="58007" y="315944"/>
                  </a:lnTo>
                  <a:lnTo>
                    <a:pt x="54959" y="317468"/>
                  </a:lnTo>
                  <a:lnTo>
                    <a:pt x="47244" y="317468"/>
                  </a:lnTo>
                  <a:lnTo>
                    <a:pt x="44195" y="3189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870575" y="6190488"/>
              <a:ext cx="181424" cy="225837"/>
            </a:xfrm>
            <a:prstGeom prst="rect">
              <a:avLst/>
            </a:prstGeom>
          </p:spPr>
        </p:pic>
      </p:grpSp>
      <p:grpSp>
        <p:nvGrpSpPr>
          <p:cNvPr id="115" name="object 115" descr=""/>
          <p:cNvGrpSpPr/>
          <p:nvPr/>
        </p:nvGrpSpPr>
        <p:grpSpPr>
          <a:xfrm>
            <a:off x="3192303" y="6137052"/>
            <a:ext cx="923290" cy="363220"/>
            <a:chOff x="3192303" y="6137052"/>
            <a:chExt cx="923290" cy="363220"/>
          </a:xfrm>
        </p:grpSpPr>
        <p:sp>
          <p:nvSpPr>
            <p:cNvPr id="116" name="object 116" descr=""/>
            <p:cNvSpPr/>
            <p:nvPr/>
          </p:nvSpPr>
          <p:spPr>
            <a:xfrm>
              <a:off x="3192303" y="6190488"/>
              <a:ext cx="187960" cy="309880"/>
            </a:xfrm>
            <a:custGeom>
              <a:avLst/>
              <a:gdLst/>
              <a:ahLst/>
              <a:cxnLst/>
              <a:rect l="l" t="t" r="r" b="b"/>
              <a:pathLst>
                <a:path w="187960" h="309879">
                  <a:moveTo>
                    <a:pt x="160115" y="195262"/>
                  </a:moveTo>
                  <a:lnTo>
                    <a:pt x="97631" y="195262"/>
                  </a:lnTo>
                  <a:lnTo>
                    <a:pt x="112871" y="189166"/>
                  </a:lnTo>
                  <a:lnTo>
                    <a:pt x="118324" y="185689"/>
                  </a:lnTo>
                  <a:lnTo>
                    <a:pt x="142541" y="152685"/>
                  </a:lnTo>
                  <a:lnTo>
                    <a:pt x="149447" y="109823"/>
                  </a:lnTo>
                  <a:lnTo>
                    <a:pt x="149399" y="100965"/>
                  </a:lnTo>
                  <a:lnTo>
                    <a:pt x="149066" y="92678"/>
                  </a:lnTo>
                  <a:lnTo>
                    <a:pt x="148161" y="84963"/>
                  </a:lnTo>
                  <a:lnTo>
                    <a:pt x="146399" y="77819"/>
                  </a:lnTo>
                  <a:lnTo>
                    <a:pt x="144970" y="70993"/>
                  </a:lnTo>
                  <a:lnTo>
                    <a:pt x="142970" y="64436"/>
                  </a:lnTo>
                  <a:lnTo>
                    <a:pt x="140398" y="58450"/>
                  </a:lnTo>
                  <a:lnTo>
                    <a:pt x="137255" y="53340"/>
                  </a:lnTo>
                  <a:lnTo>
                    <a:pt x="132683" y="45720"/>
                  </a:lnTo>
                  <a:lnTo>
                    <a:pt x="93059" y="30480"/>
                  </a:lnTo>
                  <a:lnTo>
                    <a:pt x="35052" y="30480"/>
                  </a:lnTo>
                  <a:lnTo>
                    <a:pt x="42197" y="24788"/>
                  </a:lnTo>
                  <a:lnTo>
                    <a:pt x="75438" y="5143"/>
                  </a:lnTo>
                  <a:lnTo>
                    <a:pt x="103727" y="0"/>
                  </a:lnTo>
                  <a:lnTo>
                    <a:pt x="113728" y="547"/>
                  </a:lnTo>
                  <a:lnTo>
                    <a:pt x="153840" y="17906"/>
                  </a:lnTo>
                  <a:lnTo>
                    <a:pt x="178736" y="54911"/>
                  </a:lnTo>
                  <a:lnTo>
                    <a:pt x="187332" y="97534"/>
                  </a:lnTo>
                  <a:lnTo>
                    <a:pt x="187642" y="109823"/>
                  </a:lnTo>
                  <a:lnTo>
                    <a:pt x="187094" y="123244"/>
                  </a:lnTo>
                  <a:lnTo>
                    <a:pt x="176068" y="168687"/>
                  </a:lnTo>
                  <a:lnTo>
                    <a:pt x="165837" y="186975"/>
                  </a:lnTo>
                  <a:lnTo>
                    <a:pt x="160115" y="195262"/>
                  </a:lnTo>
                  <a:close/>
                </a:path>
                <a:path w="187960" h="309879">
                  <a:moveTo>
                    <a:pt x="36576" y="309753"/>
                  </a:moveTo>
                  <a:lnTo>
                    <a:pt x="0" y="309753"/>
                  </a:lnTo>
                  <a:lnTo>
                    <a:pt x="0" y="6096"/>
                  </a:lnTo>
                  <a:lnTo>
                    <a:pt x="30480" y="6096"/>
                  </a:lnTo>
                  <a:lnTo>
                    <a:pt x="33528" y="30480"/>
                  </a:lnTo>
                  <a:lnTo>
                    <a:pt x="93059" y="30480"/>
                  </a:lnTo>
                  <a:lnTo>
                    <a:pt x="51863" y="47053"/>
                  </a:lnTo>
                  <a:lnTo>
                    <a:pt x="36576" y="59435"/>
                  </a:lnTo>
                  <a:lnTo>
                    <a:pt x="36576" y="172402"/>
                  </a:lnTo>
                  <a:lnTo>
                    <a:pt x="43663" y="177807"/>
                  </a:lnTo>
                  <a:lnTo>
                    <a:pt x="50911" y="182499"/>
                  </a:lnTo>
                  <a:lnTo>
                    <a:pt x="57873" y="186332"/>
                  </a:lnTo>
                  <a:lnTo>
                    <a:pt x="64103" y="189166"/>
                  </a:lnTo>
                  <a:lnTo>
                    <a:pt x="73247" y="193738"/>
                  </a:lnTo>
                  <a:lnTo>
                    <a:pt x="82391" y="195262"/>
                  </a:lnTo>
                  <a:lnTo>
                    <a:pt x="160115" y="195262"/>
                  </a:lnTo>
                  <a:lnTo>
                    <a:pt x="155312" y="199834"/>
                  </a:lnTo>
                  <a:lnTo>
                    <a:pt x="35052" y="199834"/>
                  </a:lnTo>
                  <a:lnTo>
                    <a:pt x="36576" y="238029"/>
                  </a:lnTo>
                  <a:lnTo>
                    <a:pt x="36576" y="309753"/>
                  </a:lnTo>
                  <a:close/>
                </a:path>
                <a:path w="187960" h="309879">
                  <a:moveTo>
                    <a:pt x="94583" y="225837"/>
                  </a:moveTo>
                  <a:lnTo>
                    <a:pt x="57809" y="214488"/>
                  </a:lnTo>
                  <a:lnTo>
                    <a:pt x="35052" y="199834"/>
                  </a:lnTo>
                  <a:lnTo>
                    <a:pt x="155312" y="199834"/>
                  </a:lnTo>
                  <a:lnTo>
                    <a:pt x="121372" y="221337"/>
                  </a:lnTo>
                  <a:lnTo>
                    <a:pt x="94583" y="22583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419570" y="6190487"/>
              <a:ext cx="167830" cy="225837"/>
            </a:xfrm>
            <a:prstGeom prst="rect">
              <a:avLst/>
            </a:prstGeom>
          </p:spPr>
        </p:pic>
        <p:sp>
          <p:nvSpPr>
            <p:cNvPr id="118" name="object 118" descr=""/>
            <p:cNvSpPr/>
            <p:nvPr/>
          </p:nvSpPr>
          <p:spPr>
            <a:xfrm>
              <a:off x="3630066" y="6137059"/>
              <a:ext cx="282575" cy="279400"/>
            </a:xfrm>
            <a:custGeom>
              <a:avLst/>
              <a:gdLst/>
              <a:ahLst/>
              <a:cxnLst/>
              <a:rect l="l" t="t" r="r" b="b"/>
              <a:pathLst>
                <a:path w="282575" h="279400">
                  <a:moveTo>
                    <a:pt x="132676" y="270129"/>
                  </a:moveTo>
                  <a:lnTo>
                    <a:pt x="126580" y="244119"/>
                  </a:lnTo>
                  <a:lnTo>
                    <a:pt x="122008" y="245643"/>
                  </a:lnTo>
                  <a:lnTo>
                    <a:pt x="118960" y="245643"/>
                  </a:lnTo>
                  <a:lnTo>
                    <a:pt x="109816" y="248691"/>
                  </a:lnTo>
                  <a:lnTo>
                    <a:pt x="102196" y="248691"/>
                  </a:lnTo>
                  <a:lnTo>
                    <a:pt x="70764" y="225069"/>
                  </a:lnTo>
                  <a:lnTo>
                    <a:pt x="68668" y="207543"/>
                  </a:lnTo>
                  <a:lnTo>
                    <a:pt x="68668" y="88480"/>
                  </a:lnTo>
                  <a:lnTo>
                    <a:pt x="126580" y="88480"/>
                  </a:lnTo>
                  <a:lnTo>
                    <a:pt x="126580" y="59524"/>
                  </a:lnTo>
                  <a:lnTo>
                    <a:pt x="68668" y="59524"/>
                  </a:lnTo>
                  <a:lnTo>
                    <a:pt x="68668" y="0"/>
                  </a:lnTo>
                  <a:lnTo>
                    <a:pt x="38100" y="0"/>
                  </a:lnTo>
                  <a:lnTo>
                    <a:pt x="33528" y="59524"/>
                  </a:lnTo>
                  <a:lnTo>
                    <a:pt x="0" y="61048"/>
                  </a:lnTo>
                  <a:lnTo>
                    <a:pt x="0" y="88480"/>
                  </a:lnTo>
                  <a:lnTo>
                    <a:pt x="32004" y="88480"/>
                  </a:lnTo>
                  <a:lnTo>
                    <a:pt x="32004" y="207543"/>
                  </a:lnTo>
                  <a:lnTo>
                    <a:pt x="32270" y="215290"/>
                  </a:lnTo>
                  <a:lnTo>
                    <a:pt x="41148" y="253263"/>
                  </a:lnTo>
                  <a:lnTo>
                    <a:pt x="64096" y="273177"/>
                  </a:lnTo>
                  <a:lnTo>
                    <a:pt x="70345" y="276059"/>
                  </a:lnTo>
                  <a:lnTo>
                    <a:pt x="77431" y="277939"/>
                  </a:lnTo>
                  <a:lnTo>
                    <a:pt x="85102" y="278968"/>
                  </a:lnTo>
                  <a:lnTo>
                    <a:pt x="93052" y="279273"/>
                  </a:lnTo>
                  <a:lnTo>
                    <a:pt x="100672" y="279273"/>
                  </a:lnTo>
                  <a:lnTo>
                    <a:pt x="106768" y="277749"/>
                  </a:lnTo>
                  <a:lnTo>
                    <a:pt x="114388" y="276225"/>
                  </a:lnTo>
                  <a:lnTo>
                    <a:pt x="120484" y="274701"/>
                  </a:lnTo>
                  <a:lnTo>
                    <a:pt x="128104" y="273177"/>
                  </a:lnTo>
                  <a:lnTo>
                    <a:pt x="132676" y="270129"/>
                  </a:lnTo>
                  <a:close/>
                </a:path>
                <a:path w="282575" h="279400">
                  <a:moveTo>
                    <a:pt x="282219" y="270129"/>
                  </a:moveTo>
                  <a:lnTo>
                    <a:pt x="274599" y="244119"/>
                  </a:lnTo>
                  <a:lnTo>
                    <a:pt x="271551" y="245643"/>
                  </a:lnTo>
                  <a:lnTo>
                    <a:pt x="266979" y="245643"/>
                  </a:lnTo>
                  <a:lnTo>
                    <a:pt x="262407" y="247167"/>
                  </a:lnTo>
                  <a:lnTo>
                    <a:pt x="259359" y="248691"/>
                  </a:lnTo>
                  <a:lnTo>
                    <a:pt x="250126" y="248691"/>
                  </a:lnTo>
                  <a:lnTo>
                    <a:pt x="219456" y="225069"/>
                  </a:lnTo>
                  <a:lnTo>
                    <a:pt x="218122" y="207543"/>
                  </a:lnTo>
                  <a:lnTo>
                    <a:pt x="218122" y="88480"/>
                  </a:lnTo>
                  <a:lnTo>
                    <a:pt x="276123" y="88480"/>
                  </a:lnTo>
                  <a:lnTo>
                    <a:pt x="276123" y="59524"/>
                  </a:lnTo>
                  <a:lnTo>
                    <a:pt x="218122" y="59524"/>
                  </a:lnTo>
                  <a:lnTo>
                    <a:pt x="218122" y="0"/>
                  </a:lnTo>
                  <a:lnTo>
                    <a:pt x="187642" y="0"/>
                  </a:lnTo>
                  <a:lnTo>
                    <a:pt x="183070" y="59524"/>
                  </a:lnTo>
                  <a:lnTo>
                    <a:pt x="149440" y="61048"/>
                  </a:lnTo>
                  <a:lnTo>
                    <a:pt x="149440" y="88480"/>
                  </a:lnTo>
                  <a:lnTo>
                    <a:pt x="181546" y="88480"/>
                  </a:lnTo>
                  <a:lnTo>
                    <a:pt x="181597" y="215290"/>
                  </a:lnTo>
                  <a:lnTo>
                    <a:pt x="181927" y="222592"/>
                  </a:lnTo>
                  <a:lnTo>
                    <a:pt x="182829" y="229628"/>
                  </a:lnTo>
                  <a:lnTo>
                    <a:pt x="184594" y="236499"/>
                  </a:lnTo>
                  <a:lnTo>
                    <a:pt x="186118" y="245643"/>
                  </a:lnTo>
                  <a:lnTo>
                    <a:pt x="189166" y="253263"/>
                  </a:lnTo>
                  <a:lnTo>
                    <a:pt x="195262" y="259359"/>
                  </a:lnTo>
                  <a:lnTo>
                    <a:pt x="199834" y="265455"/>
                  </a:lnTo>
                  <a:lnTo>
                    <a:pt x="205930" y="270129"/>
                  </a:lnTo>
                  <a:lnTo>
                    <a:pt x="213550" y="273177"/>
                  </a:lnTo>
                  <a:lnTo>
                    <a:pt x="219570" y="276059"/>
                  </a:lnTo>
                  <a:lnTo>
                    <a:pt x="226314" y="277939"/>
                  </a:lnTo>
                  <a:lnTo>
                    <a:pt x="233908" y="278968"/>
                  </a:lnTo>
                  <a:lnTo>
                    <a:pt x="242506" y="279273"/>
                  </a:lnTo>
                  <a:lnTo>
                    <a:pt x="248602" y="279273"/>
                  </a:lnTo>
                  <a:lnTo>
                    <a:pt x="256222" y="277749"/>
                  </a:lnTo>
                  <a:lnTo>
                    <a:pt x="262407" y="276225"/>
                  </a:lnTo>
                  <a:lnTo>
                    <a:pt x="270027" y="274701"/>
                  </a:lnTo>
                  <a:lnTo>
                    <a:pt x="276123" y="273177"/>
                  </a:lnTo>
                  <a:lnTo>
                    <a:pt x="282219" y="27012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9" name="object 119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933634" y="6190488"/>
              <a:ext cx="181546" cy="225837"/>
            </a:xfrm>
            <a:prstGeom prst="rect">
              <a:avLst/>
            </a:prstGeom>
          </p:spPr>
        </p:pic>
      </p:grpSp>
      <p:grpSp>
        <p:nvGrpSpPr>
          <p:cNvPr id="120" name="object 120" descr=""/>
          <p:cNvGrpSpPr/>
          <p:nvPr/>
        </p:nvGrpSpPr>
        <p:grpSpPr>
          <a:xfrm>
            <a:off x="4166997" y="6190488"/>
            <a:ext cx="325120" cy="220345"/>
            <a:chOff x="4166997" y="6190488"/>
            <a:chExt cx="325120" cy="220345"/>
          </a:xfrm>
        </p:grpSpPr>
        <p:pic>
          <p:nvPicPr>
            <p:cNvPr id="121" name="object 121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166997" y="6190488"/>
              <a:ext cx="118967" cy="219741"/>
            </a:xfrm>
            <a:prstGeom prst="rect">
              <a:avLst/>
            </a:prstGeom>
          </p:spPr>
        </p:pic>
        <p:pic>
          <p:nvPicPr>
            <p:cNvPr id="122" name="object 12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4319587" y="6190488"/>
              <a:ext cx="172307" cy="219741"/>
            </a:xfrm>
            <a:prstGeom prst="rect">
              <a:avLst/>
            </a:prstGeom>
          </p:spPr>
        </p:pic>
      </p:grpSp>
      <p:grpSp>
        <p:nvGrpSpPr>
          <p:cNvPr id="123" name="object 123" descr=""/>
          <p:cNvGrpSpPr/>
          <p:nvPr/>
        </p:nvGrpSpPr>
        <p:grpSpPr>
          <a:xfrm>
            <a:off x="4627626" y="6091237"/>
            <a:ext cx="329565" cy="325120"/>
            <a:chOff x="4627626" y="6091237"/>
            <a:chExt cx="329565" cy="325120"/>
          </a:xfrm>
        </p:grpSpPr>
        <p:sp>
          <p:nvSpPr>
            <p:cNvPr id="124" name="object 124" descr=""/>
            <p:cNvSpPr/>
            <p:nvPr/>
          </p:nvSpPr>
          <p:spPr>
            <a:xfrm>
              <a:off x="4627626" y="6091237"/>
              <a:ext cx="127000" cy="319405"/>
            </a:xfrm>
            <a:custGeom>
              <a:avLst/>
              <a:gdLst/>
              <a:ahLst/>
              <a:cxnLst/>
              <a:rect l="l" t="t" r="r" b="b"/>
              <a:pathLst>
                <a:path w="127000" h="319404">
                  <a:moveTo>
                    <a:pt x="65627" y="318992"/>
                  </a:moveTo>
                  <a:lnTo>
                    <a:pt x="29051" y="318992"/>
                  </a:lnTo>
                  <a:lnTo>
                    <a:pt x="29051" y="134302"/>
                  </a:lnTo>
                  <a:lnTo>
                    <a:pt x="0" y="134302"/>
                  </a:lnTo>
                  <a:lnTo>
                    <a:pt x="0" y="106870"/>
                  </a:lnTo>
                  <a:lnTo>
                    <a:pt x="29051" y="105346"/>
                  </a:lnTo>
                  <a:lnTo>
                    <a:pt x="29051" y="71723"/>
                  </a:lnTo>
                  <a:lnTo>
                    <a:pt x="37409" y="29892"/>
                  </a:lnTo>
                  <a:lnTo>
                    <a:pt x="76438" y="1166"/>
                  </a:lnTo>
                  <a:lnTo>
                    <a:pt x="91535" y="0"/>
                  </a:lnTo>
                  <a:lnTo>
                    <a:pt x="97631" y="0"/>
                  </a:lnTo>
                  <a:lnTo>
                    <a:pt x="103727" y="1523"/>
                  </a:lnTo>
                  <a:lnTo>
                    <a:pt x="109823" y="1523"/>
                  </a:lnTo>
                  <a:lnTo>
                    <a:pt x="122110" y="4571"/>
                  </a:lnTo>
                  <a:lnTo>
                    <a:pt x="126682" y="7619"/>
                  </a:lnTo>
                  <a:lnTo>
                    <a:pt x="119062" y="35147"/>
                  </a:lnTo>
                  <a:lnTo>
                    <a:pt x="103727" y="29051"/>
                  </a:lnTo>
                  <a:lnTo>
                    <a:pt x="94583" y="29051"/>
                  </a:lnTo>
                  <a:lnTo>
                    <a:pt x="81700" y="31646"/>
                  </a:lnTo>
                  <a:lnTo>
                    <a:pt x="72675" y="39528"/>
                  </a:lnTo>
                  <a:lnTo>
                    <a:pt x="67365" y="52839"/>
                  </a:lnTo>
                  <a:lnTo>
                    <a:pt x="65627" y="71723"/>
                  </a:lnTo>
                  <a:lnTo>
                    <a:pt x="65627" y="105346"/>
                  </a:lnTo>
                  <a:lnTo>
                    <a:pt x="109823" y="105346"/>
                  </a:lnTo>
                  <a:lnTo>
                    <a:pt x="109823" y="134302"/>
                  </a:lnTo>
                  <a:lnTo>
                    <a:pt x="65627" y="134302"/>
                  </a:lnTo>
                  <a:lnTo>
                    <a:pt x="65627" y="3189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758880" y="6190488"/>
              <a:ext cx="198310" cy="225837"/>
            </a:xfrm>
            <a:prstGeom prst="rect">
              <a:avLst/>
            </a:prstGeom>
          </p:spPr>
        </p:pic>
      </p:grpSp>
      <p:pic>
        <p:nvPicPr>
          <p:cNvPr id="126" name="object 126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012054" y="6190488"/>
            <a:ext cx="118967" cy="219741"/>
          </a:xfrm>
          <a:prstGeom prst="rect">
            <a:avLst/>
          </a:prstGeom>
        </p:spPr>
      </p:pic>
      <p:grpSp>
        <p:nvGrpSpPr>
          <p:cNvPr id="127" name="object 127" descr=""/>
          <p:cNvGrpSpPr/>
          <p:nvPr/>
        </p:nvGrpSpPr>
        <p:grpSpPr>
          <a:xfrm>
            <a:off x="5231701" y="6091237"/>
            <a:ext cx="313055" cy="325120"/>
            <a:chOff x="5231701" y="6091237"/>
            <a:chExt cx="313055" cy="325120"/>
          </a:xfrm>
        </p:grpSpPr>
        <p:sp>
          <p:nvSpPr>
            <p:cNvPr id="128" name="object 128" descr=""/>
            <p:cNvSpPr/>
            <p:nvPr/>
          </p:nvSpPr>
          <p:spPr>
            <a:xfrm>
              <a:off x="5231701" y="6091237"/>
              <a:ext cx="127000" cy="319405"/>
            </a:xfrm>
            <a:custGeom>
              <a:avLst/>
              <a:gdLst/>
              <a:ahLst/>
              <a:cxnLst/>
              <a:rect l="l" t="t" r="r" b="b"/>
              <a:pathLst>
                <a:path w="127000" h="319404">
                  <a:moveTo>
                    <a:pt x="65627" y="318992"/>
                  </a:moveTo>
                  <a:lnTo>
                    <a:pt x="28956" y="318992"/>
                  </a:lnTo>
                  <a:lnTo>
                    <a:pt x="28956" y="134302"/>
                  </a:lnTo>
                  <a:lnTo>
                    <a:pt x="0" y="134302"/>
                  </a:lnTo>
                  <a:lnTo>
                    <a:pt x="0" y="106870"/>
                  </a:lnTo>
                  <a:lnTo>
                    <a:pt x="28956" y="105346"/>
                  </a:lnTo>
                  <a:lnTo>
                    <a:pt x="28956" y="71723"/>
                  </a:lnTo>
                  <a:lnTo>
                    <a:pt x="37997" y="29892"/>
                  </a:lnTo>
                  <a:lnTo>
                    <a:pt x="76652" y="1166"/>
                  </a:lnTo>
                  <a:lnTo>
                    <a:pt x="91535" y="0"/>
                  </a:lnTo>
                  <a:lnTo>
                    <a:pt x="97631" y="0"/>
                  </a:lnTo>
                  <a:lnTo>
                    <a:pt x="105251" y="1523"/>
                  </a:lnTo>
                  <a:lnTo>
                    <a:pt x="111347" y="1523"/>
                  </a:lnTo>
                  <a:lnTo>
                    <a:pt x="117443" y="3047"/>
                  </a:lnTo>
                  <a:lnTo>
                    <a:pt x="122015" y="4571"/>
                  </a:lnTo>
                  <a:lnTo>
                    <a:pt x="126587" y="7619"/>
                  </a:lnTo>
                  <a:lnTo>
                    <a:pt x="118967" y="35147"/>
                  </a:lnTo>
                  <a:lnTo>
                    <a:pt x="103727" y="29051"/>
                  </a:lnTo>
                  <a:lnTo>
                    <a:pt x="94583" y="29051"/>
                  </a:lnTo>
                  <a:lnTo>
                    <a:pt x="81700" y="31646"/>
                  </a:lnTo>
                  <a:lnTo>
                    <a:pt x="72675" y="39528"/>
                  </a:lnTo>
                  <a:lnTo>
                    <a:pt x="67365" y="52839"/>
                  </a:lnTo>
                  <a:lnTo>
                    <a:pt x="65627" y="71723"/>
                  </a:lnTo>
                  <a:lnTo>
                    <a:pt x="65627" y="105346"/>
                  </a:lnTo>
                  <a:lnTo>
                    <a:pt x="109823" y="105346"/>
                  </a:lnTo>
                  <a:lnTo>
                    <a:pt x="109823" y="134302"/>
                  </a:lnTo>
                  <a:lnTo>
                    <a:pt x="65627" y="134302"/>
                  </a:lnTo>
                  <a:lnTo>
                    <a:pt x="65627" y="3189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373528" y="6196583"/>
              <a:ext cx="170878" cy="219741"/>
            </a:xfrm>
            <a:prstGeom prst="rect">
              <a:avLst/>
            </a:prstGeom>
          </p:spPr>
        </p:pic>
      </p:grpSp>
      <p:grpSp>
        <p:nvGrpSpPr>
          <p:cNvPr id="130" name="object 130" descr=""/>
          <p:cNvGrpSpPr/>
          <p:nvPr/>
        </p:nvGrpSpPr>
        <p:grpSpPr>
          <a:xfrm>
            <a:off x="5590127" y="6137052"/>
            <a:ext cx="340360" cy="279400"/>
            <a:chOff x="5590127" y="6137052"/>
            <a:chExt cx="340360" cy="279400"/>
          </a:xfrm>
        </p:grpSpPr>
        <p:sp>
          <p:nvSpPr>
            <p:cNvPr id="131" name="object 131" descr=""/>
            <p:cNvSpPr/>
            <p:nvPr/>
          </p:nvSpPr>
          <p:spPr>
            <a:xfrm>
              <a:off x="5590127" y="6137052"/>
              <a:ext cx="132715" cy="279400"/>
            </a:xfrm>
            <a:custGeom>
              <a:avLst/>
              <a:gdLst/>
              <a:ahLst/>
              <a:cxnLst/>
              <a:rect l="l" t="t" r="r" b="b"/>
              <a:pathLst>
                <a:path w="132714" h="279400">
                  <a:moveTo>
                    <a:pt x="100679" y="279273"/>
                  </a:moveTo>
                  <a:lnTo>
                    <a:pt x="93059" y="279273"/>
                  </a:lnTo>
                  <a:lnTo>
                    <a:pt x="85105" y="278963"/>
                  </a:lnTo>
                  <a:lnTo>
                    <a:pt x="77438" y="277939"/>
                  </a:lnTo>
                  <a:lnTo>
                    <a:pt x="70342" y="276058"/>
                  </a:lnTo>
                  <a:lnTo>
                    <a:pt x="64103" y="273176"/>
                  </a:lnTo>
                  <a:lnTo>
                    <a:pt x="56483" y="270128"/>
                  </a:lnTo>
                  <a:lnTo>
                    <a:pt x="35052" y="236505"/>
                  </a:lnTo>
                  <a:lnTo>
                    <a:pt x="32004" y="207549"/>
                  </a:lnTo>
                  <a:lnTo>
                    <a:pt x="32004" y="88487"/>
                  </a:lnTo>
                  <a:lnTo>
                    <a:pt x="0" y="88487"/>
                  </a:lnTo>
                  <a:lnTo>
                    <a:pt x="0" y="61055"/>
                  </a:lnTo>
                  <a:lnTo>
                    <a:pt x="33528" y="59531"/>
                  </a:lnTo>
                  <a:lnTo>
                    <a:pt x="38100" y="0"/>
                  </a:lnTo>
                  <a:lnTo>
                    <a:pt x="68675" y="0"/>
                  </a:lnTo>
                  <a:lnTo>
                    <a:pt x="68675" y="59531"/>
                  </a:lnTo>
                  <a:lnTo>
                    <a:pt x="126587" y="59531"/>
                  </a:lnTo>
                  <a:lnTo>
                    <a:pt x="126587" y="88487"/>
                  </a:lnTo>
                  <a:lnTo>
                    <a:pt x="68675" y="88487"/>
                  </a:lnTo>
                  <a:lnTo>
                    <a:pt x="68675" y="207549"/>
                  </a:lnTo>
                  <a:lnTo>
                    <a:pt x="86391" y="246221"/>
                  </a:lnTo>
                  <a:lnTo>
                    <a:pt x="102203" y="248697"/>
                  </a:lnTo>
                  <a:lnTo>
                    <a:pt x="109823" y="248697"/>
                  </a:lnTo>
                  <a:lnTo>
                    <a:pt x="118967" y="245649"/>
                  </a:lnTo>
                  <a:lnTo>
                    <a:pt x="122015" y="245649"/>
                  </a:lnTo>
                  <a:lnTo>
                    <a:pt x="126587" y="244125"/>
                  </a:lnTo>
                  <a:lnTo>
                    <a:pt x="132683" y="270128"/>
                  </a:lnTo>
                  <a:lnTo>
                    <a:pt x="128111" y="273176"/>
                  </a:lnTo>
                  <a:lnTo>
                    <a:pt x="120491" y="274700"/>
                  </a:lnTo>
                  <a:lnTo>
                    <a:pt x="114395" y="276224"/>
                  </a:lnTo>
                  <a:lnTo>
                    <a:pt x="106775" y="277749"/>
                  </a:lnTo>
                  <a:lnTo>
                    <a:pt x="100679" y="279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759481" y="6196584"/>
              <a:ext cx="170878" cy="219741"/>
            </a:xfrm>
            <a:prstGeom prst="rect">
              <a:avLst/>
            </a:prstGeom>
          </p:spPr>
        </p:pic>
      </p:grpSp>
      <p:pic>
        <p:nvPicPr>
          <p:cNvPr id="133" name="object 133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001988" y="6190488"/>
            <a:ext cx="314229" cy="225838"/>
          </a:xfrm>
          <a:prstGeom prst="rect">
            <a:avLst/>
          </a:prstGeom>
        </p:spPr>
      </p:pic>
      <p:pic>
        <p:nvPicPr>
          <p:cNvPr id="134" name="object 134" descr="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6441281" y="6190488"/>
            <a:ext cx="170878" cy="225837"/>
          </a:xfrm>
          <a:prstGeom prst="rect">
            <a:avLst/>
          </a:prstGeom>
        </p:spPr>
      </p:pic>
      <p:grpSp>
        <p:nvGrpSpPr>
          <p:cNvPr id="135" name="object 135" descr=""/>
          <p:cNvGrpSpPr/>
          <p:nvPr/>
        </p:nvGrpSpPr>
        <p:grpSpPr>
          <a:xfrm>
            <a:off x="6657975" y="6097333"/>
            <a:ext cx="294640" cy="319405"/>
            <a:chOff x="6657975" y="6097333"/>
            <a:chExt cx="294640" cy="319405"/>
          </a:xfrm>
        </p:grpSpPr>
        <p:sp>
          <p:nvSpPr>
            <p:cNvPr id="136" name="object 136" descr=""/>
            <p:cNvSpPr/>
            <p:nvPr/>
          </p:nvSpPr>
          <p:spPr>
            <a:xfrm>
              <a:off x="6657975" y="6097333"/>
              <a:ext cx="59690" cy="319405"/>
            </a:xfrm>
            <a:custGeom>
              <a:avLst/>
              <a:gdLst/>
              <a:ahLst/>
              <a:cxnLst/>
              <a:rect l="l" t="t" r="r" b="b"/>
              <a:pathLst>
                <a:path w="59690" h="319404">
                  <a:moveTo>
                    <a:pt x="44195" y="318992"/>
                  </a:moveTo>
                  <a:lnTo>
                    <a:pt x="38100" y="318992"/>
                  </a:lnTo>
                  <a:lnTo>
                    <a:pt x="28646" y="318158"/>
                  </a:lnTo>
                  <a:lnTo>
                    <a:pt x="571" y="280988"/>
                  </a:lnTo>
                  <a:lnTo>
                    <a:pt x="0" y="270129"/>
                  </a:lnTo>
                  <a:lnTo>
                    <a:pt x="0" y="0"/>
                  </a:lnTo>
                  <a:lnTo>
                    <a:pt x="36576" y="0"/>
                  </a:lnTo>
                  <a:lnTo>
                    <a:pt x="36576" y="277749"/>
                  </a:lnTo>
                  <a:lnTo>
                    <a:pt x="38100" y="282321"/>
                  </a:lnTo>
                  <a:lnTo>
                    <a:pt x="39624" y="285369"/>
                  </a:lnTo>
                  <a:lnTo>
                    <a:pt x="41148" y="286893"/>
                  </a:lnTo>
                  <a:lnTo>
                    <a:pt x="44195" y="288417"/>
                  </a:lnTo>
                  <a:lnTo>
                    <a:pt x="51816" y="288417"/>
                  </a:lnTo>
                  <a:lnTo>
                    <a:pt x="54864" y="286893"/>
                  </a:lnTo>
                  <a:lnTo>
                    <a:pt x="59436" y="314420"/>
                  </a:lnTo>
                  <a:lnTo>
                    <a:pt x="56387" y="315944"/>
                  </a:lnTo>
                  <a:lnTo>
                    <a:pt x="54864" y="317468"/>
                  </a:lnTo>
                  <a:lnTo>
                    <a:pt x="47244" y="317468"/>
                  </a:lnTo>
                  <a:lnTo>
                    <a:pt x="44195" y="3189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753987" y="6190488"/>
              <a:ext cx="198310" cy="225837"/>
            </a:xfrm>
            <a:prstGeom prst="rect">
              <a:avLst/>
            </a:prstGeom>
          </p:spPr>
        </p:pic>
      </p:grpSp>
      <p:pic>
        <p:nvPicPr>
          <p:cNvPr id="138" name="object 138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7005732" y="6196584"/>
            <a:ext cx="170878" cy="219741"/>
          </a:xfrm>
          <a:prstGeom prst="rect">
            <a:avLst/>
          </a:prstGeom>
        </p:spPr>
      </p:pic>
      <p:sp>
        <p:nvSpPr>
          <p:cNvPr id="139" name="object 139" descr=""/>
          <p:cNvSpPr/>
          <p:nvPr/>
        </p:nvSpPr>
        <p:spPr>
          <a:xfrm>
            <a:off x="7232998" y="6097333"/>
            <a:ext cx="187960" cy="319405"/>
          </a:xfrm>
          <a:custGeom>
            <a:avLst/>
            <a:gdLst/>
            <a:ahLst/>
            <a:cxnLst/>
            <a:rect l="l" t="t" r="r" b="b"/>
            <a:pathLst>
              <a:path w="187959" h="319404">
                <a:moveTo>
                  <a:pt x="187642" y="119062"/>
                </a:moveTo>
                <a:lnTo>
                  <a:pt x="152495" y="119062"/>
                </a:lnTo>
                <a:lnTo>
                  <a:pt x="150971" y="82391"/>
                </a:lnTo>
                <a:lnTo>
                  <a:pt x="150971" y="0"/>
                </a:lnTo>
                <a:lnTo>
                  <a:pt x="187642" y="0"/>
                </a:lnTo>
                <a:lnTo>
                  <a:pt x="187642" y="119062"/>
                </a:lnTo>
                <a:close/>
              </a:path>
              <a:path w="187959" h="319404">
                <a:moveTo>
                  <a:pt x="88487" y="318992"/>
                </a:moveTo>
                <a:lnTo>
                  <a:pt x="37815" y="302235"/>
                </a:lnTo>
                <a:lnTo>
                  <a:pt x="6477" y="254305"/>
                </a:lnTo>
                <a:lnTo>
                  <a:pt x="0" y="206025"/>
                </a:lnTo>
                <a:lnTo>
                  <a:pt x="547" y="193737"/>
                </a:lnTo>
                <a:lnTo>
                  <a:pt x="12239" y="149566"/>
                </a:lnTo>
                <a:lnTo>
                  <a:pt x="35194" y="117086"/>
                </a:lnTo>
                <a:lnTo>
                  <a:pt x="74949" y="95440"/>
                </a:lnTo>
                <a:lnTo>
                  <a:pt x="93059" y="93154"/>
                </a:lnTo>
                <a:lnTo>
                  <a:pt x="101917" y="93702"/>
                </a:lnTo>
                <a:lnTo>
                  <a:pt x="138779" y="108775"/>
                </a:lnTo>
                <a:lnTo>
                  <a:pt x="152495" y="119062"/>
                </a:lnTo>
                <a:lnTo>
                  <a:pt x="187642" y="119062"/>
                </a:lnTo>
                <a:lnTo>
                  <a:pt x="187642" y="123634"/>
                </a:lnTo>
                <a:lnTo>
                  <a:pt x="91535" y="123634"/>
                </a:lnTo>
                <a:lnTo>
                  <a:pt x="82391" y="126682"/>
                </a:lnTo>
                <a:lnTo>
                  <a:pt x="52101" y="152272"/>
                </a:lnTo>
                <a:lnTo>
                  <a:pt x="39243" y="188690"/>
                </a:lnTo>
                <a:lnTo>
                  <a:pt x="38100" y="206025"/>
                </a:lnTo>
                <a:lnTo>
                  <a:pt x="38981" y="224328"/>
                </a:lnTo>
                <a:lnTo>
                  <a:pt x="53340" y="265556"/>
                </a:lnTo>
                <a:lnTo>
                  <a:pt x="97631" y="288416"/>
                </a:lnTo>
                <a:lnTo>
                  <a:pt x="154019" y="288416"/>
                </a:lnTo>
                <a:lnTo>
                  <a:pt x="147137" y="294109"/>
                </a:lnTo>
                <a:lnTo>
                  <a:pt x="107346" y="316706"/>
                </a:lnTo>
                <a:lnTo>
                  <a:pt x="98274" y="318420"/>
                </a:lnTo>
                <a:lnTo>
                  <a:pt x="88487" y="318992"/>
                </a:lnTo>
                <a:close/>
              </a:path>
              <a:path w="187959" h="319404">
                <a:moveTo>
                  <a:pt x="187642" y="312896"/>
                </a:moveTo>
                <a:lnTo>
                  <a:pt x="158591" y="312896"/>
                </a:lnTo>
                <a:lnTo>
                  <a:pt x="155543" y="288416"/>
                </a:lnTo>
                <a:lnTo>
                  <a:pt x="97631" y="288416"/>
                </a:lnTo>
                <a:lnTo>
                  <a:pt x="138017" y="271652"/>
                </a:lnTo>
                <a:lnTo>
                  <a:pt x="150971" y="257936"/>
                </a:lnTo>
                <a:lnTo>
                  <a:pt x="150971" y="146494"/>
                </a:lnTo>
                <a:lnTo>
                  <a:pt x="144351" y="141089"/>
                </a:lnTo>
                <a:lnTo>
                  <a:pt x="138017" y="136397"/>
                </a:lnTo>
                <a:lnTo>
                  <a:pt x="131683" y="132564"/>
                </a:lnTo>
                <a:lnTo>
                  <a:pt x="125063" y="129730"/>
                </a:lnTo>
                <a:lnTo>
                  <a:pt x="119086" y="126849"/>
                </a:lnTo>
                <a:lnTo>
                  <a:pt x="112680" y="124967"/>
                </a:lnTo>
                <a:lnTo>
                  <a:pt x="105989" y="123944"/>
                </a:lnTo>
                <a:lnTo>
                  <a:pt x="99155" y="123634"/>
                </a:lnTo>
                <a:lnTo>
                  <a:pt x="187642" y="123634"/>
                </a:lnTo>
                <a:lnTo>
                  <a:pt x="187642" y="3128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 descr=""/>
          <p:cNvSpPr/>
          <p:nvPr/>
        </p:nvSpPr>
        <p:spPr>
          <a:xfrm>
            <a:off x="7574660" y="6104953"/>
            <a:ext cx="50800" cy="305435"/>
          </a:xfrm>
          <a:custGeom>
            <a:avLst/>
            <a:gdLst/>
            <a:ahLst/>
            <a:cxnLst/>
            <a:rect l="l" t="t" r="r" b="b"/>
            <a:pathLst>
              <a:path w="50800" h="305435">
                <a:moveTo>
                  <a:pt x="33528" y="47339"/>
                </a:moveTo>
                <a:lnTo>
                  <a:pt x="18288" y="47339"/>
                </a:lnTo>
                <a:lnTo>
                  <a:pt x="12192" y="45815"/>
                </a:lnTo>
                <a:lnTo>
                  <a:pt x="3048" y="36671"/>
                </a:lnTo>
                <a:lnTo>
                  <a:pt x="0" y="30575"/>
                </a:lnTo>
                <a:lnTo>
                  <a:pt x="0" y="16859"/>
                </a:lnTo>
                <a:lnTo>
                  <a:pt x="3048" y="10763"/>
                </a:lnTo>
                <a:lnTo>
                  <a:pt x="7620" y="7620"/>
                </a:lnTo>
                <a:lnTo>
                  <a:pt x="12192" y="3048"/>
                </a:lnTo>
                <a:lnTo>
                  <a:pt x="18288" y="0"/>
                </a:lnTo>
                <a:lnTo>
                  <a:pt x="32004" y="0"/>
                </a:lnTo>
                <a:lnTo>
                  <a:pt x="38100" y="3048"/>
                </a:lnTo>
                <a:lnTo>
                  <a:pt x="44291" y="7620"/>
                </a:lnTo>
                <a:lnTo>
                  <a:pt x="48863" y="10763"/>
                </a:lnTo>
                <a:lnTo>
                  <a:pt x="50387" y="16859"/>
                </a:lnTo>
                <a:lnTo>
                  <a:pt x="50387" y="30575"/>
                </a:lnTo>
                <a:lnTo>
                  <a:pt x="48863" y="36671"/>
                </a:lnTo>
                <a:lnTo>
                  <a:pt x="44291" y="41243"/>
                </a:lnTo>
                <a:lnTo>
                  <a:pt x="38100" y="45815"/>
                </a:lnTo>
                <a:lnTo>
                  <a:pt x="33528" y="47339"/>
                </a:lnTo>
                <a:close/>
              </a:path>
              <a:path w="50800" h="305435">
                <a:moveTo>
                  <a:pt x="42767" y="305276"/>
                </a:moveTo>
                <a:lnTo>
                  <a:pt x="7620" y="305276"/>
                </a:lnTo>
                <a:lnTo>
                  <a:pt x="7620" y="91630"/>
                </a:lnTo>
                <a:lnTo>
                  <a:pt x="42767" y="91630"/>
                </a:lnTo>
                <a:lnTo>
                  <a:pt x="42767" y="3052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1" name="object 141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7690580" y="6104953"/>
            <a:ext cx="2057781" cy="404431"/>
          </a:xfrm>
          <a:prstGeom prst="rect">
            <a:avLst/>
          </a:prstGeom>
        </p:spPr>
      </p:pic>
      <p:grpSp>
        <p:nvGrpSpPr>
          <p:cNvPr id="142" name="object 142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143" name="object 143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144" name="object 14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6" name="object 146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775644" y="2013775"/>
            <a:ext cx="1144270" cy="58419"/>
          </a:xfrm>
          <a:custGeom>
            <a:avLst/>
            <a:gdLst/>
            <a:ahLst/>
            <a:cxnLst/>
            <a:rect l="l" t="t" r="r" b="b"/>
            <a:pathLst>
              <a:path w="1144270" h="58419">
                <a:moveTo>
                  <a:pt x="1119568" y="58007"/>
                </a:moveTo>
                <a:lnTo>
                  <a:pt x="25908" y="58007"/>
                </a:lnTo>
                <a:lnTo>
                  <a:pt x="21336" y="56483"/>
                </a:lnTo>
                <a:lnTo>
                  <a:pt x="18288" y="56483"/>
                </a:lnTo>
                <a:lnTo>
                  <a:pt x="15240" y="54959"/>
                </a:lnTo>
                <a:lnTo>
                  <a:pt x="10668" y="51911"/>
                </a:lnTo>
                <a:lnTo>
                  <a:pt x="9144" y="48863"/>
                </a:lnTo>
                <a:lnTo>
                  <a:pt x="6096" y="47339"/>
                </a:lnTo>
                <a:lnTo>
                  <a:pt x="4572" y="44291"/>
                </a:lnTo>
                <a:lnTo>
                  <a:pt x="3048" y="39719"/>
                </a:lnTo>
                <a:lnTo>
                  <a:pt x="0" y="33623"/>
                </a:lnTo>
                <a:lnTo>
                  <a:pt x="0" y="28955"/>
                </a:lnTo>
                <a:lnTo>
                  <a:pt x="0" y="25907"/>
                </a:lnTo>
                <a:lnTo>
                  <a:pt x="1524" y="21335"/>
                </a:lnTo>
                <a:lnTo>
                  <a:pt x="6096" y="12191"/>
                </a:lnTo>
                <a:lnTo>
                  <a:pt x="9144" y="9143"/>
                </a:lnTo>
                <a:lnTo>
                  <a:pt x="10668" y="6095"/>
                </a:lnTo>
                <a:lnTo>
                  <a:pt x="15240" y="4571"/>
                </a:lnTo>
                <a:lnTo>
                  <a:pt x="21336" y="1523"/>
                </a:lnTo>
                <a:lnTo>
                  <a:pt x="25908" y="0"/>
                </a:lnTo>
                <a:lnTo>
                  <a:pt x="1119568" y="0"/>
                </a:lnTo>
                <a:lnTo>
                  <a:pt x="1122616" y="1523"/>
                </a:lnTo>
                <a:lnTo>
                  <a:pt x="1127188" y="3047"/>
                </a:lnTo>
                <a:lnTo>
                  <a:pt x="1133284" y="6095"/>
                </a:lnTo>
                <a:lnTo>
                  <a:pt x="1139475" y="12191"/>
                </a:lnTo>
                <a:lnTo>
                  <a:pt x="1144047" y="21335"/>
                </a:lnTo>
                <a:lnTo>
                  <a:pt x="1144047" y="36671"/>
                </a:lnTo>
                <a:lnTo>
                  <a:pt x="1142523" y="39719"/>
                </a:lnTo>
                <a:lnTo>
                  <a:pt x="1140999" y="44291"/>
                </a:lnTo>
                <a:lnTo>
                  <a:pt x="1139475" y="47339"/>
                </a:lnTo>
                <a:lnTo>
                  <a:pt x="1136427" y="48863"/>
                </a:lnTo>
                <a:lnTo>
                  <a:pt x="1130236" y="54959"/>
                </a:lnTo>
                <a:lnTo>
                  <a:pt x="1127188" y="56483"/>
                </a:lnTo>
                <a:lnTo>
                  <a:pt x="1122616" y="56483"/>
                </a:lnTo>
                <a:lnTo>
                  <a:pt x="1119568" y="58007"/>
                </a:lnTo>
                <a:close/>
              </a:path>
            </a:pathLst>
          </a:custGeom>
          <a:solidFill>
            <a:srgbClr val="4B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234183" y="1205483"/>
            <a:ext cx="74930" cy="419100"/>
          </a:xfrm>
          <a:custGeom>
            <a:avLst/>
            <a:gdLst/>
            <a:ahLst/>
            <a:cxnLst/>
            <a:rect l="l" t="t" r="r" b="b"/>
            <a:pathLst>
              <a:path w="74930" h="419100">
                <a:moveTo>
                  <a:pt x="74675" y="419099"/>
                </a:moveTo>
                <a:lnTo>
                  <a:pt x="0" y="419099"/>
                </a:lnTo>
                <a:lnTo>
                  <a:pt x="0" y="0"/>
                </a:lnTo>
                <a:lnTo>
                  <a:pt x="74675" y="0"/>
                </a:lnTo>
                <a:lnTo>
                  <a:pt x="74675" y="419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15920" y="1205007"/>
            <a:ext cx="314325" cy="418465"/>
          </a:xfrm>
          <a:custGeom>
            <a:avLst/>
            <a:gdLst/>
            <a:ahLst/>
            <a:cxnLst/>
            <a:rect l="l" t="t" r="r" b="b"/>
            <a:pathLst>
              <a:path w="314325" h="418465">
                <a:moveTo>
                  <a:pt x="314229" y="418052"/>
                </a:moveTo>
                <a:lnTo>
                  <a:pt x="237934" y="418052"/>
                </a:lnTo>
                <a:lnTo>
                  <a:pt x="106775" y="183070"/>
                </a:lnTo>
                <a:lnTo>
                  <a:pt x="64008" y="93059"/>
                </a:lnTo>
                <a:lnTo>
                  <a:pt x="60960" y="93059"/>
                </a:lnTo>
                <a:lnTo>
                  <a:pt x="62341" y="110242"/>
                </a:lnTo>
                <a:lnTo>
                  <a:pt x="65674" y="145217"/>
                </a:lnTo>
                <a:lnTo>
                  <a:pt x="67056" y="163258"/>
                </a:lnTo>
                <a:lnTo>
                  <a:pt x="68818" y="181537"/>
                </a:lnTo>
                <a:lnTo>
                  <a:pt x="69723" y="199691"/>
                </a:lnTo>
                <a:lnTo>
                  <a:pt x="70056" y="217559"/>
                </a:lnTo>
                <a:lnTo>
                  <a:pt x="70104" y="418052"/>
                </a:lnTo>
                <a:lnTo>
                  <a:pt x="0" y="418052"/>
                </a:lnTo>
                <a:lnTo>
                  <a:pt x="0" y="0"/>
                </a:lnTo>
                <a:lnTo>
                  <a:pt x="76200" y="0"/>
                </a:lnTo>
                <a:lnTo>
                  <a:pt x="205930" y="234981"/>
                </a:lnTo>
                <a:lnTo>
                  <a:pt x="250126" y="324992"/>
                </a:lnTo>
                <a:lnTo>
                  <a:pt x="251650" y="324992"/>
                </a:lnTo>
                <a:lnTo>
                  <a:pt x="249174" y="290500"/>
                </a:lnTo>
                <a:lnTo>
                  <a:pt x="247578" y="272874"/>
                </a:lnTo>
                <a:lnTo>
                  <a:pt x="245554" y="254793"/>
                </a:lnTo>
                <a:lnTo>
                  <a:pt x="243459" y="217027"/>
                </a:lnTo>
                <a:lnTo>
                  <a:pt x="242768" y="198992"/>
                </a:lnTo>
                <a:lnTo>
                  <a:pt x="242506" y="181546"/>
                </a:lnTo>
                <a:lnTo>
                  <a:pt x="242506" y="0"/>
                </a:lnTo>
                <a:lnTo>
                  <a:pt x="314229" y="0"/>
                </a:lnTo>
                <a:lnTo>
                  <a:pt x="314229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35401" y="1205007"/>
            <a:ext cx="316230" cy="418465"/>
          </a:xfrm>
          <a:custGeom>
            <a:avLst/>
            <a:gdLst/>
            <a:ahLst/>
            <a:cxnLst/>
            <a:rect l="l" t="t" r="r" b="b"/>
            <a:pathLst>
              <a:path w="316230" h="418465">
                <a:moveTo>
                  <a:pt x="115919" y="418052"/>
                </a:moveTo>
                <a:lnTo>
                  <a:pt x="0" y="418052"/>
                </a:lnTo>
                <a:lnTo>
                  <a:pt x="0" y="0"/>
                </a:lnTo>
                <a:lnTo>
                  <a:pt x="112871" y="0"/>
                </a:lnTo>
                <a:lnTo>
                  <a:pt x="158082" y="3167"/>
                </a:lnTo>
                <a:lnTo>
                  <a:pt x="197881" y="12763"/>
                </a:lnTo>
                <a:lnTo>
                  <a:pt x="232538" y="28932"/>
                </a:lnTo>
                <a:lnTo>
                  <a:pt x="262318" y="51815"/>
                </a:lnTo>
                <a:lnTo>
                  <a:pt x="268643" y="59435"/>
                </a:lnTo>
                <a:lnTo>
                  <a:pt x="74676" y="59435"/>
                </a:lnTo>
                <a:lnTo>
                  <a:pt x="74676" y="358616"/>
                </a:lnTo>
                <a:lnTo>
                  <a:pt x="267924" y="358616"/>
                </a:lnTo>
                <a:lnTo>
                  <a:pt x="262318" y="364712"/>
                </a:lnTo>
                <a:lnTo>
                  <a:pt x="217487" y="397502"/>
                </a:lnTo>
                <a:lnTo>
                  <a:pt x="180855" y="410337"/>
                </a:lnTo>
                <a:lnTo>
                  <a:pt x="139088" y="417195"/>
                </a:lnTo>
                <a:lnTo>
                  <a:pt x="115919" y="418052"/>
                </a:lnTo>
                <a:close/>
              </a:path>
              <a:path w="316230" h="418465">
                <a:moveTo>
                  <a:pt x="267924" y="358616"/>
                </a:moveTo>
                <a:lnTo>
                  <a:pt x="106775" y="358616"/>
                </a:lnTo>
                <a:lnTo>
                  <a:pt x="137042" y="356315"/>
                </a:lnTo>
                <a:lnTo>
                  <a:pt x="163746" y="349424"/>
                </a:lnTo>
                <a:lnTo>
                  <a:pt x="205930" y="321945"/>
                </a:lnTo>
                <a:lnTo>
                  <a:pt x="231267" y="275034"/>
                </a:lnTo>
                <a:lnTo>
                  <a:pt x="239458" y="207549"/>
                </a:lnTo>
                <a:lnTo>
                  <a:pt x="237434" y="171427"/>
                </a:lnTo>
                <a:lnTo>
                  <a:pt x="220813" y="115221"/>
                </a:lnTo>
                <a:lnTo>
                  <a:pt x="186754" y="79447"/>
                </a:lnTo>
                <a:lnTo>
                  <a:pt x="137042" y="61713"/>
                </a:lnTo>
                <a:lnTo>
                  <a:pt x="106775" y="59435"/>
                </a:lnTo>
                <a:lnTo>
                  <a:pt x="268643" y="59435"/>
                </a:lnTo>
                <a:lnTo>
                  <a:pt x="286098" y="80462"/>
                </a:lnTo>
                <a:lnTo>
                  <a:pt x="302752" y="115966"/>
                </a:lnTo>
                <a:lnTo>
                  <a:pt x="312548" y="158329"/>
                </a:lnTo>
                <a:lnTo>
                  <a:pt x="315753" y="207549"/>
                </a:lnTo>
                <a:lnTo>
                  <a:pt x="314895" y="232125"/>
                </a:lnTo>
                <a:lnTo>
                  <a:pt x="307998" y="277884"/>
                </a:lnTo>
                <a:lnTo>
                  <a:pt x="294465" y="317898"/>
                </a:lnTo>
                <a:lnTo>
                  <a:pt x="274939" y="350988"/>
                </a:lnTo>
                <a:lnTo>
                  <a:pt x="267924" y="358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233451" y="1205007"/>
            <a:ext cx="317500" cy="426084"/>
          </a:xfrm>
          <a:custGeom>
            <a:avLst/>
            <a:gdLst/>
            <a:ahLst/>
            <a:cxnLst/>
            <a:rect l="l" t="t" r="r" b="b"/>
            <a:pathLst>
              <a:path w="317500" h="426085">
                <a:moveTo>
                  <a:pt x="160210" y="425767"/>
                </a:moveTo>
                <a:lnTo>
                  <a:pt x="109123" y="419940"/>
                </a:lnTo>
                <a:lnTo>
                  <a:pt x="67151" y="401669"/>
                </a:lnTo>
                <a:lnTo>
                  <a:pt x="34574" y="369197"/>
                </a:lnTo>
                <a:lnTo>
                  <a:pt x="12192" y="323469"/>
                </a:lnTo>
                <a:lnTo>
                  <a:pt x="3238" y="282654"/>
                </a:lnTo>
                <a:lnTo>
                  <a:pt x="0" y="234981"/>
                </a:lnTo>
                <a:lnTo>
                  <a:pt x="0" y="0"/>
                </a:lnTo>
                <a:lnTo>
                  <a:pt x="74771" y="0"/>
                </a:lnTo>
                <a:lnTo>
                  <a:pt x="74771" y="241077"/>
                </a:lnTo>
                <a:lnTo>
                  <a:pt x="75080" y="257404"/>
                </a:lnTo>
                <a:lnTo>
                  <a:pt x="80867" y="297561"/>
                </a:lnTo>
                <a:lnTo>
                  <a:pt x="97631" y="335661"/>
                </a:lnTo>
                <a:lnTo>
                  <a:pt x="133207" y="358449"/>
                </a:lnTo>
                <a:lnTo>
                  <a:pt x="160210" y="361664"/>
                </a:lnTo>
                <a:lnTo>
                  <a:pt x="169330" y="361354"/>
                </a:lnTo>
                <a:lnTo>
                  <a:pt x="210121" y="347329"/>
                </a:lnTo>
                <a:lnTo>
                  <a:pt x="236718" y="308657"/>
                </a:lnTo>
                <a:lnTo>
                  <a:pt x="246626" y="256761"/>
                </a:lnTo>
                <a:lnTo>
                  <a:pt x="247173" y="241077"/>
                </a:lnTo>
                <a:lnTo>
                  <a:pt x="247173" y="0"/>
                </a:lnTo>
                <a:lnTo>
                  <a:pt x="317277" y="0"/>
                </a:lnTo>
                <a:lnTo>
                  <a:pt x="317277" y="234981"/>
                </a:lnTo>
                <a:lnTo>
                  <a:pt x="316682" y="259523"/>
                </a:lnTo>
                <a:lnTo>
                  <a:pt x="311491" y="304070"/>
                </a:lnTo>
                <a:lnTo>
                  <a:pt x="292893" y="355330"/>
                </a:lnTo>
                <a:lnTo>
                  <a:pt x="263769" y="392287"/>
                </a:lnTo>
                <a:lnTo>
                  <a:pt x="225742" y="415004"/>
                </a:lnTo>
                <a:lnTo>
                  <a:pt x="177307" y="425170"/>
                </a:lnTo>
                <a:lnTo>
                  <a:pt x="160210" y="4257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620922" y="1197393"/>
            <a:ext cx="643890" cy="433705"/>
          </a:xfrm>
          <a:custGeom>
            <a:avLst/>
            <a:gdLst/>
            <a:ahLst/>
            <a:cxnLst/>
            <a:rect l="l" t="t" r="r" b="b"/>
            <a:pathLst>
              <a:path w="643889" h="433705">
                <a:moveTo>
                  <a:pt x="300507" y="309753"/>
                </a:moveTo>
                <a:lnTo>
                  <a:pt x="294411" y="268503"/>
                </a:lnTo>
                <a:lnTo>
                  <a:pt x="271640" y="231432"/>
                </a:lnTo>
                <a:lnTo>
                  <a:pt x="233934" y="204609"/>
                </a:lnTo>
                <a:lnTo>
                  <a:pt x="216598" y="196786"/>
                </a:lnTo>
                <a:lnTo>
                  <a:pt x="160210" y="172402"/>
                </a:lnTo>
                <a:lnTo>
                  <a:pt x="153530" y="170091"/>
                </a:lnTo>
                <a:lnTo>
                  <a:pt x="147167" y="167640"/>
                </a:lnTo>
                <a:lnTo>
                  <a:pt x="140830" y="164896"/>
                </a:lnTo>
                <a:lnTo>
                  <a:pt x="134200" y="161734"/>
                </a:lnTo>
                <a:lnTo>
                  <a:pt x="126580" y="158686"/>
                </a:lnTo>
                <a:lnTo>
                  <a:pt x="118960" y="154114"/>
                </a:lnTo>
                <a:lnTo>
                  <a:pt x="106768" y="144970"/>
                </a:lnTo>
                <a:lnTo>
                  <a:pt x="102196" y="140296"/>
                </a:lnTo>
                <a:lnTo>
                  <a:pt x="99148" y="134200"/>
                </a:lnTo>
                <a:lnTo>
                  <a:pt x="94576" y="128104"/>
                </a:lnTo>
                <a:lnTo>
                  <a:pt x="93052" y="122008"/>
                </a:lnTo>
                <a:lnTo>
                  <a:pt x="93052" y="112864"/>
                </a:lnTo>
                <a:lnTo>
                  <a:pt x="111340" y="77812"/>
                </a:lnTo>
                <a:lnTo>
                  <a:pt x="158584" y="64008"/>
                </a:lnTo>
                <a:lnTo>
                  <a:pt x="172046" y="64579"/>
                </a:lnTo>
                <a:lnTo>
                  <a:pt x="218617" y="79032"/>
                </a:lnTo>
                <a:lnTo>
                  <a:pt x="250126" y="100672"/>
                </a:lnTo>
                <a:lnTo>
                  <a:pt x="288315" y="53340"/>
                </a:lnTo>
                <a:lnTo>
                  <a:pt x="245376" y="21412"/>
                </a:lnTo>
                <a:lnTo>
                  <a:pt x="194868" y="3429"/>
                </a:lnTo>
                <a:lnTo>
                  <a:pt x="158584" y="0"/>
                </a:lnTo>
                <a:lnTo>
                  <a:pt x="143776" y="571"/>
                </a:lnTo>
                <a:lnTo>
                  <a:pt x="102196" y="9144"/>
                </a:lnTo>
                <a:lnTo>
                  <a:pt x="67703" y="25857"/>
                </a:lnTo>
                <a:lnTo>
                  <a:pt x="34340" y="60782"/>
                </a:lnTo>
                <a:lnTo>
                  <a:pt x="18884" y="105156"/>
                </a:lnTo>
                <a:lnTo>
                  <a:pt x="18288" y="117436"/>
                </a:lnTo>
                <a:lnTo>
                  <a:pt x="18618" y="128600"/>
                </a:lnTo>
                <a:lnTo>
                  <a:pt x="29616" y="167309"/>
                </a:lnTo>
                <a:lnTo>
                  <a:pt x="57962" y="201739"/>
                </a:lnTo>
                <a:lnTo>
                  <a:pt x="102196" y="228879"/>
                </a:lnTo>
                <a:lnTo>
                  <a:pt x="160210" y="253263"/>
                </a:lnTo>
                <a:lnTo>
                  <a:pt x="180136" y="262267"/>
                </a:lnTo>
                <a:lnTo>
                  <a:pt x="186118" y="265455"/>
                </a:lnTo>
                <a:lnTo>
                  <a:pt x="193738" y="268503"/>
                </a:lnTo>
                <a:lnTo>
                  <a:pt x="201358" y="273075"/>
                </a:lnTo>
                <a:lnTo>
                  <a:pt x="207454" y="277647"/>
                </a:lnTo>
                <a:lnTo>
                  <a:pt x="216598" y="286893"/>
                </a:lnTo>
                <a:lnTo>
                  <a:pt x="222694" y="299085"/>
                </a:lnTo>
                <a:lnTo>
                  <a:pt x="225742" y="306705"/>
                </a:lnTo>
                <a:lnTo>
                  <a:pt x="225742" y="315849"/>
                </a:lnTo>
                <a:lnTo>
                  <a:pt x="205930" y="353949"/>
                </a:lnTo>
                <a:lnTo>
                  <a:pt x="168808" y="368401"/>
                </a:lnTo>
                <a:lnTo>
                  <a:pt x="152488" y="369277"/>
                </a:lnTo>
                <a:lnTo>
                  <a:pt x="137655" y="368427"/>
                </a:lnTo>
                <a:lnTo>
                  <a:pt x="94576" y="355473"/>
                </a:lnTo>
                <a:lnTo>
                  <a:pt x="54470" y="331901"/>
                </a:lnTo>
                <a:lnTo>
                  <a:pt x="42672" y="321945"/>
                </a:lnTo>
                <a:lnTo>
                  <a:pt x="0" y="372325"/>
                </a:lnTo>
                <a:lnTo>
                  <a:pt x="32016" y="398614"/>
                </a:lnTo>
                <a:lnTo>
                  <a:pt x="68668" y="418045"/>
                </a:lnTo>
                <a:lnTo>
                  <a:pt x="108673" y="429717"/>
                </a:lnTo>
                <a:lnTo>
                  <a:pt x="150964" y="433387"/>
                </a:lnTo>
                <a:lnTo>
                  <a:pt x="167855" y="432816"/>
                </a:lnTo>
                <a:lnTo>
                  <a:pt x="213550" y="424141"/>
                </a:lnTo>
                <a:lnTo>
                  <a:pt x="250837" y="405079"/>
                </a:lnTo>
                <a:lnTo>
                  <a:pt x="278409" y="378612"/>
                </a:lnTo>
                <a:lnTo>
                  <a:pt x="298221" y="334518"/>
                </a:lnTo>
                <a:lnTo>
                  <a:pt x="299935" y="322275"/>
                </a:lnTo>
                <a:lnTo>
                  <a:pt x="300507" y="309753"/>
                </a:lnTo>
                <a:close/>
              </a:path>
              <a:path w="643889" h="433705">
                <a:moveTo>
                  <a:pt x="643699" y="7962"/>
                </a:moveTo>
                <a:lnTo>
                  <a:pt x="327939" y="7962"/>
                </a:lnTo>
                <a:lnTo>
                  <a:pt x="327939" y="70192"/>
                </a:lnTo>
                <a:lnTo>
                  <a:pt x="448525" y="70192"/>
                </a:lnTo>
                <a:lnTo>
                  <a:pt x="448525" y="425792"/>
                </a:lnTo>
                <a:lnTo>
                  <a:pt x="523201" y="425792"/>
                </a:lnTo>
                <a:lnTo>
                  <a:pt x="523201" y="70192"/>
                </a:lnTo>
                <a:lnTo>
                  <a:pt x="643699" y="70192"/>
                </a:lnTo>
                <a:lnTo>
                  <a:pt x="643699" y="79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334827" y="1205013"/>
            <a:ext cx="643890" cy="418465"/>
          </a:xfrm>
          <a:custGeom>
            <a:avLst/>
            <a:gdLst/>
            <a:ahLst/>
            <a:cxnLst/>
            <a:rect l="l" t="t" r="r" b="b"/>
            <a:pathLst>
              <a:path w="643889" h="418465">
                <a:moveTo>
                  <a:pt x="312699" y="418045"/>
                </a:moveTo>
                <a:lnTo>
                  <a:pt x="218198" y="254787"/>
                </a:lnTo>
                <a:lnTo>
                  <a:pt x="212026" y="244119"/>
                </a:lnTo>
                <a:lnTo>
                  <a:pt x="230327" y="236385"/>
                </a:lnTo>
                <a:lnTo>
                  <a:pt x="246507" y="226783"/>
                </a:lnTo>
                <a:lnTo>
                  <a:pt x="260667" y="215150"/>
                </a:lnTo>
                <a:lnTo>
                  <a:pt x="272986" y="201358"/>
                </a:lnTo>
                <a:lnTo>
                  <a:pt x="276783" y="195262"/>
                </a:lnTo>
                <a:lnTo>
                  <a:pt x="282981" y="185356"/>
                </a:lnTo>
                <a:lnTo>
                  <a:pt x="290131" y="167055"/>
                </a:lnTo>
                <a:lnTo>
                  <a:pt x="294411" y="146456"/>
                </a:lnTo>
                <a:lnTo>
                  <a:pt x="295846" y="123532"/>
                </a:lnTo>
                <a:lnTo>
                  <a:pt x="295008" y="106984"/>
                </a:lnTo>
                <a:lnTo>
                  <a:pt x="292608" y="91719"/>
                </a:lnTo>
                <a:lnTo>
                  <a:pt x="288772" y="77889"/>
                </a:lnTo>
                <a:lnTo>
                  <a:pt x="283654" y="65620"/>
                </a:lnTo>
                <a:lnTo>
                  <a:pt x="280352" y="59436"/>
                </a:lnTo>
                <a:lnTo>
                  <a:pt x="277368" y="53835"/>
                </a:lnTo>
                <a:lnTo>
                  <a:pt x="240804" y="20243"/>
                </a:lnTo>
                <a:lnTo>
                  <a:pt x="222694" y="12192"/>
                </a:lnTo>
                <a:lnTo>
                  <a:pt x="222694" y="123532"/>
                </a:lnTo>
                <a:lnTo>
                  <a:pt x="221259" y="140716"/>
                </a:lnTo>
                <a:lnTo>
                  <a:pt x="199834" y="176974"/>
                </a:lnTo>
                <a:lnTo>
                  <a:pt x="154508" y="194119"/>
                </a:lnTo>
                <a:lnTo>
                  <a:pt x="134200" y="195262"/>
                </a:lnTo>
                <a:lnTo>
                  <a:pt x="74676" y="195262"/>
                </a:lnTo>
                <a:lnTo>
                  <a:pt x="74676" y="59436"/>
                </a:lnTo>
                <a:lnTo>
                  <a:pt x="134200" y="59436"/>
                </a:lnTo>
                <a:lnTo>
                  <a:pt x="187172" y="67233"/>
                </a:lnTo>
                <a:lnTo>
                  <a:pt x="216979" y="92671"/>
                </a:lnTo>
                <a:lnTo>
                  <a:pt x="222694" y="123532"/>
                </a:lnTo>
                <a:lnTo>
                  <a:pt x="222694" y="12192"/>
                </a:lnTo>
                <a:lnTo>
                  <a:pt x="173456" y="1333"/>
                </a:lnTo>
                <a:lnTo>
                  <a:pt x="141820" y="0"/>
                </a:lnTo>
                <a:lnTo>
                  <a:pt x="0" y="0"/>
                </a:lnTo>
                <a:lnTo>
                  <a:pt x="0" y="418045"/>
                </a:lnTo>
                <a:lnTo>
                  <a:pt x="74676" y="418045"/>
                </a:lnTo>
                <a:lnTo>
                  <a:pt x="74676" y="254787"/>
                </a:lnTo>
                <a:lnTo>
                  <a:pt x="138772" y="254787"/>
                </a:lnTo>
                <a:lnTo>
                  <a:pt x="228790" y="418045"/>
                </a:lnTo>
                <a:lnTo>
                  <a:pt x="312699" y="418045"/>
                </a:lnTo>
                <a:close/>
              </a:path>
              <a:path w="643889" h="418465">
                <a:moveTo>
                  <a:pt x="643699" y="0"/>
                </a:moveTo>
                <a:lnTo>
                  <a:pt x="565873" y="0"/>
                </a:lnTo>
                <a:lnTo>
                  <a:pt x="520153" y="106768"/>
                </a:lnTo>
                <a:lnTo>
                  <a:pt x="492442" y="175450"/>
                </a:lnTo>
                <a:lnTo>
                  <a:pt x="487413" y="186880"/>
                </a:lnTo>
                <a:lnTo>
                  <a:pt x="481965" y="198310"/>
                </a:lnTo>
                <a:lnTo>
                  <a:pt x="480441" y="198310"/>
                </a:lnTo>
                <a:lnTo>
                  <a:pt x="474980" y="186880"/>
                </a:lnTo>
                <a:lnTo>
                  <a:pt x="469963" y="175450"/>
                </a:lnTo>
                <a:lnTo>
                  <a:pt x="465213" y="164020"/>
                </a:lnTo>
                <a:lnTo>
                  <a:pt x="442341" y="106768"/>
                </a:lnTo>
                <a:lnTo>
                  <a:pt x="396519" y="0"/>
                </a:lnTo>
                <a:lnTo>
                  <a:pt x="317271" y="0"/>
                </a:lnTo>
                <a:lnTo>
                  <a:pt x="443865" y="262407"/>
                </a:lnTo>
                <a:lnTo>
                  <a:pt x="443865" y="418045"/>
                </a:lnTo>
                <a:lnTo>
                  <a:pt x="517105" y="418045"/>
                </a:lnTo>
                <a:lnTo>
                  <a:pt x="517105" y="262407"/>
                </a:lnTo>
                <a:lnTo>
                  <a:pt x="6436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105108" y="1205013"/>
            <a:ext cx="1229995" cy="418465"/>
          </a:xfrm>
          <a:custGeom>
            <a:avLst/>
            <a:gdLst/>
            <a:ahLst/>
            <a:cxnLst/>
            <a:rect l="l" t="t" r="r" b="b"/>
            <a:pathLst>
              <a:path w="1229995" h="418465">
                <a:moveTo>
                  <a:pt x="359943" y="418045"/>
                </a:moveTo>
                <a:lnTo>
                  <a:pt x="323303" y="305181"/>
                </a:lnTo>
                <a:lnTo>
                  <a:pt x="304469" y="247167"/>
                </a:lnTo>
                <a:lnTo>
                  <a:pt x="243014" y="57912"/>
                </a:lnTo>
                <a:lnTo>
                  <a:pt x="233362" y="28181"/>
                </a:lnTo>
                <a:lnTo>
                  <a:pt x="233362" y="247167"/>
                </a:lnTo>
                <a:lnTo>
                  <a:pt x="126580" y="247167"/>
                </a:lnTo>
                <a:lnTo>
                  <a:pt x="140296" y="195262"/>
                </a:lnTo>
                <a:lnTo>
                  <a:pt x="145757" y="178993"/>
                </a:lnTo>
                <a:lnTo>
                  <a:pt x="150774" y="162293"/>
                </a:lnTo>
                <a:lnTo>
                  <a:pt x="155524" y="145288"/>
                </a:lnTo>
                <a:lnTo>
                  <a:pt x="160108" y="128104"/>
                </a:lnTo>
                <a:lnTo>
                  <a:pt x="164706" y="110083"/>
                </a:lnTo>
                <a:lnTo>
                  <a:pt x="169303" y="92481"/>
                </a:lnTo>
                <a:lnTo>
                  <a:pt x="178498" y="57912"/>
                </a:lnTo>
                <a:lnTo>
                  <a:pt x="180022" y="57912"/>
                </a:lnTo>
                <a:lnTo>
                  <a:pt x="203123" y="144640"/>
                </a:lnTo>
                <a:lnTo>
                  <a:pt x="208216" y="162102"/>
                </a:lnTo>
                <a:lnTo>
                  <a:pt x="213309" y="178968"/>
                </a:lnTo>
                <a:lnTo>
                  <a:pt x="218122" y="195262"/>
                </a:lnTo>
                <a:lnTo>
                  <a:pt x="233362" y="247167"/>
                </a:lnTo>
                <a:lnTo>
                  <a:pt x="233362" y="28181"/>
                </a:lnTo>
                <a:lnTo>
                  <a:pt x="224218" y="0"/>
                </a:lnTo>
                <a:lnTo>
                  <a:pt x="137248" y="0"/>
                </a:lnTo>
                <a:lnTo>
                  <a:pt x="0" y="418045"/>
                </a:lnTo>
                <a:lnTo>
                  <a:pt x="76288" y="418045"/>
                </a:lnTo>
                <a:lnTo>
                  <a:pt x="108292" y="305181"/>
                </a:lnTo>
                <a:lnTo>
                  <a:pt x="250126" y="305181"/>
                </a:lnTo>
                <a:lnTo>
                  <a:pt x="282219" y="418045"/>
                </a:lnTo>
                <a:lnTo>
                  <a:pt x="359943" y="418045"/>
                </a:lnTo>
                <a:close/>
              </a:path>
              <a:path w="1229995" h="418465">
                <a:moveTo>
                  <a:pt x="858774" y="0"/>
                </a:moveTo>
                <a:lnTo>
                  <a:pt x="788581" y="0"/>
                </a:lnTo>
                <a:lnTo>
                  <a:pt x="752005" y="210591"/>
                </a:lnTo>
                <a:lnTo>
                  <a:pt x="749477" y="227507"/>
                </a:lnTo>
                <a:lnTo>
                  <a:pt x="743851" y="260743"/>
                </a:lnTo>
                <a:lnTo>
                  <a:pt x="741337" y="277647"/>
                </a:lnTo>
                <a:lnTo>
                  <a:pt x="732193" y="344805"/>
                </a:lnTo>
                <a:lnTo>
                  <a:pt x="729145" y="344805"/>
                </a:lnTo>
                <a:lnTo>
                  <a:pt x="701713" y="210591"/>
                </a:lnTo>
                <a:lnTo>
                  <a:pt x="649795" y="0"/>
                </a:lnTo>
                <a:lnTo>
                  <a:pt x="585698" y="0"/>
                </a:lnTo>
                <a:lnTo>
                  <a:pt x="533882" y="210591"/>
                </a:lnTo>
                <a:lnTo>
                  <a:pt x="506450" y="344805"/>
                </a:lnTo>
                <a:lnTo>
                  <a:pt x="503402" y="344805"/>
                </a:lnTo>
                <a:lnTo>
                  <a:pt x="494258" y="277647"/>
                </a:lnTo>
                <a:lnTo>
                  <a:pt x="491083" y="261391"/>
                </a:lnTo>
                <a:lnTo>
                  <a:pt x="488340" y="244690"/>
                </a:lnTo>
                <a:lnTo>
                  <a:pt x="483489" y="210591"/>
                </a:lnTo>
                <a:lnTo>
                  <a:pt x="446913" y="0"/>
                </a:lnTo>
                <a:lnTo>
                  <a:pt x="370624" y="0"/>
                </a:lnTo>
                <a:lnTo>
                  <a:pt x="454533" y="418045"/>
                </a:lnTo>
                <a:lnTo>
                  <a:pt x="544550" y="418045"/>
                </a:lnTo>
                <a:lnTo>
                  <a:pt x="594931" y="198310"/>
                </a:lnTo>
                <a:lnTo>
                  <a:pt x="604075" y="149542"/>
                </a:lnTo>
                <a:lnTo>
                  <a:pt x="607237" y="137833"/>
                </a:lnTo>
                <a:lnTo>
                  <a:pt x="609981" y="125679"/>
                </a:lnTo>
                <a:lnTo>
                  <a:pt x="614743" y="100672"/>
                </a:lnTo>
                <a:lnTo>
                  <a:pt x="616267" y="100672"/>
                </a:lnTo>
                <a:lnTo>
                  <a:pt x="634555" y="198310"/>
                </a:lnTo>
                <a:lnTo>
                  <a:pt x="687895" y="418045"/>
                </a:lnTo>
                <a:lnTo>
                  <a:pt x="779437" y="418045"/>
                </a:lnTo>
                <a:lnTo>
                  <a:pt x="858774" y="0"/>
                </a:lnTo>
                <a:close/>
              </a:path>
              <a:path w="1229995" h="418465">
                <a:moveTo>
                  <a:pt x="1229398" y="418045"/>
                </a:moveTo>
                <a:lnTo>
                  <a:pt x="1192745" y="305181"/>
                </a:lnTo>
                <a:lnTo>
                  <a:pt x="1173911" y="247167"/>
                </a:lnTo>
                <a:lnTo>
                  <a:pt x="1112469" y="57912"/>
                </a:lnTo>
                <a:lnTo>
                  <a:pt x="1102804" y="28155"/>
                </a:lnTo>
                <a:lnTo>
                  <a:pt x="1102804" y="247167"/>
                </a:lnTo>
                <a:lnTo>
                  <a:pt x="996035" y="247167"/>
                </a:lnTo>
                <a:lnTo>
                  <a:pt x="1009751" y="195262"/>
                </a:lnTo>
                <a:lnTo>
                  <a:pt x="1015199" y="178993"/>
                </a:lnTo>
                <a:lnTo>
                  <a:pt x="1020229" y="162293"/>
                </a:lnTo>
                <a:lnTo>
                  <a:pt x="1024966" y="145288"/>
                </a:lnTo>
                <a:lnTo>
                  <a:pt x="1029550" y="128104"/>
                </a:lnTo>
                <a:lnTo>
                  <a:pt x="1034148" y="110083"/>
                </a:lnTo>
                <a:lnTo>
                  <a:pt x="1038745" y="92481"/>
                </a:lnTo>
                <a:lnTo>
                  <a:pt x="1047940" y="57912"/>
                </a:lnTo>
                <a:lnTo>
                  <a:pt x="1049464" y="57912"/>
                </a:lnTo>
                <a:lnTo>
                  <a:pt x="1072565" y="144640"/>
                </a:lnTo>
                <a:lnTo>
                  <a:pt x="1077658" y="162102"/>
                </a:lnTo>
                <a:lnTo>
                  <a:pt x="1082751" y="178968"/>
                </a:lnTo>
                <a:lnTo>
                  <a:pt x="1087564" y="195262"/>
                </a:lnTo>
                <a:lnTo>
                  <a:pt x="1102804" y="247167"/>
                </a:lnTo>
                <a:lnTo>
                  <a:pt x="1102804" y="28155"/>
                </a:lnTo>
                <a:lnTo>
                  <a:pt x="1093660" y="0"/>
                </a:lnTo>
                <a:lnTo>
                  <a:pt x="1006703" y="0"/>
                </a:lnTo>
                <a:lnTo>
                  <a:pt x="869442" y="418045"/>
                </a:lnTo>
                <a:lnTo>
                  <a:pt x="945743" y="418045"/>
                </a:lnTo>
                <a:lnTo>
                  <a:pt x="977747" y="305181"/>
                </a:lnTo>
                <a:lnTo>
                  <a:pt x="1119568" y="305181"/>
                </a:lnTo>
                <a:lnTo>
                  <a:pt x="1151661" y="418045"/>
                </a:lnTo>
                <a:lnTo>
                  <a:pt x="1229398" y="4180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6386417" y="1205007"/>
            <a:ext cx="313055" cy="418465"/>
          </a:xfrm>
          <a:custGeom>
            <a:avLst/>
            <a:gdLst/>
            <a:ahLst/>
            <a:cxnLst/>
            <a:rect l="l" t="t" r="r" b="b"/>
            <a:pathLst>
              <a:path w="313054" h="418465">
                <a:moveTo>
                  <a:pt x="74676" y="418052"/>
                </a:moveTo>
                <a:lnTo>
                  <a:pt x="0" y="418052"/>
                </a:lnTo>
                <a:lnTo>
                  <a:pt x="0" y="0"/>
                </a:lnTo>
                <a:lnTo>
                  <a:pt x="141827" y="0"/>
                </a:lnTo>
                <a:lnTo>
                  <a:pt x="157783" y="309"/>
                </a:lnTo>
                <a:lnTo>
                  <a:pt x="202882" y="6095"/>
                </a:lnTo>
                <a:lnTo>
                  <a:pt x="240815" y="20240"/>
                </a:lnTo>
                <a:lnTo>
                  <a:pt x="277368" y="53832"/>
                </a:lnTo>
                <a:lnTo>
                  <a:pt x="280354" y="59435"/>
                </a:lnTo>
                <a:lnTo>
                  <a:pt x="74676" y="59435"/>
                </a:lnTo>
                <a:lnTo>
                  <a:pt x="74676" y="195262"/>
                </a:lnTo>
                <a:lnTo>
                  <a:pt x="276796" y="195262"/>
                </a:lnTo>
                <a:lnTo>
                  <a:pt x="272986" y="201358"/>
                </a:lnTo>
                <a:lnTo>
                  <a:pt x="260675" y="215153"/>
                </a:lnTo>
                <a:lnTo>
                  <a:pt x="246507" y="226778"/>
                </a:lnTo>
                <a:lnTo>
                  <a:pt x="230338" y="236385"/>
                </a:lnTo>
                <a:lnTo>
                  <a:pt x="212026" y="244125"/>
                </a:lnTo>
                <a:lnTo>
                  <a:pt x="218201" y="254793"/>
                </a:lnTo>
                <a:lnTo>
                  <a:pt x="74676" y="254793"/>
                </a:lnTo>
                <a:lnTo>
                  <a:pt x="74676" y="418052"/>
                </a:lnTo>
                <a:close/>
              </a:path>
              <a:path w="313054" h="418465">
                <a:moveTo>
                  <a:pt x="276796" y="195262"/>
                </a:moveTo>
                <a:lnTo>
                  <a:pt x="134207" y="195262"/>
                </a:lnTo>
                <a:lnTo>
                  <a:pt x="154520" y="194119"/>
                </a:lnTo>
                <a:lnTo>
                  <a:pt x="172128" y="190690"/>
                </a:lnTo>
                <a:lnTo>
                  <a:pt x="209835" y="167567"/>
                </a:lnTo>
                <a:lnTo>
                  <a:pt x="222694" y="123539"/>
                </a:lnTo>
                <a:lnTo>
                  <a:pt x="221265" y="106679"/>
                </a:lnTo>
                <a:lnTo>
                  <a:pt x="199834" y="73247"/>
                </a:lnTo>
                <a:lnTo>
                  <a:pt x="154520" y="60308"/>
                </a:lnTo>
                <a:lnTo>
                  <a:pt x="134207" y="59435"/>
                </a:lnTo>
                <a:lnTo>
                  <a:pt x="280354" y="59435"/>
                </a:lnTo>
                <a:lnTo>
                  <a:pt x="295013" y="106989"/>
                </a:lnTo>
                <a:lnTo>
                  <a:pt x="295846" y="123539"/>
                </a:lnTo>
                <a:lnTo>
                  <a:pt x="294417" y="146454"/>
                </a:lnTo>
                <a:lnTo>
                  <a:pt x="290131" y="167056"/>
                </a:lnTo>
                <a:lnTo>
                  <a:pt x="282987" y="185355"/>
                </a:lnTo>
                <a:lnTo>
                  <a:pt x="276796" y="195262"/>
                </a:lnTo>
                <a:close/>
              </a:path>
              <a:path w="313054" h="418465">
                <a:moveTo>
                  <a:pt x="312705" y="418052"/>
                </a:moveTo>
                <a:lnTo>
                  <a:pt x="228790" y="418052"/>
                </a:lnTo>
                <a:lnTo>
                  <a:pt x="138779" y="254793"/>
                </a:lnTo>
                <a:lnTo>
                  <a:pt x="218201" y="254793"/>
                </a:lnTo>
                <a:lnTo>
                  <a:pt x="312705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6770840" y="1205229"/>
            <a:ext cx="257810" cy="417830"/>
          </a:xfrm>
          <a:custGeom>
            <a:avLst/>
            <a:gdLst/>
            <a:ahLst/>
            <a:cxnLst/>
            <a:rect l="l" t="t" r="r" b="b"/>
            <a:pathLst>
              <a:path w="257809" h="417830">
                <a:moveTo>
                  <a:pt x="257746" y="355600"/>
                </a:moveTo>
                <a:lnTo>
                  <a:pt x="74764" y="355600"/>
                </a:lnTo>
                <a:lnTo>
                  <a:pt x="74764" y="231140"/>
                </a:lnTo>
                <a:lnTo>
                  <a:pt x="224218" y="231140"/>
                </a:lnTo>
                <a:lnTo>
                  <a:pt x="224218" y="168910"/>
                </a:lnTo>
                <a:lnTo>
                  <a:pt x="74764" y="168910"/>
                </a:lnTo>
                <a:lnTo>
                  <a:pt x="74764" y="62230"/>
                </a:lnTo>
                <a:lnTo>
                  <a:pt x="251650" y="62230"/>
                </a:lnTo>
                <a:lnTo>
                  <a:pt x="251650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1140"/>
                </a:lnTo>
                <a:lnTo>
                  <a:pt x="0" y="355600"/>
                </a:lnTo>
                <a:lnTo>
                  <a:pt x="0" y="417830"/>
                </a:lnTo>
                <a:lnTo>
                  <a:pt x="257746" y="417830"/>
                </a:lnTo>
                <a:lnTo>
                  <a:pt x="257746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114032" y="1205007"/>
            <a:ext cx="314325" cy="418465"/>
          </a:xfrm>
          <a:custGeom>
            <a:avLst/>
            <a:gdLst/>
            <a:ahLst/>
            <a:cxnLst/>
            <a:rect l="l" t="t" r="r" b="b"/>
            <a:pathLst>
              <a:path w="314325" h="418465">
                <a:moveTo>
                  <a:pt x="314229" y="418052"/>
                </a:moveTo>
                <a:lnTo>
                  <a:pt x="237934" y="418052"/>
                </a:lnTo>
                <a:lnTo>
                  <a:pt x="108299" y="183070"/>
                </a:lnTo>
                <a:lnTo>
                  <a:pt x="65532" y="93059"/>
                </a:lnTo>
                <a:lnTo>
                  <a:pt x="62484" y="93059"/>
                </a:lnTo>
                <a:lnTo>
                  <a:pt x="64960" y="127587"/>
                </a:lnTo>
                <a:lnTo>
                  <a:pt x="66555" y="145217"/>
                </a:lnTo>
                <a:lnTo>
                  <a:pt x="68580" y="163258"/>
                </a:lnTo>
                <a:lnTo>
                  <a:pt x="70675" y="199691"/>
                </a:lnTo>
                <a:lnTo>
                  <a:pt x="71366" y="217559"/>
                </a:lnTo>
                <a:lnTo>
                  <a:pt x="71628" y="234981"/>
                </a:lnTo>
                <a:lnTo>
                  <a:pt x="71628" y="418052"/>
                </a:lnTo>
                <a:lnTo>
                  <a:pt x="0" y="418052"/>
                </a:lnTo>
                <a:lnTo>
                  <a:pt x="0" y="0"/>
                </a:lnTo>
                <a:lnTo>
                  <a:pt x="77819" y="0"/>
                </a:lnTo>
                <a:lnTo>
                  <a:pt x="207454" y="234981"/>
                </a:lnTo>
                <a:lnTo>
                  <a:pt x="250126" y="324992"/>
                </a:lnTo>
                <a:lnTo>
                  <a:pt x="253174" y="324992"/>
                </a:lnTo>
                <a:lnTo>
                  <a:pt x="250698" y="290500"/>
                </a:lnTo>
                <a:lnTo>
                  <a:pt x="249102" y="272874"/>
                </a:lnTo>
                <a:lnTo>
                  <a:pt x="247078" y="254793"/>
                </a:lnTo>
                <a:lnTo>
                  <a:pt x="245316" y="235633"/>
                </a:lnTo>
                <a:lnTo>
                  <a:pt x="244411" y="217027"/>
                </a:lnTo>
                <a:lnTo>
                  <a:pt x="244078" y="198992"/>
                </a:lnTo>
                <a:lnTo>
                  <a:pt x="244030" y="0"/>
                </a:lnTo>
                <a:lnTo>
                  <a:pt x="314229" y="0"/>
                </a:lnTo>
                <a:lnTo>
                  <a:pt x="314229" y="4180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535037" y="1205229"/>
            <a:ext cx="257810" cy="417830"/>
          </a:xfrm>
          <a:custGeom>
            <a:avLst/>
            <a:gdLst/>
            <a:ahLst/>
            <a:cxnLst/>
            <a:rect l="l" t="t" r="r" b="b"/>
            <a:pathLst>
              <a:path w="257809" h="417830">
                <a:moveTo>
                  <a:pt x="257746" y="355600"/>
                </a:moveTo>
                <a:lnTo>
                  <a:pt x="74764" y="355600"/>
                </a:lnTo>
                <a:lnTo>
                  <a:pt x="74764" y="231140"/>
                </a:lnTo>
                <a:lnTo>
                  <a:pt x="224218" y="231140"/>
                </a:lnTo>
                <a:lnTo>
                  <a:pt x="224218" y="168910"/>
                </a:lnTo>
                <a:lnTo>
                  <a:pt x="74764" y="168910"/>
                </a:lnTo>
                <a:lnTo>
                  <a:pt x="74764" y="62230"/>
                </a:lnTo>
                <a:lnTo>
                  <a:pt x="251650" y="62230"/>
                </a:lnTo>
                <a:lnTo>
                  <a:pt x="251650" y="0"/>
                </a:lnTo>
                <a:lnTo>
                  <a:pt x="0" y="0"/>
                </a:lnTo>
                <a:lnTo>
                  <a:pt x="0" y="62230"/>
                </a:lnTo>
                <a:lnTo>
                  <a:pt x="0" y="168910"/>
                </a:lnTo>
                <a:lnTo>
                  <a:pt x="0" y="231140"/>
                </a:lnTo>
                <a:lnTo>
                  <a:pt x="0" y="355600"/>
                </a:lnTo>
                <a:lnTo>
                  <a:pt x="0" y="417830"/>
                </a:lnTo>
                <a:lnTo>
                  <a:pt x="257746" y="417830"/>
                </a:lnTo>
                <a:lnTo>
                  <a:pt x="257746" y="355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850785" y="1197393"/>
            <a:ext cx="639445" cy="433705"/>
          </a:xfrm>
          <a:custGeom>
            <a:avLst/>
            <a:gdLst/>
            <a:ahLst/>
            <a:cxnLst/>
            <a:rect l="l" t="t" r="r" b="b"/>
            <a:pathLst>
              <a:path w="639445" h="433705">
                <a:moveTo>
                  <a:pt x="300507" y="309753"/>
                </a:moveTo>
                <a:lnTo>
                  <a:pt x="294322" y="268503"/>
                </a:lnTo>
                <a:lnTo>
                  <a:pt x="271551" y="231432"/>
                </a:lnTo>
                <a:lnTo>
                  <a:pt x="234505" y="204609"/>
                </a:lnTo>
                <a:lnTo>
                  <a:pt x="216598" y="196786"/>
                </a:lnTo>
                <a:lnTo>
                  <a:pt x="160108" y="172402"/>
                </a:lnTo>
                <a:lnTo>
                  <a:pt x="153492" y="170091"/>
                </a:lnTo>
                <a:lnTo>
                  <a:pt x="147154" y="167640"/>
                </a:lnTo>
                <a:lnTo>
                  <a:pt x="140830" y="164896"/>
                </a:lnTo>
                <a:lnTo>
                  <a:pt x="134200" y="161734"/>
                </a:lnTo>
                <a:lnTo>
                  <a:pt x="126580" y="158686"/>
                </a:lnTo>
                <a:lnTo>
                  <a:pt x="118960" y="154114"/>
                </a:lnTo>
                <a:lnTo>
                  <a:pt x="106768" y="144970"/>
                </a:lnTo>
                <a:lnTo>
                  <a:pt x="102196" y="140296"/>
                </a:lnTo>
                <a:lnTo>
                  <a:pt x="99148" y="134200"/>
                </a:lnTo>
                <a:lnTo>
                  <a:pt x="94576" y="128104"/>
                </a:lnTo>
                <a:lnTo>
                  <a:pt x="93052" y="122008"/>
                </a:lnTo>
                <a:lnTo>
                  <a:pt x="93052" y="112864"/>
                </a:lnTo>
                <a:lnTo>
                  <a:pt x="111340" y="77812"/>
                </a:lnTo>
                <a:lnTo>
                  <a:pt x="158584" y="64008"/>
                </a:lnTo>
                <a:lnTo>
                  <a:pt x="172008" y="64579"/>
                </a:lnTo>
                <a:lnTo>
                  <a:pt x="218617" y="79032"/>
                </a:lnTo>
                <a:lnTo>
                  <a:pt x="250126" y="100672"/>
                </a:lnTo>
                <a:lnTo>
                  <a:pt x="288226" y="53340"/>
                </a:lnTo>
                <a:lnTo>
                  <a:pt x="246011" y="21412"/>
                </a:lnTo>
                <a:lnTo>
                  <a:pt x="195021" y="3429"/>
                </a:lnTo>
                <a:lnTo>
                  <a:pt x="158584" y="0"/>
                </a:lnTo>
                <a:lnTo>
                  <a:pt x="143776" y="571"/>
                </a:lnTo>
                <a:lnTo>
                  <a:pt x="102196" y="9144"/>
                </a:lnTo>
                <a:lnTo>
                  <a:pt x="67614" y="25857"/>
                </a:lnTo>
                <a:lnTo>
                  <a:pt x="34340" y="60782"/>
                </a:lnTo>
                <a:lnTo>
                  <a:pt x="18884" y="105156"/>
                </a:lnTo>
                <a:lnTo>
                  <a:pt x="18288" y="117436"/>
                </a:lnTo>
                <a:lnTo>
                  <a:pt x="18618" y="128600"/>
                </a:lnTo>
                <a:lnTo>
                  <a:pt x="29616" y="167309"/>
                </a:lnTo>
                <a:lnTo>
                  <a:pt x="57912" y="201739"/>
                </a:lnTo>
                <a:lnTo>
                  <a:pt x="102196" y="228879"/>
                </a:lnTo>
                <a:lnTo>
                  <a:pt x="160108" y="253263"/>
                </a:lnTo>
                <a:lnTo>
                  <a:pt x="180047" y="262267"/>
                </a:lnTo>
                <a:lnTo>
                  <a:pt x="186016" y="265455"/>
                </a:lnTo>
                <a:lnTo>
                  <a:pt x="193738" y="268503"/>
                </a:lnTo>
                <a:lnTo>
                  <a:pt x="201358" y="273075"/>
                </a:lnTo>
                <a:lnTo>
                  <a:pt x="207454" y="277647"/>
                </a:lnTo>
                <a:lnTo>
                  <a:pt x="216598" y="286893"/>
                </a:lnTo>
                <a:lnTo>
                  <a:pt x="219646" y="292989"/>
                </a:lnTo>
                <a:lnTo>
                  <a:pt x="224218" y="299085"/>
                </a:lnTo>
                <a:lnTo>
                  <a:pt x="225742" y="306705"/>
                </a:lnTo>
                <a:lnTo>
                  <a:pt x="225742" y="315849"/>
                </a:lnTo>
                <a:lnTo>
                  <a:pt x="205930" y="353949"/>
                </a:lnTo>
                <a:lnTo>
                  <a:pt x="168770" y="368401"/>
                </a:lnTo>
                <a:lnTo>
                  <a:pt x="152488" y="369277"/>
                </a:lnTo>
                <a:lnTo>
                  <a:pt x="137655" y="368427"/>
                </a:lnTo>
                <a:lnTo>
                  <a:pt x="94576" y="355473"/>
                </a:lnTo>
                <a:lnTo>
                  <a:pt x="54406" y="331901"/>
                </a:lnTo>
                <a:lnTo>
                  <a:pt x="42672" y="321945"/>
                </a:lnTo>
                <a:lnTo>
                  <a:pt x="0" y="372325"/>
                </a:lnTo>
                <a:lnTo>
                  <a:pt x="32004" y="398614"/>
                </a:lnTo>
                <a:lnTo>
                  <a:pt x="68580" y="418045"/>
                </a:lnTo>
                <a:lnTo>
                  <a:pt x="108673" y="429717"/>
                </a:lnTo>
                <a:lnTo>
                  <a:pt x="150964" y="433387"/>
                </a:lnTo>
                <a:lnTo>
                  <a:pt x="167817" y="432816"/>
                </a:lnTo>
                <a:lnTo>
                  <a:pt x="213550" y="424141"/>
                </a:lnTo>
                <a:lnTo>
                  <a:pt x="250837" y="405079"/>
                </a:lnTo>
                <a:lnTo>
                  <a:pt x="278320" y="378612"/>
                </a:lnTo>
                <a:lnTo>
                  <a:pt x="298221" y="334518"/>
                </a:lnTo>
                <a:lnTo>
                  <a:pt x="299935" y="322275"/>
                </a:lnTo>
                <a:lnTo>
                  <a:pt x="300507" y="309753"/>
                </a:lnTo>
                <a:close/>
              </a:path>
              <a:path w="639445" h="433705">
                <a:moveTo>
                  <a:pt x="639127" y="309753"/>
                </a:moveTo>
                <a:lnTo>
                  <a:pt x="633031" y="268503"/>
                </a:lnTo>
                <a:lnTo>
                  <a:pt x="610171" y="231432"/>
                </a:lnTo>
                <a:lnTo>
                  <a:pt x="573125" y="204609"/>
                </a:lnTo>
                <a:lnTo>
                  <a:pt x="555218" y="196786"/>
                </a:lnTo>
                <a:lnTo>
                  <a:pt x="498729" y="172402"/>
                </a:lnTo>
                <a:lnTo>
                  <a:pt x="492112" y="170091"/>
                </a:lnTo>
                <a:lnTo>
                  <a:pt x="485775" y="167640"/>
                </a:lnTo>
                <a:lnTo>
                  <a:pt x="479437" y="164896"/>
                </a:lnTo>
                <a:lnTo>
                  <a:pt x="472821" y="161734"/>
                </a:lnTo>
                <a:lnTo>
                  <a:pt x="465201" y="158686"/>
                </a:lnTo>
                <a:lnTo>
                  <a:pt x="457581" y="154114"/>
                </a:lnTo>
                <a:lnTo>
                  <a:pt x="445389" y="144970"/>
                </a:lnTo>
                <a:lnTo>
                  <a:pt x="440817" y="140296"/>
                </a:lnTo>
                <a:lnTo>
                  <a:pt x="437769" y="134200"/>
                </a:lnTo>
                <a:lnTo>
                  <a:pt x="433197" y="128104"/>
                </a:lnTo>
                <a:lnTo>
                  <a:pt x="431673" y="122008"/>
                </a:lnTo>
                <a:lnTo>
                  <a:pt x="431673" y="112864"/>
                </a:lnTo>
                <a:lnTo>
                  <a:pt x="449961" y="77812"/>
                </a:lnTo>
                <a:lnTo>
                  <a:pt x="497205" y="64008"/>
                </a:lnTo>
                <a:lnTo>
                  <a:pt x="510667" y="64579"/>
                </a:lnTo>
                <a:lnTo>
                  <a:pt x="557237" y="79032"/>
                </a:lnTo>
                <a:lnTo>
                  <a:pt x="588746" y="100672"/>
                </a:lnTo>
                <a:lnTo>
                  <a:pt x="626935" y="53340"/>
                </a:lnTo>
                <a:lnTo>
                  <a:pt x="584619" y="21412"/>
                </a:lnTo>
                <a:lnTo>
                  <a:pt x="533679" y="3429"/>
                </a:lnTo>
                <a:lnTo>
                  <a:pt x="497205" y="0"/>
                </a:lnTo>
                <a:lnTo>
                  <a:pt x="482396" y="571"/>
                </a:lnTo>
                <a:lnTo>
                  <a:pt x="440817" y="9144"/>
                </a:lnTo>
                <a:lnTo>
                  <a:pt x="406273" y="25857"/>
                </a:lnTo>
                <a:lnTo>
                  <a:pt x="372948" y="60782"/>
                </a:lnTo>
                <a:lnTo>
                  <a:pt x="357492" y="105156"/>
                </a:lnTo>
                <a:lnTo>
                  <a:pt x="356908" y="117436"/>
                </a:lnTo>
                <a:lnTo>
                  <a:pt x="357454" y="128600"/>
                </a:lnTo>
                <a:lnTo>
                  <a:pt x="368261" y="167309"/>
                </a:lnTo>
                <a:lnTo>
                  <a:pt x="396722" y="201739"/>
                </a:lnTo>
                <a:lnTo>
                  <a:pt x="440817" y="228879"/>
                </a:lnTo>
                <a:lnTo>
                  <a:pt x="498729" y="253263"/>
                </a:lnTo>
                <a:lnTo>
                  <a:pt x="505574" y="256463"/>
                </a:lnTo>
                <a:lnTo>
                  <a:pt x="518744" y="262267"/>
                </a:lnTo>
                <a:lnTo>
                  <a:pt x="524738" y="265455"/>
                </a:lnTo>
                <a:lnTo>
                  <a:pt x="532358" y="268503"/>
                </a:lnTo>
                <a:lnTo>
                  <a:pt x="539978" y="273075"/>
                </a:lnTo>
                <a:lnTo>
                  <a:pt x="546074" y="277647"/>
                </a:lnTo>
                <a:lnTo>
                  <a:pt x="555218" y="286893"/>
                </a:lnTo>
                <a:lnTo>
                  <a:pt x="558266" y="292989"/>
                </a:lnTo>
                <a:lnTo>
                  <a:pt x="562838" y="299085"/>
                </a:lnTo>
                <a:lnTo>
                  <a:pt x="564362" y="306705"/>
                </a:lnTo>
                <a:lnTo>
                  <a:pt x="564362" y="315849"/>
                </a:lnTo>
                <a:lnTo>
                  <a:pt x="544550" y="353949"/>
                </a:lnTo>
                <a:lnTo>
                  <a:pt x="507428" y="368401"/>
                </a:lnTo>
                <a:lnTo>
                  <a:pt x="491109" y="369277"/>
                </a:lnTo>
                <a:lnTo>
                  <a:pt x="476275" y="368427"/>
                </a:lnTo>
                <a:lnTo>
                  <a:pt x="433197" y="355473"/>
                </a:lnTo>
                <a:lnTo>
                  <a:pt x="393039" y="331901"/>
                </a:lnTo>
                <a:lnTo>
                  <a:pt x="381292" y="321945"/>
                </a:lnTo>
                <a:lnTo>
                  <a:pt x="338620" y="372325"/>
                </a:lnTo>
                <a:lnTo>
                  <a:pt x="370624" y="398614"/>
                </a:lnTo>
                <a:lnTo>
                  <a:pt x="407289" y="418045"/>
                </a:lnTo>
                <a:lnTo>
                  <a:pt x="447865" y="429717"/>
                </a:lnTo>
                <a:lnTo>
                  <a:pt x="489585" y="433387"/>
                </a:lnTo>
                <a:lnTo>
                  <a:pt x="506476" y="432816"/>
                </a:lnTo>
                <a:lnTo>
                  <a:pt x="552170" y="424141"/>
                </a:lnTo>
                <a:lnTo>
                  <a:pt x="589457" y="405079"/>
                </a:lnTo>
                <a:lnTo>
                  <a:pt x="616978" y="378612"/>
                </a:lnTo>
                <a:lnTo>
                  <a:pt x="636841" y="334518"/>
                </a:lnTo>
                <a:lnTo>
                  <a:pt x="638556" y="322275"/>
                </a:lnTo>
                <a:lnTo>
                  <a:pt x="639127" y="30975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1552575" y="2363247"/>
            <a:ext cx="319405" cy="227965"/>
            <a:chOff x="1552575" y="2363247"/>
            <a:chExt cx="319405" cy="227965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2575" y="2363247"/>
              <a:ext cx="155543" cy="22278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1646" y="2416587"/>
              <a:ext cx="129730" cy="174021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1911000" y="2344864"/>
            <a:ext cx="305435" cy="245745"/>
            <a:chOff x="1911000" y="2344864"/>
            <a:chExt cx="305435" cy="245745"/>
          </a:xfrm>
        </p:grpSpPr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8831" y="2344864"/>
              <a:ext cx="137255" cy="241173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1000" y="2416587"/>
              <a:ext cx="131159" cy="174021"/>
            </a:xfrm>
            <a:prstGeom prst="rect">
              <a:avLst/>
            </a:prstGeom>
          </p:spPr>
        </p:pic>
      </p:grpSp>
      <p:sp>
        <p:nvSpPr>
          <p:cNvPr id="21" name="object 21" descr=""/>
          <p:cNvSpPr/>
          <p:nvPr/>
        </p:nvSpPr>
        <p:spPr>
          <a:xfrm>
            <a:off x="2310669" y="2350960"/>
            <a:ext cx="38100" cy="235585"/>
          </a:xfrm>
          <a:custGeom>
            <a:avLst/>
            <a:gdLst/>
            <a:ahLst/>
            <a:cxnLst/>
            <a:rect l="l" t="t" r="r" b="b"/>
            <a:pathLst>
              <a:path w="38100" h="235585">
                <a:moveTo>
                  <a:pt x="24384" y="36671"/>
                </a:moveTo>
                <a:lnTo>
                  <a:pt x="13716" y="36671"/>
                </a:lnTo>
                <a:lnTo>
                  <a:pt x="9144" y="35147"/>
                </a:lnTo>
                <a:lnTo>
                  <a:pt x="1524" y="27527"/>
                </a:lnTo>
                <a:lnTo>
                  <a:pt x="0" y="22955"/>
                </a:lnTo>
                <a:lnTo>
                  <a:pt x="0" y="12287"/>
                </a:lnTo>
                <a:lnTo>
                  <a:pt x="1524" y="7715"/>
                </a:lnTo>
                <a:lnTo>
                  <a:pt x="4572" y="4667"/>
                </a:lnTo>
                <a:lnTo>
                  <a:pt x="9144" y="1619"/>
                </a:lnTo>
                <a:lnTo>
                  <a:pt x="13716" y="0"/>
                </a:lnTo>
                <a:lnTo>
                  <a:pt x="24384" y="0"/>
                </a:lnTo>
                <a:lnTo>
                  <a:pt x="28956" y="1619"/>
                </a:lnTo>
                <a:lnTo>
                  <a:pt x="33528" y="4667"/>
                </a:lnTo>
                <a:lnTo>
                  <a:pt x="36576" y="7715"/>
                </a:lnTo>
                <a:lnTo>
                  <a:pt x="38100" y="12287"/>
                </a:lnTo>
                <a:lnTo>
                  <a:pt x="38100" y="22955"/>
                </a:lnTo>
                <a:lnTo>
                  <a:pt x="36576" y="27527"/>
                </a:lnTo>
                <a:lnTo>
                  <a:pt x="28956" y="35147"/>
                </a:lnTo>
                <a:lnTo>
                  <a:pt x="24384" y="36671"/>
                </a:lnTo>
                <a:close/>
              </a:path>
              <a:path w="38100" h="235585">
                <a:moveTo>
                  <a:pt x="32004" y="235077"/>
                </a:moveTo>
                <a:lnTo>
                  <a:pt x="4572" y="235077"/>
                </a:lnTo>
                <a:lnTo>
                  <a:pt x="4572" y="70199"/>
                </a:lnTo>
                <a:lnTo>
                  <a:pt x="32004" y="70199"/>
                </a:lnTo>
                <a:lnTo>
                  <a:pt x="32004" y="2350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99157" y="2416587"/>
            <a:ext cx="132683" cy="169449"/>
          </a:xfrm>
          <a:prstGeom prst="rect">
            <a:avLst/>
          </a:prstGeom>
        </p:spPr>
      </p:pic>
      <p:grpSp>
        <p:nvGrpSpPr>
          <p:cNvPr id="23" name="object 23" descr=""/>
          <p:cNvGrpSpPr/>
          <p:nvPr/>
        </p:nvGrpSpPr>
        <p:grpSpPr>
          <a:xfrm>
            <a:off x="2638615" y="2364771"/>
            <a:ext cx="647065" cy="226060"/>
            <a:chOff x="2638615" y="2364771"/>
            <a:chExt cx="647065" cy="226060"/>
          </a:xfrm>
        </p:grpSpPr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38615" y="2364771"/>
              <a:ext cx="141827" cy="221265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9398" y="2364771"/>
              <a:ext cx="140398" cy="22583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90945" y="2369343"/>
              <a:ext cx="122015" cy="21669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42011" y="2369343"/>
              <a:ext cx="143351" cy="221265"/>
            </a:xfrm>
            <a:prstGeom prst="rect">
              <a:avLst/>
            </a:prstGeom>
          </p:spPr>
        </p:pic>
      </p:grpSp>
      <p:sp>
        <p:nvSpPr>
          <p:cNvPr id="28" name="object 28" descr=""/>
          <p:cNvSpPr/>
          <p:nvPr/>
        </p:nvSpPr>
        <p:spPr>
          <a:xfrm>
            <a:off x="3401567" y="2363724"/>
            <a:ext cx="29209" cy="224154"/>
          </a:xfrm>
          <a:custGeom>
            <a:avLst/>
            <a:gdLst/>
            <a:ahLst/>
            <a:cxnLst/>
            <a:rect l="l" t="t" r="r" b="b"/>
            <a:pathLst>
              <a:path w="29210" h="224155">
                <a:moveTo>
                  <a:pt x="28956" y="224027"/>
                </a:moveTo>
                <a:lnTo>
                  <a:pt x="0" y="224027"/>
                </a:lnTo>
                <a:lnTo>
                  <a:pt x="0" y="0"/>
                </a:lnTo>
                <a:lnTo>
                  <a:pt x="28956" y="0"/>
                </a:lnTo>
                <a:lnTo>
                  <a:pt x="28956" y="2240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3537013" y="2375439"/>
            <a:ext cx="1046480" cy="215265"/>
            <a:chOff x="3537013" y="2375439"/>
            <a:chExt cx="1046480" cy="215265"/>
          </a:xfrm>
        </p:grpSpPr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37013" y="2421159"/>
              <a:ext cx="227266" cy="16487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00951" y="2416587"/>
              <a:ext cx="254698" cy="174021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80033" y="2375439"/>
              <a:ext cx="259365" cy="215169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374451" y="2547848"/>
              <a:ext cx="209550" cy="43180"/>
            </a:xfrm>
            <a:custGeom>
              <a:avLst/>
              <a:gdLst/>
              <a:ahLst/>
              <a:cxnLst/>
              <a:rect l="l" t="t" r="r" b="b"/>
              <a:pathLst>
                <a:path w="209550" h="43180">
                  <a:moveTo>
                    <a:pt x="39624" y="15240"/>
                  </a:moveTo>
                  <a:lnTo>
                    <a:pt x="38100" y="9144"/>
                  </a:lnTo>
                  <a:lnTo>
                    <a:pt x="30480" y="1524"/>
                  </a:lnTo>
                  <a:lnTo>
                    <a:pt x="25908" y="0"/>
                  </a:lnTo>
                  <a:lnTo>
                    <a:pt x="15240" y="0"/>
                  </a:lnTo>
                  <a:lnTo>
                    <a:pt x="9144" y="1524"/>
                  </a:lnTo>
                  <a:lnTo>
                    <a:pt x="6096" y="6096"/>
                  </a:lnTo>
                  <a:lnTo>
                    <a:pt x="1524" y="10668"/>
                  </a:lnTo>
                  <a:lnTo>
                    <a:pt x="0" y="15240"/>
                  </a:lnTo>
                  <a:lnTo>
                    <a:pt x="0" y="21424"/>
                  </a:lnTo>
                  <a:lnTo>
                    <a:pt x="0" y="27520"/>
                  </a:lnTo>
                  <a:lnTo>
                    <a:pt x="1524" y="33616"/>
                  </a:lnTo>
                  <a:lnTo>
                    <a:pt x="6096" y="36664"/>
                  </a:lnTo>
                  <a:lnTo>
                    <a:pt x="9144" y="41236"/>
                  </a:lnTo>
                  <a:lnTo>
                    <a:pt x="15240" y="42760"/>
                  </a:lnTo>
                  <a:lnTo>
                    <a:pt x="25908" y="42760"/>
                  </a:lnTo>
                  <a:lnTo>
                    <a:pt x="30480" y="41236"/>
                  </a:lnTo>
                  <a:lnTo>
                    <a:pt x="38100" y="33616"/>
                  </a:lnTo>
                  <a:lnTo>
                    <a:pt x="39624" y="27520"/>
                  </a:lnTo>
                  <a:lnTo>
                    <a:pt x="39624" y="15240"/>
                  </a:lnTo>
                  <a:close/>
                </a:path>
                <a:path w="209550" h="43180">
                  <a:moveTo>
                    <a:pt x="125056" y="15240"/>
                  </a:moveTo>
                  <a:lnTo>
                    <a:pt x="123532" y="9144"/>
                  </a:lnTo>
                  <a:lnTo>
                    <a:pt x="118960" y="6096"/>
                  </a:lnTo>
                  <a:lnTo>
                    <a:pt x="114388" y="1524"/>
                  </a:lnTo>
                  <a:lnTo>
                    <a:pt x="109816" y="0"/>
                  </a:lnTo>
                  <a:lnTo>
                    <a:pt x="99148" y="0"/>
                  </a:lnTo>
                  <a:lnTo>
                    <a:pt x="94576" y="1524"/>
                  </a:lnTo>
                  <a:lnTo>
                    <a:pt x="90004" y="6096"/>
                  </a:lnTo>
                  <a:lnTo>
                    <a:pt x="83908" y="15240"/>
                  </a:lnTo>
                  <a:lnTo>
                    <a:pt x="83908" y="21424"/>
                  </a:lnTo>
                  <a:lnTo>
                    <a:pt x="83908" y="27520"/>
                  </a:lnTo>
                  <a:lnTo>
                    <a:pt x="86956" y="33616"/>
                  </a:lnTo>
                  <a:lnTo>
                    <a:pt x="94576" y="41236"/>
                  </a:lnTo>
                  <a:lnTo>
                    <a:pt x="99148" y="42760"/>
                  </a:lnTo>
                  <a:lnTo>
                    <a:pt x="109816" y="42760"/>
                  </a:lnTo>
                  <a:lnTo>
                    <a:pt x="114388" y="41236"/>
                  </a:lnTo>
                  <a:lnTo>
                    <a:pt x="118960" y="36664"/>
                  </a:lnTo>
                  <a:lnTo>
                    <a:pt x="123532" y="33616"/>
                  </a:lnTo>
                  <a:lnTo>
                    <a:pt x="125056" y="27520"/>
                  </a:lnTo>
                  <a:lnTo>
                    <a:pt x="125056" y="15240"/>
                  </a:lnTo>
                  <a:close/>
                </a:path>
                <a:path w="209550" h="43180">
                  <a:moveTo>
                    <a:pt x="208978" y="15240"/>
                  </a:moveTo>
                  <a:lnTo>
                    <a:pt x="207454" y="9144"/>
                  </a:lnTo>
                  <a:lnTo>
                    <a:pt x="199834" y="1524"/>
                  </a:lnTo>
                  <a:lnTo>
                    <a:pt x="195262" y="0"/>
                  </a:lnTo>
                  <a:lnTo>
                    <a:pt x="184594" y="0"/>
                  </a:lnTo>
                  <a:lnTo>
                    <a:pt x="178498" y="1524"/>
                  </a:lnTo>
                  <a:lnTo>
                    <a:pt x="175450" y="6096"/>
                  </a:lnTo>
                  <a:lnTo>
                    <a:pt x="170878" y="10668"/>
                  </a:lnTo>
                  <a:lnTo>
                    <a:pt x="169354" y="15240"/>
                  </a:lnTo>
                  <a:lnTo>
                    <a:pt x="169354" y="21424"/>
                  </a:lnTo>
                  <a:lnTo>
                    <a:pt x="169354" y="27520"/>
                  </a:lnTo>
                  <a:lnTo>
                    <a:pt x="170878" y="33616"/>
                  </a:lnTo>
                  <a:lnTo>
                    <a:pt x="175450" y="36664"/>
                  </a:lnTo>
                  <a:lnTo>
                    <a:pt x="178498" y="41236"/>
                  </a:lnTo>
                  <a:lnTo>
                    <a:pt x="184594" y="42760"/>
                  </a:lnTo>
                  <a:lnTo>
                    <a:pt x="195262" y="42760"/>
                  </a:lnTo>
                  <a:lnTo>
                    <a:pt x="199834" y="41236"/>
                  </a:lnTo>
                  <a:lnTo>
                    <a:pt x="207454" y="33616"/>
                  </a:lnTo>
                  <a:lnTo>
                    <a:pt x="208978" y="27520"/>
                  </a:lnTo>
                  <a:lnTo>
                    <a:pt x="208978" y="152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4717637" y="2344864"/>
            <a:ext cx="1341120" cy="245745"/>
            <a:chOff x="4717637" y="2344864"/>
            <a:chExt cx="1341120" cy="245745"/>
          </a:xfrm>
        </p:grpSpPr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17637" y="2358675"/>
              <a:ext cx="96107" cy="8239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45748" y="2363247"/>
              <a:ext cx="375284" cy="227361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46941" y="2344864"/>
              <a:ext cx="373715" cy="245745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45086" y="2416587"/>
              <a:ext cx="242506" cy="16944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919692" y="2416587"/>
              <a:ext cx="138779" cy="174021"/>
            </a:xfrm>
            <a:prstGeom prst="rect">
              <a:avLst/>
            </a:prstGeom>
          </p:spPr>
        </p:pic>
      </p:grpSp>
      <p:pic>
        <p:nvPicPr>
          <p:cNvPr id="40" name="object 4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156102" y="2375439"/>
            <a:ext cx="247032" cy="215169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494716" y="2344864"/>
            <a:ext cx="1104328" cy="245744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7684484" y="2350960"/>
            <a:ext cx="1490345" cy="307340"/>
            <a:chOff x="7684484" y="2350960"/>
            <a:chExt cx="1490345" cy="307340"/>
          </a:xfrm>
        </p:grpSpPr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84484" y="2363247"/>
              <a:ext cx="343185" cy="227361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56721" y="2350960"/>
              <a:ext cx="373665" cy="239648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8451723" y="2350960"/>
              <a:ext cx="596900" cy="307340"/>
            </a:xfrm>
            <a:custGeom>
              <a:avLst/>
              <a:gdLst/>
              <a:ahLst/>
              <a:cxnLst/>
              <a:rect l="l" t="t" r="r" b="b"/>
              <a:pathLst>
                <a:path w="596900" h="307339">
                  <a:moveTo>
                    <a:pt x="118960" y="68681"/>
                  </a:moveTo>
                  <a:lnTo>
                    <a:pt x="114388" y="67157"/>
                  </a:lnTo>
                  <a:lnTo>
                    <a:pt x="108292" y="65633"/>
                  </a:lnTo>
                  <a:lnTo>
                    <a:pt x="103720" y="65633"/>
                  </a:lnTo>
                  <a:lnTo>
                    <a:pt x="68199" y="81521"/>
                  </a:lnTo>
                  <a:lnTo>
                    <a:pt x="51904" y="102298"/>
                  </a:lnTo>
                  <a:lnTo>
                    <a:pt x="50380" y="102298"/>
                  </a:lnTo>
                  <a:lnTo>
                    <a:pt x="53428" y="70205"/>
                  </a:lnTo>
                  <a:lnTo>
                    <a:pt x="32092" y="70205"/>
                  </a:lnTo>
                  <a:lnTo>
                    <a:pt x="0" y="235077"/>
                  </a:lnTo>
                  <a:lnTo>
                    <a:pt x="25996" y="235077"/>
                  </a:lnTo>
                  <a:lnTo>
                    <a:pt x="47332" y="131254"/>
                  </a:lnTo>
                  <a:lnTo>
                    <a:pt x="52197" y="121564"/>
                  </a:lnTo>
                  <a:lnTo>
                    <a:pt x="82956" y="92583"/>
                  </a:lnTo>
                  <a:lnTo>
                    <a:pt x="94576" y="90106"/>
                  </a:lnTo>
                  <a:lnTo>
                    <a:pt x="105244" y="90106"/>
                  </a:lnTo>
                  <a:lnTo>
                    <a:pt x="109816" y="93154"/>
                  </a:lnTo>
                  <a:lnTo>
                    <a:pt x="118960" y="68681"/>
                  </a:lnTo>
                  <a:close/>
                </a:path>
                <a:path w="596900" h="307339">
                  <a:moveTo>
                    <a:pt x="233451" y="88582"/>
                  </a:moveTo>
                  <a:lnTo>
                    <a:pt x="199440" y="67538"/>
                  </a:lnTo>
                  <a:lnTo>
                    <a:pt x="184581" y="65633"/>
                  </a:lnTo>
                  <a:lnTo>
                    <a:pt x="176961" y="65633"/>
                  </a:lnTo>
                  <a:lnTo>
                    <a:pt x="170865" y="67157"/>
                  </a:lnTo>
                  <a:lnTo>
                    <a:pt x="163245" y="70205"/>
                  </a:lnTo>
                  <a:lnTo>
                    <a:pt x="157149" y="71729"/>
                  </a:lnTo>
                  <a:lnTo>
                    <a:pt x="129717" y="102298"/>
                  </a:lnTo>
                  <a:lnTo>
                    <a:pt x="128193" y="108394"/>
                  </a:lnTo>
                  <a:lnTo>
                    <a:pt x="128193" y="116014"/>
                  </a:lnTo>
                  <a:lnTo>
                    <a:pt x="149529" y="150393"/>
                  </a:lnTo>
                  <a:lnTo>
                    <a:pt x="172389" y="163360"/>
                  </a:lnTo>
                  <a:lnTo>
                    <a:pt x="181533" y="169456"/>
                  </a:lnTo>
                  <a:lnTo>
                    <a:pt x="184581" y="172504"/>
                  </a:lnTo>
                  <a:lnTo>
                    <a:pt x="187629" y="174028"/>
                  </a:lnTo>
                  <a:lnTo>
                    <a:pt x="192201" y="178600"/>
                  </a:lnTo>
                  <a:lnTo>
                    <a:pt x="193725" y="181648"/>
                  </a:lnTo>
                  <a:lnTo>
                    <a:pt x="195249" y="183172"/>
                  </a:lnTo>
                  <a:lnTo>
                    <a:pt x="196773" y="186220"/>
                  </a:lnTo>
                  <a:lnTo>
                    <a:pt x="196773" y="195364"/>
                  </a:lnTo>
                  <a:lnTo>
                    <a:pt x="195249" y="199936"/>
                  </a:lnTo>
                  <a:lnTo>
                    <a:pt x="192201" y="206032"/>
                  </a:lnTo>
                  <a:lnTo>
                    <a:pt x="186105" y="212128"/>
                  </a:lnTo>
                  <a:lnTo>
                    <a:pt x="183057" y="213652"/>
                  </a:lnTo>
                  <a:lnTo>
                    <a:pt x="178485" y="216700"/>
                  </a:lnTo>
                  <a:lnTo>
                    <a:pt x="175437" y="216700"/>
                  </a:lnTo>
                  <a:lnTo>
                    <a:pt x="166293" y="219837"/>
                  </a:lnTo>
                  <a:lnTo>
                    <a:pt x="152577" y="219837"/>
                  </a:lnTo>
                  <a:lnTo>
                    <a:pt x="118960" y="195364"/>
                  </a:lnTo>
                  <a:lnTo>
                    <a:pt x="102196" y="209080"/>
                  </a:lnTo>
                  <a:lnTo>
                    <a:pt x="105244" y="212128"/>
                  </a:lnTo>
                  <a:lnTo>
                    <a:pt x="108292" y="216700"/>
                  </a:lnTo>
                  <a:lnTo>
                    <a:pt x="112864" y="221361"/>
                  </a:lnTo>
                  <a:lnTo>
                    <a:pt x="126669" y="230505"/>
                  </a:lnTo>
                  <a:lnTo>
                    <a:pt x="132765" y="233553"/>
                  </a:lnTo>
                  <a:lnTo>
                    <a:pt x="137337" y="236601"/>
                  </a:lnTo>
                  <a:lnTo>
                    <a:pt x="143433" y="238125"/>
                  </a:lnTo>
                  <a:lnTo>
                    <a:pt x="148005" y="239649"/>
                  </a:lnTo>
                  <a:lnTo>
                    <a:pt x="167817" y="239649"/>
                  </a:lnTo>
                  <a:lnTo>
                    <a:pt x="204393" y="225933"/>
                  </a:lnTo>
                  <a:lnTo>
                    <a:pt x="216585" y="209080"/>
                  </a:lnTo>
                  <a:lnTo>
                    <a:pt x="219633" y="202984"/>
                  </a:lnTo>
                  <a:lnTo>
                    <a:pt x="221157" y="196888"/>
                  </a:lnTo>
                  <a:lnTo>
                    <a:pt x="221157" y="180124"/>
                  </a:lnTo>
                  <a:lnTo>
                    <a:pt x="219633" y="175552"/>
                  </a:lnTo>
                  <a:lnTo>
                    <a:pt x="218109" y="172504"/>
                  </a:lnTo>
                  <a:lnTo>
                    <a:pt x="216585" y="167932"/>
                  </a:lnTo>
                  <a:lnTo>
                    <a:pt x="213537" y="164884"/>
                  </a:lnTo>
                  <a:lnTo>
                    <a:pt x="210489" y="160312"/>
                  </a:lnTo>
                  <a:lnTo>
                    <a:pt x="201345" y="154216"/>
                  </a:lnTo>
                  <a:lnTo>
                    <a:pt x="196773" y="149644"/>
                  </a:lnTo>
                  <a:lnTo>
                    <a:pt x="190677" y="146596"/>
                  </a:lnTo>
                  <a:lnTo>
                    <a:pt x="183057" y="141922"/>
                  </a:lnTo>
                  <a:lnTo>
                    <a:pt x="178485" y="138874"/>
                  </a:lnTo>
                  <a:lnTo>
                    <a:pt x="175437" y="137350"/>
                  </a:lnTo>
                  <a:lnTo>
                    <a:pt x="170865" y="135826"/>
                  </a:lnTo>
                  <a:lnTo>
                    <a:pt x="167817" y="132778"/>
                  </a:lnTo>
                  <a:lnTo>
                    <a:pt x="161721" y="129730"/>
                  </a:lnTo>
                  <a:lnTo>
                    <a:pt x="160197" y="126682"/>
                  </a:lnTo>
                  <a:lnTo>
                    <a:pt x="155625" y="122110"/>
                  </a:lnTo>
                  <a:lnTo>
                    <a:pt x="154101" y="119062"/>
                  </a:lnTo>
                  <a:lnTo>
                    <a:pt x="154101" y="105346"/>
                  </a:lnTo>
                  <a:lnTo>
                    <a:pt x="157149" y="99250"/>
                  </a:lnTo>
                  <a:lnTo>
                    <a:pt x="167817" y="88582"/>
                  </a:lnTo>
                  <a:lnTo>
                    <a:pt x="175437" y="87058"/>
                  </a:lnTo>
                  <a:lnTo>
                    <a:pt x="192201" y="87058"/>
                  </a:lnTo>
                  <a:lnTo>
                    <a:pt x="198297" y="88582"/>
                  </a:lnTo>
                  <a:lnTo>
                    <a:pt x="204393" y="91630"/>
                  </a:lnTo>
                  <a:lnTo>
                    <a:pt x="208965" y="94678"/>
                  </a:lnTo>
                  <a:lnTo>
                    <a:pt x="215061" y="97726"/>
                  </a:lnTo>
                  <a:lnTo>
                    <a:pt x="219633" y="102298"/>
                  </a:lnTo>
                  <a:lnTo>
                    <a:pt x="233451" y="88582"/>
                  </a:lnTo>
                  <a:close/>
                </a:path>
                <a:path w="596900" h="307339">
                  <a:moveTo>
                    <a:pt x="311175" y="70205"/>
                  </a:moveTo>
                  <a:lnTo>
                    <a:pt x="283743" y="70205"/>
                  </a:lnTo>
                  <a:lnTo>
                    <a:pt x="251739" y="235077"/>
                  </a:lnTo>
                  <a:lnTo>
                    <a:pt x="277647" y="235077"/>
                  </a:lnTo>
                  <a:lnTo>
                    <a:pt x="311175" y="70205"/>
                  </a:lnTo>
                  <a:close/>
                </a:path>
                <a:path w="596900" h="307339">
                  <a:moveTo>
                    <a:pt x="326415" y="10769"/>
                  </a:moveTo>
                  <a:lnTo>
                    <a:pt x="324891" y="7721"/>
                  </a:lnTo>
                  <a:lnTo>
                    <a:pt x="321843" y="4673"/>
                  </a:lnTo>
                  <a:lnTo>
                    <a:pt x="317271" y="1625"/>
                  </a:lnTo>
                  <a:lnTo>
                    <a:pt x="314223" y="0"/>
                  </a:lnTo>
                  <a:lnTo>
                    <a:pt x="305079" y="0"/>
                  </a:lnTo>
                  <a:lnTo>
                    <a:pt x="300507" y="3149"/>
                  </a:lnTo>
                  <a:lnTo>
                    <a:pt x="295935" y="6197"/>
                  </a:lnTo>
                  <a:lnTo>
                    <a:pt x="291363" y="10769"/>
                  </a:lnTo>
                  <a:lnTo>
                    <a:pt x="289839" y="15341"/>
                  </a:lnTo>
                  <a:lnTo>
                    <a:pt x="289839" y="26009"/>
                  </a:lnTo>
                  <a:lnTo>
                    <a:pt x="291363" y="29057"/>
                  </a:lnTo>
                  <a:lnTo>
                    <a:pt x="297459" y="35153"/>
                  </a:lnTo>
                  <a:lnTo>
                    <a:pt x="311175" y="35153"/>
                  </a:lnTo>
                  <a:lnTo>
                    <a:pt x="315747" y="33629"/>
                  </a:lnTo>
                  <a:lnTo>
                    <a:pt x="320319" y="30581"/>
                  </a:lnTo>
                  <a:lnTo>
                    <a:pt x="324891" y="26009"/>
                  </a:lnTo>
                  <a:lnTo>
                    <a:pt x="326415" y="21437"/>
                  </a:lnTo>
                  <a:lnTo>
                    <a:pt x="326415" y="10769"/>
                  </a:lnTo>
                  <a:close/>
                </a:path>
                <a:path w="596900" h="307339">
                  <a:moveTo>
                    <a:pt x="437769" y="70205"/>
                  </a:moveTo>
                  <a:lnTo>
                    <a:pt x="396621" y="70205"/>
                  </a:lnTo>
                  <a:lnTo>
                    <a:pt x="405765" y="24485"/>
                  </a:lnTo>
                  <a:lnTo>
                    <a:pt x="382905" y="24485"/>
                  </a:lnTo>
                  <a:lnTo>
                    <a:pt x="370713" y="70205"/>
                  </a:lnTo>
                  <a:lnTo>
                    <a:pt x="344805" y="71729"/>
                  </a:lnTo>
                  <a:lnTo>
                    <a:pt x="341757" y="91630"/>
                  </a:lnTo>
                  <a:lnTo>
                    <a:pt x="366141" y="91630"/>
                  </a:lnTo>
                  <a:lnTo>
                    <a:pt x="346329" y="184696"/>
                  </a:lnTo>
                  <a:lnTo>
                    <a:pt x="346329" y="187744"/>
                  </a:lnTo>
                  <a:lnTo>
                    <a:pt x="344805" y="190792"/>
                  </a:lnTo>
                  <a:lnTo>
                    <a:pt x="344805" y="213652"/>
                  </a:lnTo>
                  <a:lnTo>
                    <a:pt x="346329" y="216700"/>
                  </a:lnTo>
                  <a:lnTo>
                    <a:pt x="347853" y="221361"/>
                  </a:lnTo>
                  <a:lnTo>
                    <a:pt x="350901" y="225933"/>
                  </a:lnTo>
                  <a:lnTo>
                    <a:pt x="360045" y="235077"/>
                  </a:lnTo>
                  <a:lnTo>
                    <a:pt x="366141" y="236601"/>
                  </a:lnTo>
                  <a:lnTo>
                    <a:pt x="370713" y="239649"/>
                  </a:lnTo>
                  <a:lnTo>
                    <a:pt x="396621" y="239649"/>
                  </a:lnTo>
                  <a:lnTo>
                    <a:pt x="401193" y="238125"/>
                  </a:lnTo>
                  <a:lnTo>
                    <a:pt x="407289" y="235077"/>
                  </a:lnTo>
                  <a:lnTo>
                    <a:pt x="411861" y="233553"/>
                  </a:lnTo>
                  <a:lnTo>
                    <a:pt x="414909" y="232029"/>
                  </a:lnTo>
                  <a:lnTo>
                    <a:pt x="408813" y="213652"/>
                  </a:lnTo>
                  <a:lnTo>
                    <a:pt x="407289" y="215176"/>
                  </a:lnTo>
                  <a:lnTo>
                    <a:pt x="404241" y="215176"/>
                  </a:lnTo>
                  <a:lnTo>
                    <a:pt x="398145" y="218313"/>
                  </a:lnTo>
                  <a:lnTo>
                    <a:pt x="384429" y="218313"/>
                  </a:lnTo>
                  <a:lnTo>
                    <a:pt x="378333" y="216700"/>
                  </a:lnTo>
                  <a:lnTo>
                    <a:pt x="372237" y="210604"/>
                  </a:lnTo>
                  <a:lnTo>
                    <a:pt x="370713" y="204508"/>
                  </a:lnTo>
                  <a:lnTo>
                    <a:pt x="370713" y="193840"/>
                  </a:lnTo>
                  <a:lnTo>
                    <a:pt x="372237" y="190792"/>
                  </a:lnTo>
                  <a:lnTo>
                    <a:pt x="372237" y="186220"/>
                  </a:lnTo>
                  <a:lnTo>
                    <a:pt x="392049" y="91630"/>
                  </a:lnTo>
                  <a:lnTo>
                    <a:pt x="434721" y="91630"/>
                  </a:lnTo>
                  <a:lnTo>
                    <a:pt x="437769" y="70205"/>
                  </a:lnTo>
                  <a:close/>
                </a:path>
                <a:path w="596900" h="307339">
                  <a:moveTo>
                    <a:pt x="596455" y="70205"/>
                  </a:moveTo>
                  <a:lnTo>
                    <a:pt x="570547" y="70205"/>
                  </a:lnTo>
                  <a:lnTo>
                    <a:pt x="521677" y="163360"/>
                  </a:lnTo>
                  <a:lnTo>
                    <a:pt x="519125" y="169100"/>
                  </a:lnTo>
                  <a:lnTo>
                    <a:pt x="509485" y="187744"/>
                  </a:lnTo>
                  <a:lnTo>
                    <a:pt x="500481" y="206387"/>
                  </a:lnTo>
                  <a:lnTo>
                    <a:pt x="497293" y="212128"/>
                  </a:lnTo>
                  <a:lnTo>
                    <a:pt x="495769" y="212128"/>
                  </a:lnTo>
                  <a:lnTo>
                    <a:pt x="495769" y="204508"/>
                  </a:lnTo>
                  <a:lnTo>
                    <a:pt x="494245" y="196888"/>
                  </a:lnTo>
                  <a:lnTo>
                    <a:pt x="494245" y="187744"/>
                  </a:lnTo>
                  <a:lnTo>
                    <a:pt x="492721" y="178600"/>
                  </a:lnTo>
                  <a:lnTo>
                    <a:pt x="492721" y="170980"/>
                  </a:lnTo>
                  <a:lnTo>
                    <a:pt x="491197" y="163360"/>
                  </a:lnTo>
                  <a:lnTo>
                    <a:pt x="477481" y="70205"/>
                  </a:lnTo>
                  <a:lnTo>
                    <a:pt x="451573" y="70205"/>
                  </a:lnTo>
                  <a:lnTo>
                    <a:pt x="480529" y="236601"/>
                  </a:lnTo>
                  <a:lnTo>
                    <a:pt x="474433" y="247269"/>
                  </a:lnTo>
                  <a:lnTo>
                    <a:pt x="469836" y="255841"/>
                  </a:lnTo>
                  <a:lnTo>
                    <a:pt x="465099" y="263271"/>
                  </a:lnTo>
                  <a:lnTo>
                    <a:pt x="460070" y="269557"/>
                  </a:lnTo>
                  <a:lnTo>
                    <a:pt x="454621" y="274701"/>
                  </a:lnTo>
                  <a:lnTo>
                    <a:pt x="447001" y="282321"/>
                  </a:lnTo>
                  <a:lnTo>
                    <a:pt x="439293" y="285369"/>
                  </a:lnTo>
                  <a:lnTo>
                    <a:pt x="422529" y="285369"/>
                  </a:lnTo>
                  <a:lnTo>
                    <a:pt x="419481" y="282321"/>
                  </a:lnTo>
                  <a:lnTo>
                    <a:pt x="410337" y="302234"/>
                  </a:lnTo>
                  <a:lnTo>
                    <a:pt x="416433" y="305282"/>
                  </a:lnTo>
                  <a:lnTo>
                    <a:pt x="421005" y="305282"/>
                  </a:lnTo>
                  <a:lnTo>
                    <a:pt x="424053" y="306806"/>
                  </a:lnTo>
                  <a:lnTo>
                    <a:pt x="437769" y="306806"/>
                  </a:lnTo>
                  <a:lnTo>
                    <a:pt x="443953" y="305282"/>
                  </a:lnTo>
                  <a:lnTo>
                    <a:pt x="451573" y="302234"/>
                  </a:lnTo>
                  <a:lnTo>
                    <a:pt x="463765" y="296138"/>
                  </a:lnTo>
                  <a:lnTo>
                    <a:pt x="480529" y="279273"/>
                  </a:lnTo>
                  <a:lnTo>
                    <a:pt x="485101" y="271653"/>
                  </a:lnTo>
                  <a:lnTo>
                    <a:pt x="489673" y="265557"/>
                  </a:lnTo>
                  <a:lnTo>
                    <a:pt x="498817" y="250317"/>
                  </a:lnTo>
                  <a:lnTo>
                    <a:pt x="596455" y="70205"/>
                  </a:lnTo>
                  <a:close/>
                </a:path>
              </a:pathLst>
            </a:custGeom>
            <a:solidFill>
              <a:srgbClr val="4BA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80182" y="2358675"/>
              <a:ext cx="94583" cy="82391"/>
            </a:xfrm>
            <a:prstGeom prst="rect">
              <a:avLst/>
            </a:prstGeom>
          </p:spPr>
        </p:pic>
      </p:grpSp>
      <p:pic>
        <p:nvPicPr>
          <p:cNvPr id="47" name="object 4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200144" y="2953511"/>
            <a:ext cx="368808" cy="396239"/>
          </a:xfrm>
          <a:prstGeom prst="rect">
            <a:avLst/>
          </a:prstGeom>
        </p:spPr>
      </p:pic>
      <p:sp>
        <p:nvSpPr>
          <p:cNvPr id="48" name="object 48" descr=""/>
          <p:cNvSpPr/>
          <p:nvPr/>
        </p:nvSpPr>
        <p:spPr>
          <a:xfrm>
            <a:off x="4774120" y="3025520"/>
            <a:ext cx="454659" cy="271780"/>
          </a:xfrm>
          <a:custGeom>
            <a:avLst/>
            <a:gdLst/>
            <a:ahLst/>
            <a:cxnLst/>
            <a:rect l="l" t="t" r="r" b="b"/>
            <a:pathLst>
              <a:path w="454660" h="271779">
                <a:moveTo>
                  <a:pt x="187642" y="85445"/>
                </a:moveTo>
                <a:lnTo>
                  <a:pt x="180022" y="47244"/>
                </a:lnTo>
                <a:lnTo>
                  <a:pt x="152971" y="18580"/>
                </a:lnTo>
                <a:lnTo>
                  <a:pt x="141820" y="13563"/>
                </a:lnTo>
                <a:lnTo>
                  <a:pt x="141820" y="85445"/>
                </a:lnTo>
                <a:lnTo>
                  <a:pt x="138366" y="106349"/>
                </a:lnTo>
                <a:lnTo>
                  <a:pt x="127914" y="121119"/>
                </a:lnTo>
                <a:lnTo>
                  <a:pt x="110312" y="129882"/>
                </a:lnTo>
                <a:lnTo>
                  <a:pt x="85432" y="132778"/>
                </a:lnTo>
                <a:lnTo>
                  <a:pt x="47244" y="132778"/>
                </a:lnTo>
                <a:lnTo>
                  <a:pt x="47244" y="42672"/>
                </a:lnTo>
                <a:lnTo>
                  <a:pt x="85432" y="42672"/>
                </a:lnTo>
                <a:lnTo>
                  <a:pt x="128104" y="51917"/>
                </a:lnTo>
                <a:lnTo>
                  <a:pt x="141820" y="85445"/>
                </a:lnTo>
                <a:lnTo>
                  <a:pt x="141820" y="13563"/>
                </a:lnTo>
                <a:lnTo>
                  <a:pt x="98742" y="4864"/>
                </a:lnTo>
                <a:lnTo>
                  <a:pt x="88480" y="4572"/>
                </a:lnTo>
                <a:lnTo>
                  <a:pt x="0" y="4572"/>
                </a:lnTo>
                <a:lnTo>
                  <a:pt x="0" y="267081"/>
                </a:lnTo>
                <a:lnTo>
                  <a:pt x="47244" y="267081"/>
                </a:lnTo>
                <a:lnTo>
                  <a:pt x="47244" y="170878"/>
                </a:lnTo>
                <a:lnTo>
                  <a:pt x="88480" y="170878"/>
                </a:lnTo>
                <a:lnTo>
                  <a:pt x="98742" y="170573"/>
                </a:lnTo>
                <a:lnTo>
                  <a:pt x="108864" y="169545"/>
                </a:lnTo>
                <a:lnTo>
                  <a:pt x="118694" y="167665"/>
                </a:lnTo>
                <a:lnTo>
                  <a:pt x="128104" y="164782"/>
                </a:lnTo>
                <a:lnTo>
                  <a:pt x="136969" y="162191"/>
                </a:lnTo>
                <a:lnTo>
                  <a:pt x="171170" y="138303"/>
                </a:lnTo>
                <a:lnTo>
                  <a:pt x="187299" y="96329"/>
                </a:lnTo>
                <a:lnTo>
                  <a:pt x="187642" y="85445"/>
                </a:lnTo>
                <a:close/>
              </a:path>
              <a:path w="454660" h="271779">
                <a:moveTo>
                  <a:pt x="454520" y="134302"/>
                </a:moveTo>
                <a:lnTo>
                  <a:pt x="449376" y="90703"/>
                </a:lnTo>
                <a:lnTo>
                  <a:pt x="435660" y="54724"/>
                </a:lnTo>
                <a:lnTo>
                  <a:pt x="405752" y="20688"/>
                </a:lnTo>
                <a:lnTo>
                  <a:pt x="405752" y="134302"/>
                </a:lnTo>
                <a:lnTo>
                  <a:pt x="405472" y="145427"/>
                </a:lnTo>
                <a:lnTo>
                  <a:pt x="395465" y="190931"/>
                </a:lnTo>
                <a:lnTo>
                  <a:pt x="366039" y="224320"/>
                </a:lnTo>
                <a:lnTo>
                  <a:pt x="338607" y="230416"/>
                </a:lnTo>
                <a:lnTo>
                  <a:pt x="330885" y="230111"/>
                </a:lnTo>
                <a:lnTo>
                  <a:pt x="294462" y="210820"/>
                </a:lnTo>
                <a:lnTo>
                  <a:pt x="276021" y="173926"/>
                </a:lnTo>
                <a:lnTo>
                  <a:pt x="271449" y="134302"/>
                </a:lnTo>
                <a:lnTo>
                  <a:pt x="272605" y="113677"/>
                </a:lnTo>
                <a:lnTo>
                  <a:pt x="289839" y="65633"/>
                </a:lnTo>
                <a:lnTo>
                  <a:pt x="323697" y="42608"/>
                </a:lnTo>
                <a:lnTo>
                  <a:pt x="338607" y="41148"/>
                </a:lnTo>
                <a:lnTo>
                  <a:pt x="353517" y="42608"/>
                </a:lnTo>
                <a:lnTo>
                  <a:pt x="387375" y="65633"/>
                </a:lnTo>
                <a:lnTo>
                  <a:pt x="404609" y="113677"/>
                </a:lnTo>
                <a:lnTo>
                  <a:pt x="405752" y="134302"/>
                </a:lnTo>
                <a:lnTo>
                  <a:pt x="405752" y="20688"/>
                </a:lnTo>
                <a:lnTo>
                  <a:pt x="362800" y="2286"/>
                </a:lnTo>
                <a:lnTo>
                  <a:pt x="338607" y="0"/>
                </a:lnTo>
                <a:lnTo>
                  <a:pt x="326301" y="571"/>
                </a:lnTo>
                <a:lnTo>
                  <a:pt x="281305" y="14274"/>
                </a:lnTo>
                <a:lnTo>
                  <a:pt x="248119" y="44526"/>
                </a:lnTo>
                <a:lnTo>
                  <a:pt x="227825" y="90703"/>
                </a:lnTo>
                <a:lnTo>
                  <a:pt x="222681" y="134302"/>
                </a:lnTo>
                <a:lnTo>
                  <a:pt x="223253" y="149999"/>
                </a:lnTo>
                <a:lnTo>
                  <a:pt x="231825" y="192214"/>
                </a:lnTo>
                <a:lnTo>
                  <a:pt x="254685" y="234988"/>
                </a:lnTo>
                <a:lnTo>
                  <a:pt x="291363" y="262420"/>
                </a:lnTo>
                <a:lnTo>
                  <a:pt x="338607" y="271653"/>
                </a:lnTo>
                <a:lnTo>
                  <a:pt x="350913" y="271081"/>
                </a:lnTo>
                <a:lnTo>
                  <a:pt x="395909" y="257276"/>
                </a:lnTo>
                <a:lnTo>
                  <a:pt x="426110" y="230416"/>
                </a:lnTo>
                <a:lnTo>
                  <a:pt x="445376" y="192214"/>
                </a:lnTo>
                <a:lnTo>
                  <a:pt x="453948" y="149999"/>
                </a:lnTo>
                <a:lnTo>
                  <a:pt x="454520" y="1343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5280558" y="3025520"/>
            <a:ext cx="1292225" cy="271780"/>
          </a:xfrm>
          <a:custGeom>
            <a:avLst/>
            <a:gdLst/>
            <a:ahLst/>
            <a:cxnLst/>
            <a:rect l="l" t="t" r="r" b="b"/>
            <a:pathLst>
              <a:path w="1292225" h="271779">
                <a:moveTo>
                  <a:pt x="196697" y="134302"/>
                </a:moveTo>
                <a:lnTo>
                  <a:pt x="188506" y="78016"/>
                </a:lnTo>
                <a:lnTo>
                  <a:pt x="167957" y="42672"/>
                </a:lnTo>
                <a:lnTo>
                  <a:pt x="149453" y="25895"/>
                </a:lnTo>
                <a:lnTo>
                  <a:pt x="149453" y="134302"/>
                </a:lnTo>
                <a:lnTo>
                  <a:pt x="148259" y="156857"/>
                </a:lnTo>
                <a:lnTo>
                  <a:pt x="128117" y="206032"/>
                </a:lnTo>
                <a:lnTo>
                  <a:pt x="85598" y="227457"/>
                </a:lnTo>
                <a:lnTo>
                  <a:pt x="67056" y="228892"/>
                </a:lnTo>
                <a:lnTo>
                  <a:pt x="47244" y="228892"/>
                </a:lnTo>
                <a:lnTo>
                  <a:pt x="47244" y="42672"/>
                </a:lnTo>
                <a:lnTo>
                  <a:pt x="67056" y="42672"/>
                </a:lnTo>
                <a:lnTo>
                  <a:pt x="116433" y="54978"/>
                </a:lnTo>
                <a:lnTo>
                  <a:pt x="144500" y="92887"/>
                </a:lnTo>
                <a:lnTo>
                  <a:pt x="149453" y="134302"/>
                </a:lnTo>
                <a:lnTo>
                  <a:pt x="149453" y="25895"/>
                </a:lnTo>
                <a:lnTo>
                  <a:pt x="145211" y="22580"/>
                </a:lnTo>
                <a:lnTo>
                  <a:pt x="123532" y="12573"/>
                </a:lnTo>
                <a:lnTo>
                  <a:pt x="98399" y="6578"/>
                </a:lnTo>
                <a:lnTo>
                  <a:pt x="70104" y="4572"/>
                </a:lnTo>
                <a:lnTo>
                  <a:pt x="0" y="4572"/>
                </a:lnTo>
                <a:lnTo>
                  <a:pt x="0" y="267081"/>
                </a:lnTo>
                <a:lnTo>
                  <a:pt x="73152" y="267081"/>
                </a:lnTo>
                <a:lnTo>
                  <a:pt x="113093" y="261861"/>
                </a:lnTo>
                <a:lnTo>
                  <a:pt x="155498" y="241134"/>
                </a:lnTo>
                <a:lnTo>
                  <a:pt x="168656" y="228892"/>
                </a:lnTo>
                <a:lnTo>
                  <a:pt x="172135" y="224891"/>
                </a:lnTo>
                <a:lnTo>
                  <a:pt x="192836" y="179095"/>
                </a:lnTo>
                <a:lnTo>
                  <a:pt x="196354" y="149999"/>
                </a:lnTo>
                <a:lnTo>
                  <a:pt x="196697" y="134302"/>
                </a:lnTo>
                <a:close/>
              </a:path>
              <a:path w="1292225" h="271779">
                <a:moveTo>
                  <a:pt x="437769" y="233464"/>
                </a:moveTo>
                <a:lnTo>
                  <a:pt x="411772" y="204508"/>
                </a:lnTo>
                <a:lnTo>
                  <a:pt x="405815" y="210820"/>
                </a:lnTo>
                <a:lnTo>
                  <a:pt x="399580" y="216128"/>
                </a:lnTo>
                <a:lnTo>
                  <a:pt x="356908" y="230416"/>
                </a:lnTo>
                <a:lnTo>
                  <a:pt x="340855" y="228968"/>
                </a:lnTo>
                <a:lnTo>
                  <a:pt x="303466" y="206032"/>
                </a:lnTo>
                <a:lnTo>
                  <a:pt x="285038" y="156641"/>
                </a:lnTo>
                <a:lnTo>
                  <a:pt x="283654" y="135826"/>
                </a:lnTo>
                <a:lnTo>
                  <a:pt x="284175" y="124663"/>
                </a:lnTo>
                <a:lnTo>
                  <a:pt x="292557" y="87274"/>
                </a:lnTo>
                <a:lnTo>
                  <a:pt x="315366" y="55333"/>
                </a:lnTo>
                <a:lnTo>
                  <a:pt x="358432" y="41148"/>
                </a:lnTo>
                <a:lnTo>
                  <a:pt x="365264" y="41440"/>
                </a:lnTo>
                <a:lnTo>
                  <a:pt x="400837" y="57391"/>
                </a:lnTo>
                <a:lnTo>
                  <a:pt x="405676" y="62585"/>
                </a:lnTo>
                <a:lnTo>
                  <a:pt x="431673" y="33528"/>
                </a:lnTo>
                <a:lnTo>
                  <a:pt x="401104" y="10668"/>
                </a:lnTo>
                <a:lnTo>
                  <a:pt x="356908" y="0"/>
                </a:lnTo>
                <a:lnTo>
                  <a:pt x="344589" y="571"/>
                </a:lnTo>
                <a:lnTo>
                  <a:pt x="299326" y="14287"/>
                </a:lnTo>
                <a:lnTo>
                  <a:pt x="263766" y="45402"/>
                </a:lnTo>
                <a:lnTo>
                  <a:pt x="245554" y="79349"/>
                </a:lnTo>
                <a:lnTo>
                  <a:pt x="236982" y="120967"/>
                </a:lnTo>
                <a:lnTo>
                  <a:pt x="236410" y="135826"/>
                </a:lnTo>
                <a:lnTo>
                  <a:pt x="236982" y="152171"/>
                </a:lnTo>
                <a:lnTo>
                  <a:pt x="245554" y="193840"/>
                </a:lnTo>
                <a:lnTo>
                  <a:pt x="263766" y="227698"/>
                </a:lnTo>
                <a:lnTo>
                  <a:pt x="298043" y="257517"/>
                </a:lnTo>
                <a:lnTo>
                  <a:pt x="343065" y="271081"/>
                </a:lnTo>
                <a:lnTo>
                  <a:pt x="355384" y="271653"/>
                </a:lnTo>
                <a:lnTo>
                  <a:pt x="367665" y="271081"/>
                </a:lnTo>
                <a:lnTo>
                  <a:pt x="411111" y="256400"/>
                </a:lnTo>
                <a:lnTo>
                  <a:pt x="437769" y="233464"/>
                </a:lnTo>
                <a:close/>
              </a:path>
              <a:path w="1292225" h="271779">
                <a:moveTo>
                  <a:pt x="671131" y="267081"/>
                </a:moveTo>
                <a:lnTo>
                  <a:pt x="647788" y="195364"/>
                </a:lnTo>
                <a:lnTo>
                  <a:pt x="635850" y="158686"/>
                </a:lnTo>
                <a:lnTo>
                  <a:pt x="597598" y="41148"/>
                </a:lnTo>
                <a:lnTo>
                  <a:pt x="591781" y="23291"/>
                </a:lnTo>
                <a:lnTo>
                  <a:pt x="591781" y="158686"/>
                </a:lnTo>
                <a:lnTo>
                  <a:pt x="524725" y="158686"/>
                </a:lnTo>
                <a:lnTo>
                  <a:pt x="533869" y="126682"/>
                </a:lnTo>
                <a:lnTo>
                  <a:pt x="537286" y="116344"/>
                </a:lnTo>
                <a:lnTo>
                  <a:pt x="540537" y="106032"/>
                </a:lnTo>
                <a:lnTo>
                  <a:pt x="543521" y="95732"/>
                </a:lnTo>
                <a:lnTo>
                  <a:pt x="546061" y="85445"/>
                </a:lnTo>
                <a:lnTo>
                  <a:pt x="548589" y="74041"/>
                </a:lnTo>
                <a:lnTo>
                  <a:pt x="551395" y="62763"/>
                </a:lnTo>
                <a:lnTo>
                  <a:pt x="554215" y="51752"/>
                </a:lnTo>
                <a:lnTo>
                  <a:pt x="556729" y="41148"/>
                </a:lnTo>
                <a:lnTo>
                  <a:pt x="558253" y="41148"/>
                </a:lnTo>
                <a:lnTo>
                  <a:pt x="561454" y="51739"/>
                </a:lnTo>
                <a:lnTo>
                  <a:pt x="567258" y="73393"/>
                </a:lnTo>
                <a:lnTo>
                  <a:pt x="570445" y="83921"/>
                </a:lnTo>
                <a:lnTo>
                  <a:pt x="572998" y="95084"/>
                </a:lnTo>
                <a:lnTo>
                  <a:pt x="575970" y="105841"/>
                </a:lnTo>
                <a:lnTo>
                  <a:pt x="579234" y="116319"/>
                </a:lnTo>
                <a:lnTo>
                  <a:pt x="582637" y="126682"/>
                </a:lnTo>
                <a:lnTo>
                  <a:pt x="591781" y="158686"/>
                </a:lnTo>
                <a:lnTo>
                  <a:pt x="591781" y="23291"/>
                </a:lnTo>
                <a:lnTo>
                  <a:pt x="585685" y="4572"/>
                </a:lnTo>
                <a:lnTo>
                  <a:pt x="532345" y="4572"/>
                </a:lnTo>
                <a:lnTo>
                  <a:pt x="446913" y="267081"/>
                </a:lnTo>
                <a:lnTo>
                  <a:pt x="494157" y="267081"/>
                </a:lnTo>
                <a:lnTo>
                  <a:pt x="513969" y="195364"/>
                </a:lnTo>
                <a:lnTo>
                  <a:pt x="602449" y="195364"/>
                </a:lnTo>
                <a:lnTo>
                  <a:pt x="622261" y="267081"/>
                </a:lnTo>
                <a:lnTo>
                  <a:pt x="671131" y="267081"/>
                </a:lnTo>
                <a:close/>
              </a:path>
              <a:path w="1292225" h="271779">
                <a:moveTo>
                  <a:pt x="874014" y="193840"/>
                </a:moveTo>
                <a:lnTo>
                  <a:pt x="873721" y="186956"/>
                </a:lnTo>
                <a:lnTo>
                  <a:pt x="872871" y="180225"/>
                </a:lnTo>
                <a:lnTo>
                  <a:pt x="871435" y="173812"/>
                </a:lnTo>
                <a:lnTo>
                  <a:pt x="869442" y="167830"/>
                </a:lnTo>
                <a:lnTo>
                  <a:pt x="867918" y="161734"/>
                </a:lnTo>
                <a:lnTo>
                  <a:pt x="863346" y="154114"/>
                </a:lnTo>
                <a:lnTo>
                  <a:pt x="858774" y="149542"/>
                </a:lnTo>
                <a:lnTo>
                  <a:pt x="854202" y="143446"/>
                </a:lnTo>
                <a:lnTo>
                  <a:pt x="849630" y="138874"/>
                </a:lnTo>
                <a:lnTo>
                  <a:pt x="841908" y="134302"/>
                </a:lnTo>
                <a:lnTo>
                  <a:pt x="835812" y="129730"/>
                </a:lnTo>
                <a:lnTo>
                  <a:pt x="820572" y="123634"/>
                </a:lnTo>
                <a:lnTo>
                  <a:pt x="785520" y="108305"/>
                </a:lnTo>
                <a:lnTo>
                  <a:pt x="780948" y="105257"/>
                </a:lnTo>
                <a:lnTo>
                  <a:pt x="774852" y="103733"/>
                </a:lnTo>
                <a:lnTo>
                  <a:pt x="770280" y="102209"/>
                </a:lnTo>
                <a:lnTo>
                  <a:pt x="764184" y="99161"/>
                </a:lnTo>
                <a:lnTo>
                  <a:pt x="761136" y="96113"/>
                </a:lnTo>
                <a:lnTo>
                  <a:pt x="756564" y="94589"/>
                </a:lnTo>
                <a:lnTo>
                  <a:pt x="751992" y="91541"/>
                </a:lnTo>
                <a:lnTo>
                  <a:pt x="748944" y="88493"/>
                </a:lnTo>
                <a:lnTo>
                  <a:pt x="747420" y="83921"/>
                </a:lnTo>
                <a:lnTo>
                  <a:pt x="744372" y="80873"/>
                </a:lnTo>
                <a:lnTo>
                  <a:pt x="744372" y="61061"/>
                </a:lnTo>
                <a:lnTo>
                  <a:pt x="747420" y="54965"/>
                </a:lnTo>
                <a:lnTo>
                  <a:pt x="785520" y="41148"/>
                </a:lnTo>
                <a:lnTo>
                  <a:pt x="793508" y="41465"/>
                </a:lnTo>
                <a:lnTo>
                  <a:pt x="841908" y="62585"/>
                </a:lnTo>
                <a:lnTo>
                  <a:pt x="864870" y="33528"/>
                </a:lnTo>
                <a:lnTo>
                  <a:pt x="829716" y="9144"/>
                </a:lnTo>
                <a:lnTo>
                  <a:pt x="785520" y="0"/>
                </a:lnTo>
                <a:lnTo>
                  <a:pt x="775766" y="317"/>
                </a:lnTo>
                <a:lnTo>
                  <a:pt x="766851" y="1333"/>
                </a:lnTo>
                <a:lnTo>
                  <a:pt x="758520" y="3225"/>
                </a:lnTo>
                <a:lnTo>
                  <a:pt x="750468" y="6096"/>
                </a:lnTo>
                <a:lnTo>
                  <a:pt x="741857" y="8915"/>
                </a:lnTo>
                <a:lnTo>
                  <a:pt x="711136" y="31623"/>
                </a:lnTo>
                <a:lnTo>
                  <a:pt x="697039" y="73253"/>
                </a:lnTo>
                <a:lnTo>
                  <a:pt x="697318" y="80733"/>
                </a:lnTo>
                <a:lnTo>
                  <a:pt x="718375" y="125158"/>
                </a:lnTo>
                <a:lnTo>
                  <a:pt x="730567" y="132778"/>
                </a:lnTo>
                <a:lnTo>
                  <a:pt x="736663" y="137350"/>
                </a:lnTo>
                <a:lnTo>
                  <a:pt x="744372" y="140398"/>
                </a:lnTo>
                <a:lnTo>
                  <a:pt x="750468" y="143446"/>
                </a:lnTo>
                <a:lnTo>
                  <a:pt x="785520" y="158686"/>
                </a:lnTo>
                <a:lnTo>
                  <a:pt x="791616" y="161734"/>
                </a:lnTo>
                <a:lnTo>
                  <a:pt x="797712" y="163258"/>
                </a:lnTo>
                <a:lnTo>
                  <a:pt x="802284" y="166306"/>
                </a:lnTo>
                <a:lnTo>
                  <a:pt x="806856" y="167830"/>
                </a:lnTo>
                <a:lnTo>
                  <a:pt x="811428" y="170878"/>
                </a:lnTo>
                <a:lnTo>
                  <a:pt x="814476" y="173926"/>
                </a:lnTo>
                <a:lnTo>
                  <a:pt x="819048" y="176974"/>
                </a:lnTo>
                <a:lnTo>
                  <a:pt x="822096" y="180022"/>
                </a:lnTo>
                <a:lnTo>
                  <a:pt x="823620" y="183070"/>
                </a:lnTo>
                <a:lnTo>
                  <a:pt x="826668" y="192214"/>
                </a:lnTo>
                <a:lnTo>
                  <a:pt x="826668" y="196888"/>
                </a:lnTo>
                <a:lnTo>
                  <a:pt x="800569" y="228701"/>
                </a:lnTo>
                <a:lnTo>
                  <a:pt x="780948" y="230416"/>
                </a:lnTo>
                <a:lnTo>
                  <a:pt x="771804" y="230085"/>
                </a:lnTo>
                <a:lnTo>
                  <a:pt x="727151" y="213842"/>
                </a:lnTo>
                <a:lnTo>
                  <a:pt x="712279" y="201460"/>
                </a:lnTo>
                <a:lnTo>
                  <a:pt x="684847" y="233464"/>
                </a:lnTo>
                <a:lnTo>
                  <a:pt x="716991" y="255752"/>
                </a:lnTo>
                <a:lnTo>
                  <a:pt x="754278" y="269176"/>
                </a:lnTo>
                <a:lnTo>
                  <a:pt x="779424" y="271653"/>
                </a:lnTo>
                <a:lnTo>
                  <a:pt x="790549" y="271348"/>
                </a:lnTo>
                <a:lnTo>
                  <a:pt x="827671" y="261988"/>
                </a:lnTo>
                <a:lnTo>
                  <a:pt x="859917" y="237083"/>
                </a:lnTo>
                <a:lnTo>
                  <a:pt x="873709" y="201815"/>
                </a:lnTo>
                <a:lnTo>
                  <a:pt x="874014" y="193840"/>
                </a:lnTo>
                <a:close/>
              </a:path>
              <a:path w="1292225" h="271779">
                <a:moveTo>
                  <a:pt x="1090612" y="4826"/>
                </a:moveTo>
                <a:lnTo>
                  <a:pt x="892302" y="4826"/>
                </a:lnTo>
                <a:lnTo>
                  <a:pt x="892302" y="44196"/>
                </a:lnTo>
                <a:lnTo>
                  <a:pt x="968603" y="44196"/>
                </a:lnTo>
                <a:lnTo>
                  <a:pt x="968603" y="266446"/>
                </a:lnTo>
                <a:lnTo>
                  <a:pt x="1014323" y="266446"/>
                </a:lnTo>
                <a:lnTo>
                  <a:pt x="1014323" y="44196"/>
                </a:lnTo>
                <a:lnTo>
                  <a:pt x="1090612" y="44196"/>
                </a:lnTo>
                <a:lnTo>
                  <a:pt x="1090612" y="4826"/>
                </a:lnTo>
                <a:close/>
              </a:path>
              <a:path w="1292225" h="271779">
                <a:moveTo>
                  <a:pt x="1291971" y="193840"/>
                </a:moveTo>
                <a:lnTo>
                  <a:pt x="1284351" y="161734"/>
                </a:lnTo>
                <a:lnTo>
                  <a:pt x="1281303" y="154114"/>
                </a:lnTo>
                <a:lnTo>
                  <a:pt x="1276731" y="149542"/>
                </a:lnTo>
                <a:lnTo>
                  <a:pt x="1272159" y="143446"/>
                </a:lnTo>
                <a:lnTo>
                  <a:pt x="1253769" y="129730"/>
                </a:lnTo>
                <a:lnTo>
                  <a:pt x="1238529" y="123634"/>
                </a:lnTo>
                <a:lnTo>
                  <a:pt x="1203477" y="108305"/>
                </a:lnTo>
                <a:lnTo>
                  <a:pt x="1197381" y="105257"/>
                </a:lnTo>
                <a:lnTo>
                  <a:pt x="1192809" y="103733"/>
                </a:lnTo>
                <a:lnTo>
                  <a:pt x="1186713" y="102209"/>
                </a:lnTo>
                <a:lnTo>
                  <a:pt x="1177569" y="96113"/>
                </a:lnTo>
                <a:lnTo>
                  <a:pt x="1174521" y="94589"/>
                </a:lnTo>
                <a:lnTo>
                  <a:pt x="1169949" y="91541"/>
                </a:lnTo>
                <a:lnTo>
                  <a:pt x="1166901" y="88493"/>
                </a:lnTo>
                <a:lnTo>
                  <a:pt x="1165377" y="83921"/>
                </a:lnTo>
                <a:lnTo>
                  <a:pt x="1162240" y="80873"/>
                </a:lnTo>
                <a:lnTo>
                  <a:pt x="1160716" y="76301"/>
                </a:lnTo>
                <a:lnTo>
                  <a:pt x="1160716" y="71729"/>
                </a:lnTo>
                <a:lnTo>
                  <a:pt x="1185760" y="42672"/>
                </a:lnTo>
                <a:lnTo>
                  <a:pt x="1201953" y="41148"/>
                </a:lnTo>
                <a:lnTo>
                  <a:pt x="1210576" y="41465"/>
                </a:lnTo>
                <a:lnTo>
                  <a:pt x="1253007" y="58064"/>
                </a:lnTo>
                <a:lnTo>
                  <a:pt x="1259865" y="62585"/>
                </a:lnTo>
                <a:lnTo>
                  <a:pt x="1282827" y="33528"/>
                </a:lnTo>
                <a:lnTo>
                  <a:pt x="1246149" y="9144"/>
                </a:lnTo>
                <a:lnTo>
                  <a:pt x="1201953" y="0"/>
                </a:lnTo>
                <a:lnTo>
                  <a:pt x="1192834" y="317"/>
                </a:lnTo>
                <a:lnTo>
                  <a:pt x="1151966" y="12573"/>
                </a:lnTo>
                <a:lnTo>
                  <a:pt x="1121092" y="44196"/>
                </a:lnTo>
                <a:lnTo>
                  <a:pt x="1114996" y="73253"/>
                </a:lnTo>
                <a:lnTo>
                  <a:pt x="1115275" y="80733"/>
                </a:lnTo>
                <a:lnTo>
                  <a:pt x="1131760" y="118973"/>
                </a:lnTo>
                <a:lnTo>
                  <a:pt x="1136332" y="125158"/>
                </a:lnTo>
                <a:lnTo>
                  <a:pt x="1142428" y="129730"/>
                </a:lnTo>
                <a:lnTo>
                  <a:pt x="1148524" y="132778"/>
                </a:lnTo>
                <a:lnTo>
                  <a:pt x="1154620" y="137350"/>
                </a:lnTo>
                <a:lnTo>
                  <a:pt x="1166901" y="143446"/>
                </a:lnTo>
                <a:lnTo>
                  <a:pt x="1203477" y="158686"/>
                </a:lnTo>
                <a:lnTo>
                  <a:pt x="1209573" y="161734"/>
                </a:lnTo>
                <a:lnTo>
                  <a:pt x="1214145" y="163258"/>
                </a:lnTo>
                <a:lnTo>
                  <a:pt x="1218717" y="166306"/>
                </a:lnTo>
                <a:lnTo>
                  <a:pt x="1224813" y="167830"/>
                </a:lnTo>
                <a:lnTo>
                  <a:pt x="1229385" y="170878"/>
                </a:lnTo>
                <a:lnTo>
                  <a:pt x="1238529" y="180022"/>
                </a:lnTo>
                <a:lnTo>
                  <a:pt x="1240053" y="183070"/>
                </a:lnTo>
                <a:lnTo>
                  <a:pt x="1243101" y="187642"/>
                </a:lnTo>
                <a:lnTo>
                  <a:pt x="1243101" y="196888"/>
                </a:lnTo>
                <a:lnTo>
                  <a:pt x="1242517" y="204343"/>
                </a:lnTo>
                <a:lnTo>
                  <a:pt x="1208227" y="230060"/>
                </a:lnTo>
                <a:lnTo>
                  <a:pt x="1197381" y="230416"/>
                </a:lnTo>
                <a:lnTo>
                  <a:pt x="1189126" y="230085"/>
                </a:lnTo>
                <a:lnTo>
                  <a:pt x="1145095" y="213842"/>
                </a:lnTo>
                <a:lnTo>
                  <a:pt x="1130236" y="201460"/>
                </a:lnTo>
                <a:lnTo>
                  <a:pt x="1102804" y="233464"/>
                </a:lnTo>
                <a:lnTo>
                  <a:pt x="1134097" y="255752"/>
                </a:lnTo>
                <a:lnTo>
                  <a:pt x="1170863" y="269176"/>
                </a:lnTo>
                <a:lnTo>
                  <a:pt x="1197381" y="271653"/>
                </a:lnTo>
                <a:lnTo>
                  <a:pt x="1208290" y="271348"/>
                </a:lnTo>
                <a:lnTo>
                  <a:pt x="1252626" y="258229"/>
                </a:lnTo>
                <a:lnTo>
                  <a:pt x="1281493" y="230911"/>
                </a:lnTo>
                <a:lnTo>
                  <a:pt x="1291424" y="201815"/>
                </a:lnTo>
                <a:lnTo>
                  <a:pt x="1291971" y="193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" name="object 50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325213" y="3606927"/>
            <a:ext cx="2288095" cy="534066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07891" y="3606927"/>
            <a:ext cx="2069877" cy="534066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872353" y="3606927"/>
            <a:ext cx="1953910" cy="534066"/>
          </a:xfrm>
          <a:prstGeom prst="rect">
            <a:avLst/>
          </a:prstGeom>
        </p:spPr>
      </p:pic>
      <p:grpSp>
        <p:nvGrpSpPr>
          <p:cNvPr id="53" name="object 53" descr=""/>
          <p:cNvGrpSpPr/>
          <p:nvPr/>
        </p:nvGrpSpPr>
        <p:grpSpPr>
          <a:xfrm>
            <a:off x="7922418" y="3606927"/>
            <a:ext cx="1449705" cy="534670"/>
            <a:chOff x="7922418" y="3606927"/>
            <a:chExt cx="1449705" cy="534670"/>
          </a:xfrm>
        </p:grpSpPr>
        <p:sp>
          <p:nvSpPr>
            <p:cNvPr id="54" name="object 54" descr=""/>
            <p:cNvSpPr/>
            <p:nvPr/>
          </p:nvSpPr>
          <p:spPr>
            <a:xfrm>
              <a:off x="7922418" y="3606927"/>
              <a:ext cx="1449705" cy="534670"/>
            </a:xfrm>
            <a:custGeom>
              <a:avLst/>
              <a:gdLst/>
              <a:ahLst/>
              <a:cxnLst/>
              <a:rect l="l" t="t" r="r" b="b"/>
              <a:pathLst>
                <a:path w="1449704" h="534670">
                  <a:moveTo>
                    <a:pt x="1276730" y="534066"/>
                  </a:moveTo>
                  <a:lnTo>
                    <a:pt x="170878" y="534066"/>
                  </a:lnTo>
                  <a:lnTo>
                    <a:pt x="162853" y="533804"/>
                  </a:lnTo>
                  <a:lnTo>
                    <a:pt x="121300" y="526256"/>
                  </a:lnTo>
                  <a:lnTo>
                    <a:pt x="105251" y="520350"/>
                  </a:lnTo>
                  <a:lnTo>
                    <a:pt x="97512" y="517540"/>
                  </a:lnTo>
                  <a:lnTo>
                    <a:pt x="62769" y="495014"/>
                  </a:lnTo>
                  <a:lnTo>
                    <a:pt x="33670" y="464607"/>
                  </a:lnTo>
                  <a:lnTo>
                    <a:pt x="12192" y="428815"/>
                  </a:lnTo>
                  <a:lnTo>
                    <a:pt x="3048" y="395192"/>
                  </a:lnTo>
                  <a:lnTo>
                    <a:pt x="1285" y="387167"/>
                  </a:lnTo>
                  <a:lnTo>
                    <a:pt x="380" y="378999"/>
                  </a:lnTo>
                  <a:lnTo>
                    <a:pt x="47" y="370546"/>
                  </a:lnTo>
                  <a:lnTo>
                    <a:pt x="0" y="361664"/>
                  </a:lnTo>
                  <a:lnTo>
                    <a:pt x="47" y="163520"/>
                  </a:lnTo>
                  <a:lnTo>
                    <a:pt x="381" y="155067"/>
                  </a:lnTo>
                  <a:lnTo>
                    <a:pt x="1285" y="146899"/>
                  </a:lnTo>
                  <a:lnTo>
                    <a:pt x="3048" y="138874"/>
                  </a:lnTo>
                  <a:lnTo>
                    <a:pt x="4476" y="129977"/>
                  </a:lnTo>
                  <a:lnTo>
                    <a:pt x="20085" y="90773"/>
                  </a:lnTo>
                  <a:lnTo>
                    <a:pt x="44053" y="56364"/>
                  </a:lnTo>
                  <a:lnTo>
                    <a:pt x="76295" y="28956"/>
                  </a:lnTo>
                  <a:lnTo>
                    <a:pt x="105251" y="13716"/>
                  </a:lnTo>
                  <a:lnTo>
                    <a:pt x="113267" y="10548"/>
                  </a:lnTo>
                  <a:lnTo>
                    <a:pt x="154686" y="952"/>
                  </a:lnTo>
                  <a:lnTo>
                    <a:pt x="170878" y="0"/>
                  </a:lnTo>
                  <a:lnTo>
                    <a:pt x="1276730" y="0"/>
                  </a:lnTo>
                  <a:lnTo>
                    <a:pt x="1326356" y="7810"/>
                  </a:lnTo>
                  <a:lnTo>
                    <a:pt x="1342358" y="13716"/>
                  </a:lnTo>
                  <a:lnTo>
                    <a:pt x="1350335" y="16525"/>
                  </a:lnTo>
                  <a:lnTo>
                    <a:pt x="1386375" y="39064"/>
                  </a:lnTo>
                  <a:lnTo>
                    <a:pt x="1415343" y="69461"/>
                  </a:lnTo>
                  <a:lnTo>
                    <a:pt x="1435417" y="105251"/>
                  </a:lnTo>
                  <a:lnTo>
                    <a:pt x="1448180" y="155067"/>
                  </a:lnTo>
                  <a:lnTo>
                    <a:pt x="1449133" y="172402"/>
                  </a:lnTo>
                  <a:lnTo>
                    <a:pt x="1449133" y="361664"/>
                  </a:lnTo>
                  <a:lnTo>
                    <a:pt x="1443775" y="404089"/>
                  </a:lnTo>
                  <a:lnTo>
                    <a:pt x="1428369" y="443293"/>
                  </a:lnTo>
                  <a:lnTo>
                    <a:pt x="1404532" y="477742"/>
                  </a:lnTo>
                  <a:lnTo>
                    <a:pt x="1372838" y="505110"/>
                  </a:lnTo>
                  <a:lnTo>
                    <a:pt x="1342358" y="520350"/>
                  </a:lnTo>
                  <a:lnTo>
                    <a:pt x="1334357" y="523517"/>
                  </a:lnTo>
                  <a:lnTo>
                    <a:pt x="1326356" y="526256"/>
                  </a:lnTo>
                  <a:lnTo>
                    <a:pt x="1310354" y="531018"/>
                  </a:lnTo>
                  <a:lnTo>
                    <a:pt x="1294114" y="533114"/>
                  </a:lnTo>
                  <a:lnTo>
                    <a:pt x="1285627" y="533804"/>
                  </a:lnTo>
                  <a:lnTo>
                    <a:pt x="1276730" y="534066"/>
                  </a:lnTo>
                  <a:close/>
                </a:path>
              </a:pathLst>
            </a:custGeom>
            <a:solidFill>
              <a:srgbClr val="9C26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84153" y="3750373"/>
              <a:ext cx="144875" cy="20907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8262651" y="3738181"/>
              <a:ext cx="36830" cy="221615"/>
            </a:xfrm>
            <a:custGeom>
              <a:avLst/>
              <a:gdLst/>
              <a:ahLst/>
              <a:cxnLst/>
              <a:rect l="l" t="t" r="r" b="b"/>
              <a:pathLst>
                <a:path w="36829" h="221614">
                  <a:moveTo>
                    <a:pt x="22860" y="33528"/>
                  </a:moveTo>
                  <a:lnTo>
                    <a:pt x="13716" y="33528"/>
                  </a:lnTo>
                  <a:lnTo>
                    <a:pt x="9144" y="32004"/>
                  </a:lnTo>
                  <a:lnTo>
                    <a:pt x="6096" y="28956"/>
                  </a:lnTo>
                  <a:lnTo>
                    <a:pt x="1524" y="25908"/>
                  </a:lnTo>
                  <a:lnTo>
                    <a:pt x="0" y="21336"/>
                  </a:lnTo>
                  <a:lnTo>
                    <a:pt x="0" y="12192"/>
                  </a:lnTo>
                  <a:lnTo>
                    <a:pt x="1524" y="7620"/>
                  </a:lnTo>
                  <a:lnTo>
                    <a:pt x="6096" y="4572"/>
                  </a:lnTo>
                  <a:lnTo>
                    <a:pt x="9144" y="1524"/>
                  </a:lnTo>
                  <a:lnTo>
                    <a:pt x="13716" y="0"/>
                  </a:lnTo>
                  <a:lnTo>
                    <a:pt x="22860" y="0"/>
                  </a:lnTo>
                  <a:lnTo>
                    <a:pt x="27432" y="1524"/>
                  </a:lnTo>
                  <a:lnTo>
                    <a:pt x="32004" y="4572"/>
                  </a:lnTo>
                  <a:lnTo>
                    <a:pt x="35052" y="7620"/>
                  </a:lnTo>
                  <a:lnTo>
                    <a:pt x="36576" y="12192"/>
                  </a:lnTo>
                  <a:lnTo>
                    <a:pt x="36576" y="21336"/>
                  </a:lnTo>
                  <a:lnTo>
                    <a:pt x="35052" y="25908"/>
                  </a:lnTo>
                  <a:lnTo>
                    <a:pt x="32004" y="28956"/>
                  </a:lnTo>
                  <a:lnTo>
                    <a:pt x="27432" y="32004"/>
                  </a:lnTo>
                  <a:lnTo>
                    <a:pt x="22860" y="33528"/>
                  </a:lnTo>
                  <a:close/>
                </a:path>
                <a:path w="36829" h="221614">
                  <a:moveTo>
                    <a:pt x="30480" y="221265"/>
                  </a:moveTo>
                  <a:lnTo>
                    <a:pt x="4572" y="221265"/>
                  </a:lnTo>
                  <a:lnTo>
                    <a:pt x="4572" y="65627"/>
                  </a:lnTo>
                  <a:lnTo>
                    <a:pt x="30480" y="65627"/>
                  </a:lnTo>
                  <a:lnTo>
                    <a:pt x="30480" y="221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328183" y="3800761"/>
              <a:ext cx="115919" cy="163258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480774" y="3732085"/>
              <a:ext cx="329469" cy="294513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859012" y="3750373"/>
              <a:ext cx="146494" cy="209073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9040558" y="3738181"/>
              <a:ext cx="36830" cy="221615"/>
            </a:xfrm>
            <a:custGeom>
              <a:avLst/>
              <a:gdLst/>
              <a:ahLst/>
              <a:cxnLst/>
              <a:rect l="l" t="t" r="r" b="b"/>
              <a:pathLst>
                <a:path w="36829" h="221614">
                  <a:moveTo>
                    <a:pt x="22860" y="33528"/>
                  </a:moveTo>
                  <a:lnTo>
                    <a:pt x="12192" y="33528"/>
                  </a:lnTo>
                  <a:lnTo>
                    <a:pt x="7620" y="32004"/>
                  </a:lnTo>
                  <a:lnTo>
                    <a:pt x="1524" y="25908"/>
                  </a:lnTo>
                  <a:lnTo>
                    <a:pt x="0" y="21336"/>
                  </a:lnTo>
                  <a:lnTo>
                    <a:pt x="0" y="12192"/>
                  </a:lnTo>
                  <a:lnTo>
                    <a:pt x="1524" y="7620"/>
                  </a:lnTo>
                  <a:lnTo>
                    <a:pt x="7620" y="1524"/>
                  </a:lnTo>
                  <a:lnTo>
                    <a:pt x="12192" y="0"/>
                  </a:lnTo>
                  <a:lnTo>
                    <a:pt x="22860" y="0"/>
                  </a:lnTo>
                  <a:lnTo>
                    <a:pt x="27432" y="1524"/>
                  </a:lnTo>
                  <a:lnTo>
                    <a:pt x="33528" y="7620"/>
                  </a:lnTo>
                  <a:lnTo>
                    <a:pt x="36576" y="12192"/>
                  </a:lnTo>
                  <a:lnTo>
                    <a:pt x="36576" y="21336"/>
                  </a:lnTo>
                  <a:lnTo>
                    <a:pt x="35052" y="25908"/>
                  </a:lnTo>
                  <a:lnTo>
                    <a:pt x="30480" y="28956"/>
                  </a:lnTo>
                  <a:lnTo>
                    <a:pt x="27432" y="32004"/>
                  </a:lnTo>
                  <a:lnTo>
                    <a:pt x="22860" y="33528"/>
                  </a:lnTo>
                  <a:close/>
                </a:path>
                <a:path w="36829" h="221614">
                  <a:moveTo>
                    <a:pt x="30480" y="221265"/>
                  </a:moveTo>
                  <a:lnTo>
                    <a:pt x="4572" y="221265"/>
                  </a:lnTo>
                  <a:lnTo>
                    <a:pt x="4572" y="65627"/>
                  </a:lnTo>
                  <a:lnTo>
                    <a:pt x="30480" y="65627"/>
                  </a:lnTo>
                  <a:lnTo>
                    <a:pt x="30480" y="221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107709" y="3803808"/>
              <a:ext cx="117443" cy="155638"/>
            </a:xfrm>
            <a:prstGeom prst="rect">
              <a:avLst/>
            </a:prstGeom>
          </p:spPr>
        </p:pic>
      </p:grpSp>
      <p:pic>
        <p:nvPicPr>
          <p:cNvPr id="62" name="object 62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239869" y="4235672"/>
            <a:ext cx="3669982" cy="534019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004435" y="4235672"/>
            <a:ext cx="2374963" cy="534019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473981" y="4235672"/>
            <a:ext cx="1983009" cy="534019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837432" y="5093207"/>
            <a:ext cx="391667" cy="338327"/>
          </a:xfrm>
          <a:prstGeom prst="rect">
            <a:avLst/>
          </a:prstGeom>
        </p:spPr>
      </p:pic>
      <p:sp>
        <p:nvSpPr>
          <p:cNvPr id="66" name="object 66" descr=""/>
          <p:cNvSpPr/>
          <p:nvPr/>
        </p:nvSpPr>
        <p:spPr>
          <a:xfrm>
            <a:off x="4429410" y="5128354"/>
            <a:ext cx="195580" cy="262890"/>
          </a:xfrm>
          <a:custGeom>
            <a:avLst/>
            <a:gdLst/>
            <a:ahLst/>
            <a:cxnLst/>
            <a:rect l="l" t="t" r="r" b="b"/>
            <a:pathLst>
              <a:path w="195579" h="262889">
                <a:moveTo>
                  <a:pt x="195167" y="262508"/>
                </a:moveTo>
                <a:lnTo>
                  <a:pt x="147923" y="262508"/>
                </a:lnTo>
                <a:lnTo>
                  <a:pt x="67056" y="114395"/>
                </a:lnTo>
                <a:lnTo>
                  <a:pt x="39624" y="59531"/>
                </a:lnTo>
                <a:lnTo>
                  <a:pt x="38100" y="59531"/>
                </a:lnTo>
                <a:lnTo>
                  <a:pt x="39004" y="69842"/>
                </a:lnTo>
                <a:lnTo>
                  <a:pt x="40243" y="91035"/>
                </a:lnTo>
                <a:lnTo>
                  <a:pt x="43243" y="124956"/>
                </a:lnTo>
                <a:lnTo>
                  <a:pt x="43934" y="135944"/>
                </a:lnTo>
                <a:lnTo>
                  <a:pt x="44195" y="146494"/>
                </a:lnTo>
                <a:lnTo>
                  <a:pt x="44195" y="262508"/>
                </a:lnTo>
                <a:lnTo>
                  <a:pt x="0" y="262508"/>
                </a:lnTo>
                <a:lnTo>
                  <a:pt x="0" y="0"/>
                </a:lnTo>
                <a:lnTo>
                  <a:pt x="47244" y="0"/>
                </a:lnTo>
                <a:lnTo>
                  <a:pt x="128111" y="146494"/>
                </a:lnTo>
                <a:lnTo>
                  <a:pt x="155543" y="202977"/>
                </a:lnTo>
                <a:lnTo>
                  <a:pt x="157067" y="202977"/>
                </a:lnTo>
                <a:lnTo>
                  <a:pt x="156805" y="192588"/>
                </a:lnTo>
                <a:lnTo>
                  <a:pt x="156114" y="181939"/>
                </a:lnTo>
                <a:lnTo>
                  <a:pt x="151923" y="135814"/>
                </a:lnTo>
                <a:lnTo>
                  <a:pt x="151233" y="124356"/>
                </a:lnTo>
                <a:lnTo>
                  <a:pt x="150971" y="112871"/>
                </a:lnTo>
                <a:lnTo>
                  <a:pt x="150971" y="0"/>
                </a:lnTo>
                <a:lnTo>
                  <a:pt x="195167" y="0"/>
                </a:lnTo>
                <a:lnTo>
                  <a:pt x="195167" y="2625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4691723" y="5123789"/>
            <a:ext cx="704850" cy="271780"/>
          </a:xfrm>
          <a:custGeom>
            <a:avLst/>
            <a:gdLst/>
            <a:ahLst/>
            <a:cxnLst/>
            <a:rect l="l" t="t" r="r" b="b"/>
            <a:pathLst>
              <a:path w="704850" h="271779">
                <a:moveTo>
                  <a:pt x="161734" y="227711"/>
                </a:moveTo>
                <a:lnTo>
                  <a:pt x="45720" y="227711"/>
                </a:lnTo>
                <a:lnTo>
                  <a:pt x="45720" y="148971"/>
                </a:lnTo>
                <a:lnTo>
                  <a:pt x="140309" y="148971"/>
                </a:lnTo>
                <a:lnTo>
                  <a:pt x="140309" y="109601"/>
                </a:lnTo>
                <a:lnTo>
                  <a:pt x="45720" y="109601"/>
                </a:lnTo>
                <a:lnTo>
                  <a:pt x="45720" y="43561"/>
                </a:lnTo>
                <a:lnTo>
                  <a:pt x="157162" y="43561"/>
                </a:lnTo>
                <a:lnTo>
                  <a:pt x="157162" y="4191"/>
                </a:lnTo>
                <a:lnTo>
                  <a:pt x="0" y="4191"/>
                </a:lnTo>
                <a:lnTo>
                  <a:pt x="0" y="43561"/>
                </a:lnTo>
                <a:lnTo>
                  <a:pt x="0" y="109601"/>
                </a:lnTo>
                <a:lnTo>
                  <a:pt x="0" y="148971"/>
                </a:lnTo>
                <a:lnTo>
                  <a:pt x="0" y="227711"/>
                </a:lnTo>
                <a:lnTo>
                  <a:pt x="0" y="267081"/>
                </a:lnTo>
                <a:lnTo>
                  <a:pt x="161734" y="267081"/>
                </a:lnTo>
                <a:lnTo>
                  <a:pt x="161734" y="227711"/>
                </a:lnTo>
                <a:close/>
              </a:path>
              <a:path w="704850" h="271779">
                <a:moveTo>
                  <a:pt x="494245" y="4572"/>
                </a:moveTo>
                <a:lnTo>
                  <a:pt x="449961" y="4572"/>
                </a:lnTo>
                <a:lnTo>
                  <a:pt x="425081" y="146989"/>
                </a:lnTo>
                <a:lnTo>
                  <a:pt x="423481" y="157734"/>
                </a:lnTo>
                <a:lnTo>
                  <a:pt x="421005" y="178498"/>
                </a:lnTo>
                <a:lnTo>
                  <a:pt x="418985" y="188798"/>
                </a:lnTo>
                <a:lnTo>
                  <a:pt x="417385" y="199123"/>
                </a:lnTo>
                <a:lnTo>
                  <a:pt x="414909" y="219735"/>
                </a:lnTo>
                <a:lnTo>
                  <a:pt x="413385" y="219735"/>
                </a:lnTo>
                <a:lnTo>
                  <a:pt x="401955" y="167335"/>
                </a:lnTo>
                <a:lnTo>
                  <a:pt x="395097" y="135826"/>
                </a:lnTo>
                <a:lnTo>
                  <a:pt x="362991" y="4572"/>
                </a:lnTo>
                <a:lnTo>
                  <a:pt x="323367" y="4572"/>
                </a:lnTo>
                <a:lnTo>
                  <a:pt x="289839" y="135826"/>
                </a:lnTo>
                <a:lnTo>
                  <a:pt x="288442" y="146989"/>
                </a:lnTo>
                <a:lnTo>
                  <a:pt x="286600" y="157734"/>
                </a:lnTo>
                <a:lnTo>
                  <a:pt x="284492" y="168186"/>
                </a:lnTo>
                <a:lnTo>
                  <a:pt x="273075" y="219735"/>
                </a:lnTo>
                <a:lnTo>
                  <a:pt x="271551" y="219735"/>
                </a:lnTo>
                <a:lnTo>
                  <a:pt x="270179" y="209435"/>
                </a:lnTo>
                <a:lnTo>
                  <a:pt x="266839" y="188798"/>
                </a:lnTo>
                <a:lnTo>
                  <a:pt x="265455" y="178498"/>
                </a:lnTo>
                <a:lnTo>
                  <a:pt x="263436" y="168186"/>
                </a:lnTo>
                <a:lnTo>
                  <a:pt x="261835" y="157734"/>
                </a:lnTo>
                <a:lnTo>
                  <a:pt x="259270" y="135826"/>
                </a:lnTo>
                <a:lnTo>
                  <a:pt x="236410" y="4572"/>
                </a:lnTo>
                <a:lnTo>
                  <a:pt x="189166" y="4572"/>
                </a:lnTo>
                <a:lnTo>
                  <a:pt x="240982" y="267081"/>
                </a:lnTo>
                <a:lnTo>
                  <a:pt x="297459" y="267081"/>
                </a:lnTo>
                <a:lnTo>
                  <a:pt x="327939" y="128206"/>
                </a:lnTo>
                <a:lnTo>
                  <a:pt x="329996" y="121031"/>
                </a:lnTo>
                <a:lnTo>
                  <a:pt x="333514" y="105613"/>
                </a:lnTo>
                <a:lnTo>
                  <a:pt x="335559" y="97624"/>
                </a:lnTo>
                <a:lnTo>
                  <a:pt x="340131" y="68668"/>
                </a:lnTo>
                <a:lnTo>
                  <a:pt x="341655" y="68668"/>
                </a:lnTo>
                <a:lnTo>
                  <a:pt x="343039" y="75768"/>
                </a:lnTo>
                <a:lnTo>
                  <a:pt x="346379" y="90538"/>
                </a:lnTo>
                <a:lnTo>
                  <a:pt x="349135" y="105613"/>
                </a:lnTo>
                <a:lnTo>
                  <a:pt x="352475" y="121031"/>
                </a:lnTo>
                <a:lnTo>
                  <a:pt x="353847" y="128206"/>
                </a:lnTo>
                <a:lnTo>
                  <a:pt x="385953" y="267081"/>
                </a:lnTo>
                <a:lnTo>
                  <a:pt x="443865" y="267081"/>
                </a:lnTo>
                <a:lnTo>
                  <a:pt x="494245" y="4572"/>
                </a:lnTo>
                <a:close/>
              </a:path>
              <a:path w="704850" h="271779">
                <a:moveTo>
                  <a:pt x="704761" y="193738"/>
                </a:moveTo>
                <a:lnTo>
                  <a:pt x="694093" y="154114"/>
                </a:lnTo>
                <a:lnTo>
                  <a:pt x="672655" y="134302"/>
                </a:lnTo>
                <a:lnTo>
                  <a:pt x="666559" y="129730"/>
                </a:lnTo>
                <a:lnTo>
                  <a:pt x="658939" y="125158"/>
                </a:lnTo>
                <a:lnTo>
                  <a:pt x="616267" y="108305"/>
                </a:lnTo>
                <a:lnTo>
                  <a:pt x="610171" y="105257"/>
                </a:lnTo>
                <a:lnTo>
                  <a:pt x="605599" y="103733"/>
                </a:lnTo>
                <a:lnTo>
                  <a:pt x="601027" y="100685"/>
                </a:lnTo>
                <a:lnTo>
                  <a:pt x="594931" y="99161"/>
                </a:lnTo>
                <a:lnTo>
                  <a:pt x="590359" y="96113"/>
                </a:lnTo>
                <a:lnTo>
                  <a:pt x="587311" y="93065"/>
                </a:lnTo>
                <a:lnTo>
                  <a:pt x="582739" y="90017"/>
                </a:lnTo>
                <a:lnTo>
                  <a:pt x="579602" y="86969"/>
                </a:lnTo>
                <a:lnTo>
                  <a:pt x="578078" y="83921"/>
                </a:lnTo>
                <a:lnTo>
                  <a:pt x="575030" y="80873"/>
                </a:lnTo>
                <a:lnTo>
                  <a:pt x="575030" y="61061"/>
                </a:lnTo>
                <a:lnTo>
                  <a:pt x="578078" y="53441"/>
                </a:lnTo>
                <a:lnTo>
                  <a:pt x="585787" y="48768"/>
                </a:lnTo>
                <a:lnTo>
                  <a:pt x="591832" y="44767"/>
                </a:lnTo>
                <a:lnTo>
                  <a:pt x="598741" y="41910"/>
                </a:lnTo>
                <a:lnTo>
                  <a:pt x="606793" y="40195"/>
                </a:lnTo>
                <a:lnTo>
                  <a:pt x="616267" y="39624"/>
                </a:lnTo>
                <a:lnTo>
                  <a:pt x="624243" y="40144"/>
                </a:lnTo>
                <a:lnTo>
                  <a:pt x="672655" y="62585"/>
                </a:lnTo>
                <a:lnTo>
                  <a:pt x="695617" y="33528"/>
                </a:lnTo>
                <a:lnTo>
                  <a:pt x="660463" y="9144"/>
                </a:lnTo>
                <a:lnTo>
                  <a:pt x="616267" y="0"/>
                </a:lnTo>
                <a:lnTo>
                  <a:pt x="606259" y="292"/>
                </a:lnTo>
                <a:lnTo>
                  <a:pt x="564743" y="11811"/>
                </a:lnTo>
                <a:lnTo>
                  <a:pt x="533882" y="44196"/>
                </a:lnTo>
                <a:lnTo>
                  <a:pt x="527786" y="73253"/>
                </a:lnTo>
                <a:lnTo>
                  <a:pt x="528066" y="80086"/>
                </a:lnTo>
                <a:lnTo>
                  <a:pt x="544550" y="118973"/>
                </a:lnTo>
                <a:lnTo>
                  <a:pt x="561314" y="132778"/>
                </a:lnTo>
                <a:lnTo>
                  <a:pt x="567410" y="137350"/>
                </a:lnTo>
                <a:lnTo>
                  <a:pt x="573506" y="140398"/>
                </a:lnTo>
                <a:lnTo>
                  <a:pt x="581215" y="143446"/>
                </a:lnTo>
                <a:lnTo>
                  <a:pt x="616267" y="158686"/>
                </a:lnTo>
                <a:lnTo>
                  <a:pt x="622363" y="161734"/>
                </a:lnTo>
                <a:lnTo>
                  <a:pt x="628459" y="163258"/>
                </a:lnTo>
                <a:lnTo>
                  <a:pt x="633031" y="166306"/>
                </a:lnTo>
                <a:lnTo>
                  <a:pt x="637603" y="167830"/>
                </a:lnTo>
                <a:lnTo>
                  <a:pt x="642175" y="170878"/>
                </a:lnTo>
                <a:lnTo>
                  <a:pt x="645223" y="173926"/>
                </a:lnTo>
                <a:lnTo>
                  <a:pt x="649795" y="176974"/>
                </a:lnTo>
                <a:lnTo>
                  <a:pt x="651319" y="180022"/>
                </a:lnTo>
                <a:lnTo>
                  <a:pt x="654367" y="183070"/>
                </a:lnTo>
                <a:lnTo>
                  <a:pt x="657415" y="192214"/>
                </a:lnTo>
                <a:lnTo>
                  <a:pt x="657415" y="196888"/>
                </a:lnTo>
                <a:lnTo>
                  <a:pt x="656577" y="204330"/>
                </a:lnTo>
                <a:lnTo>
                  <a:pt x="622287" y="229844"/>
                </a:lnTo>
                <a:lnTo>
                  <a:pt x="611695" y="230416"/>
                </a:lnTo>
                <a:lnTo>
                  <a:pt x="602551" y="229857"/>
                </a:lnTo>
                <a:lnTo>
                  <a:pt x="566166" y="218173"/>
                </a:lnTo>
                <a:lnTo>
                  <a:pt x="543026" y="201460"/>
                </a:lnTo>
                <a:lnTo>
                  <a:pt x="515594" y="231940"/>
                </a:lnTo>
                <a:lnTo>
                  <a:pt x="547522" y="255727"/>
                </a:lnTo>
                <a:lnTo>
                  <a:pt x="584403" y="269163"/>
                </a:lnTo>
                <a:lnTo>
                  <a:pt x="610171" y="271653"/>
                </a:lnTo>
                <a:lnTo>
                  <a:pt x="621296" y="271132"/>
                </a:lnTo>
                <a:lnTo>
                  <a:pt x="658393" y="261772"/>
                </a:lnTo>
                <a:lnTo>
                  <a:pt x="690460" y="236893"/>
                </a:lnTo>
                <a:lnTo>
                  <a:pt x="704227" y="201536"/>
                </a:lnTo>
                <a:lnTo>
                  <a:pt x="704761" y="1937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5443728" y="5127980"/>
            <a:ext cx="1013460" cy="263525"/>
          </a:xfrm>
          <a:custGeom>
            <a:avLst/>
            <a:gdLst/>
            <a:ahLst/>
            <a:cxnLst/>
            <a:rect l="l" t="t" r="r" b="b"/>
            <a:pathLst>
              <a:path w="1013460" h="263525">
                <a:moveTo>
                  <a:pt x="155625" y="222529"/>
                </a:moveTo>
                <a:lnTo>
                  <a:pt x="45808" y="222529"/>
                </a:lnTo>
                <a:lnTo>
                  <a:pt x="45808" y="279"/>
                </a:lnTo>
                <a:lnTo>
                  <a:pt x="0" y="279"/>
                </a:lnTo>
                <a:lnTo>
                  <a:pt x="0" y="222529"/>
                </a:lnTo>
                <a:lnTo>
                  <a:pt x="0" y="263169"/>
                </a:lnTo>
                <a:lnTo>
                  <a:pt x="155625" y="263169"/>
                </a:lnTo>
                <a:lnTo>
                  <a:pt x="155625" y="222529"/>
                </a:lnTo>
                <a:close/>
              </a:path>
              <a:path w="1013460" h="263525">
                <a:moveTo>
                  <a:pt x="361569" y="223520"/>
                </a:moveTo>
                <a:lnTo>
                  <a:pt x="247078" y="223520"/>
                </a:lnTo>
                <a:lnTo>
                  <a:pt x="247078" y="144780"/>
                </a:lnTo>
                <a:lnTo>
                  <a:pt x="341655" y="144780"/>
                </a:lnTo>
                <a:lnTo>
                  <a:pt x="341655" y="105410"/>
                </a:lnTo>
                <a:lnTo>
                  <a:pt x="247078" y="105410"/>
                </a:lnTo>
                <a:lnTo>
                  <a:pt x="247078" y="39370"/>
                </a:lnTo>
                <a:lnTo>
                  <a:pt x="358419" y="39370"/>
                </a:lnTo>
                <a:lnTo>
                  <a:pt x="358419" y="0"/>
                </a:lnTo>
                <a:lnTo>
                  <a:pt x="199834" y="0"/>
                </a:lnTo>
                <a:lnTo>
                  <a:pt x="199834" y="39370"/>
                </a:lnTo>
                <a:lnTo>
                  <a:pt x="199834" y="105410"/>
                </a:lnTo>
                <a:lnTo>
                  <a:pt x="199834" y="144780"/>
                </a:lnTo>
                <a:lnTo>
                  <a:pt x="199834" y="223520"/>
                </a:lnTo>
                <a:lnTo>
                  <a:pt x="199834" y="262890"/>
                </a:lnTo>
                <a:lnTo>
                  <a:pt x="361569" y="262890"/>
                </a:lnTo>
                <a:lnTo>
                  <a:pt x="361569" y="223520"/>
                </a:lnTo>
                <a:close/>
              </a:path>
              <a:path w="1013460" h="263525">
                <a:moveTo>
                  <a:pt x="590346" y="635"/>
                </a:moveTo>
                <a:lnTo>
                  <a:pt x="392036" y="635"/>
                </a:lnTo>
                <a:lnTo>
                  <a:pt x="392036" y="40005"/>
                </a:lnTo>
                <a:lnTo>
                  <a:pt x="468337" y="40005"/>
                </a:lnTo>
                <a:lnTo>
                  <a:pt x="468337" y="262255"/>
                </a:lnTo>
                <a:lnTo>
                  <a:pt x="514057" y="262255"/>
                </a:lnTo>
                <a:lnTo>
                  <a:pt x="514057" y="40005"/>
                </a:lnTo>
                <a:lnTo>
                  <a:pt x="590346" y="40005"/>
                </a:lnTo>
                <a:lnTo>
                  <a:pt x="590346" y="635"/>
                </a:lnTo>
                <a:close/>
              </a:path>
              <a:path w="1013460" h="263525">
                <a:moveTo>
                  <a:pt x="808482" y="635"/>
                </a:moveTo>
                <a:lnTo>
                  <a:pt x="610171" y="635"/>
                </a:lnTo>
                <a:lnTo>
                  <a:pt x="610171" y="40005"/>
                </a:lnTo>
                <a:lnTo>
                  <a:pt x="686460" y="40005"/>
                </a:lnTo>
                <a:lnTo>
                  <a:pt x="686460" y="262255"/>
                </a:lnTo>
                <a:lnTo>
                  <a:pt x="733704" y="262255"/>
                </a:lnTo>
                <a:lnTo>
                  <a:pt x="733704" y="40005"/>
                </a:lnTo>
                <a:lnTo>
                  <a:pt x="808482" y="40005"/>
                </a:lnTo>
                <a:lnTo>
                  <a:pt x="808482" y="635"/>
                </a:lnTo>
                <a:close/>
              </a:path>
              <a:path w="1013460" h="263525">
                <a:moveTo>
                  <a:pt x="1012888" y="223520"/>
                </a:moveTo>
                <a:lnTo>
                  <a:pt x="898398" y="223520"/>
                </a:lnTo>
                <a:lnTo>
                  <a:pt x="898398" y="144780"/>
                </a:lnTo>
                <a:lnTo>
                  <a:pt x="992974" y="144780"/>
                </a:lnTo>
                <a:lnTo>
                  <a:pt x="992974" y="105410"/>
                </a:lnTo>
                <a:lnTo>
                  <a:pt x="898398" y="105410"/>
                </a:lnTo>
                <a:lnTo>
                  <a:pt x="898398" y="39370"/>
                </a:lnTo>
                <a:lnTo>
                  <a:pt x="1009738" y="39370"/>
                </a:lnTo>
                <a:lnTo>
                  <a:pt x="1009738" y="0"/>
                </a:lnTo>
                <a:lnTo>
                  <a:pt x="851154" y="0"/>
                </a:lnTo>
                <a:lnTo>
                  <a:pt x="851154" y="39370"/>
                </a:lnTo>
                <a:lnTo>
                  <a:pt x="851154" y="105410"/>
                </a:lnTo>
                <a:lnTo>
                  <a:pt x="851154" y="144780"/>
                </a:lnTo>
                <a:lnTo>
                  <a:pt x="851154" y="223520"/>
                </a:lnTo>
                <a:lnTo>
                  <a:pt x="851154" y="262890"/>
                </a:lnTo>
                <a:lnTo>
                  <a:pt x="1012888" y="262890"/>
                </a:lnTo>
                <a:lnTo>
                  <a:pt x="1012888" y="2235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6509956" y="5123789"/>
            <a:ext cx="407670" cy="271780"/>
          </a:xfrm>
          <a:custGeom>
            <a:avLst/>
            <a:gdLst/>
            <a:ahLst/>
            <a:cxnLst/>
            <a:rect l="l" t="t" r="r" b="b"/>
            <a:pathLst>
              <a:path w="407670" h="271779">
                <a:moveTo>
                  <a:pt x="195262" y="267081"/>
                </a:moveTo>
                <a:lnTo>
                  <a:pt x="136144" y="163258"/>
                </a:lnTo>
                <a:lnTo>
                  <a:pt x="132676" y="157162"/>
                </a:lnTo>
                <a:lnTo>
                  <a:pt x="144475" y="152260"/>
                </a:lnTo>
                <a:lnTo>
                  <a:pt x="154673" y="146494"/>
                </a:lnTo>
                <a:lnTo>
                  <a:pt x="163423" y="139585"/>
                </a:lnTo>
                <a:lnTo>
                  <a:pt x="170878" y="131254"/>
                </a:lnTo>
                <a:lnTo>
                  <a:pt x="173609" y="126682"/>
                </a:lnTo>
                <a:lnTo>
                  <a:pt x="176872" y="121221"/>
                </a:lnTo>
                <a:lnTo>
                  <a:pt x="181165" y="109639"/>
                </a:lnTo>
                <a:lnTo>
                  <a:pt x="183730" y="96659"/>
                </a:lnTo>
                <a:lnTo>
                  <a:pt x="184594" y="82384"/>
                </a:lnTo>
                <a:lnTo>
                  <a:pt x="184277" y="71526"/>
                </a:lnTo>
                <a:lnTo>
                  <a:pt x="183261" y="61810"/>
                </a:lnTo>
                <a:lnTo>
                  <a:pt x="181368" y="53200"/>
                </a:lnTo>
                <a:lnTo>
                  <a:pt x="178498" y="45720"/>
                </a:lnTo>
                <a:lnTo>
                  <a:pt x="175653" y="41148"/>
                </a:lnTo>
                <a:lnTo>
                  <a:pt x="173875" y="38265"/>
                </a:lnTo>
                <a:lnTo>
                  <a:pt x="143586" y="13525"/>
                </a:lnTo>
                <a:lnTo>
                  <a:pt x="140296" y="12446"/>
                </a:lnTo>
                <a:lnTo>
                  <a:pt x="140296" y="82384"/>
                </a:lnTo>
                <a:lnTo>
                  <a:pt x="139204" y="92989"/>
                </a:lnTo>
                <a:lnTo>
                  <a:pt x="107911" y="124193"/>
                </a:lnTo>
                <a:lnTo>
                  <a:pt x="83908" y="126682"/>
                </a:lnTo>
                <a:lnTo>
                  <a:pt x="47332" y="126682"/>
                </a:lnTo>
                <a:lnTo>
                  <a:pt x="47332" y="41148"/>
                </a:lnTo>
                <a:lnTo>
                  <a:pt x="83908" y="41148"/>
                </a:lnTo>
                <a:lnTo>
                  <a:pt x="125056" y="50380"/>
                </a:lnTo>
                <a:lnTo>
                  <a:pt x="140296" y="82384"/>
                </a:lnTo>
                <a:lnTo>
                  <a:pt x="140296" y="12446"/>
                </a:lnTo>
                <a:lnTo>
                  <a:pt x="135432" y="10833"/>
                </a:lnTo>
                <a:lnTo>
                  <a:pt x="126580" y="9144"/>
                </a:lnTo>
                <a:lnTo>
                  <a:pt x="118059" y="7137"/>
                </a:lnTo>
                <a:lnTo>
                  <a:pt x="108673" y="5715"/>
                </a:lnTo>
                <a:lnTo>
                  <a:pt x="98717" y="4851"/>
                </a:lnTo>
                <a:lnTo>
                  <a:pt x="88480" y="4572"/>
                </a:lnTo>
                <a:lnTo>
                  <a:pt x="0" y="4572"/>
                </a:lnTo>
                <a:lnTo>
                  <a:pt x="0" y="267081"/>
                </a:lnTo>
                <a:lnTo>
                  <a:pt x="47332" y="267081"/>
                </a:lnTo>
                <a:lnTo>
                  <a:pt x="47332" y="163258"/>
                </a:lnTo>
                <a:lnTo>
                  <a:pt x="86956" y="163258"/>
                </a:lnTo>
                <a:lnTo>
                  <a:pt x="143344" y="267081"/>
                </a:lnTo>
                <a:lnTo>
                  <a:pt x="195262" y="267081"/>
                </a:lnTo>
                <a:close/>
              </a:path>
              <a:path w="407670" h="271779">
                <a:moveTo>
                  <a:pt x="407276" y="193738"/>
                </a:moveTo>
                <a:lnTo>
                  <a:pt x="396608" y="154114"/>
                </a:lnTo>
                <a:lnTo>
                  <a:pt x="375272" y="134302"/>
                </a:lnTo>
                <a:lnTo>
                  <a:pt x="369176" y="129730"/>
                </a:lnTo>
                <a:lnTo>
                  <a:pt x="361556" y="125158"/>
                </a:lnTo>
                <a:lnTo>
                  <a:pt x="318795" y="108305"/>
                </a:lnTo>
                <a:lnTo>
                  <a:pt x="312699" y="105257"/>
                </a:lnTo>
                <a:lnTo>
                  <a:pt x="308127" y="103733"/>
                </a:lnTo>
                <a:lnTo>
                  <a:pt x="303555" y="100685"/>
                </a:lnTo>
                <a:lnTo>
                  <a:pt x="297459" y="99161"/>
                </a:lnTo>
                <a:lnTo>
                  <a:pt x="292887" y="96113"/>
                </a:lnTo>
                <a:lnTo>
                  <a:pt x="289839" y="93065"/>
                </a:lnTo>
                <a:lnTo>
                  <a:pt x="285267" y="90017"/>
                </a:lnTo>
                <a:lnTo>
                  <a:pt x="282219" y="86969"/>
                </a:lnTo>
                <a:lnTo>
                  <a:pt x="280695" y="83921"/>
                </a:lnTo>
                <a:lnTo>
                  <a:pt x="277647" y="80873"/>
                </a:lnTo>
                <a:lnTo>
                  <a:pt x="277647" y="61061"/>
                </a:lnTo>
                <a:lnTo>
                  <a:pt x="280695" y="53441"/>
                </a:lnTo>
                <a:lnTo>
                  <a:pt x="294576" y="44767"/>
                </a:lnTo>
                <a:lnTo>
                  <a:pt x="301840" y="41910"/>
                </a:lnTo>
                <a:lnTo>
                  <a:pt x="309956" y="40195"/>
                </a:lnTo>
                <a:lnTo>
                  <a:pt x="318795" y="39624"/>
                </a:lnTo>
                <a:lnTo>
                  <a:pt x="326771" y="40144"/>
                </a:lnTo>
                <a:lnTo>
                  <a:pt x="375272" y="62585"/>
                </a:lnTo>
                <a:lnTo>
                  <a:pt x="398132" y="33528"/>
                </a:lnTo>
                <a:lnTo>
                  <a:pt x="363080" y="9144"/>
                </a:lnTo>
                <a:lnTo>
                  <a:pt x="318795" y="0"/>
                </a:lnTo>
                <a:lnTo>
                  <a:pt x="308787" y="292"/>
                </a:lnTo>
                <a:lnTo>
                  <a:pt x="267360" y="11811"/>
                </a:lnTo>
                <a:lnTo>
                  <a:pt x="236397" y="44196"/>
                </a:lnTo>
                <a:lnTo>
                  <a:pt x="230301" y="73253"/>
                </a:lnTo>
                <a:lnTo>
                  <a:pt x="230593" y="80086"/>
                </a:lnTo>
                <a:lnTo>
                  <a:pt x="247065" y="118973"/>
                </a:lnTo>
                <a:lnTo>
                  <a:pt x="263931" y="132778"/>
                </a:lnTo>
                <a:lnTo>
                  <a:pt x="270027" y="137350"/>
                </a:lnTo>
                <a:lnTo>
                  <a:pt x="276123" y="140398"/>
                </a:lnTo>
                <a:lnTo>
                  <a:pt x="283743" y="143446"/>
                </a:lnTo>
                <a:lnTo>
                  <a:pt x="318795" y="158686"/>
                </a:lnTo>
                <a:lnTo>
                  <a:pt x="324891" y="161734"/>
                </a:lnTo>
                <a:lnTo>
                  <a:pt x="330987" y="163258"/>
                </a:lnTo>
                <a:lnTo>
                  <a:pt x="335559" y="166306"/>
                </a:lnTo>
                <a:lnTo>
                  <a:pt x="340131" y="167830"/>
                </a:lnTo>
                <a:lnTo>
                  <a:pt x="344703" y="170878"/>
                </a:lnTo>
                <a:lnTo>
                  <a:pt x="347751" y="173926"/>
                </a:lnTo>
                <a:lnTo>
                  <a:pt x="352323" y="176974"/>
                </a:lnTo>
                <a:lnTo>
                  <a:pt x="353847" y="180022"/>
                </a:lnTo>
                <a:lnTo>
                  <a:pt x="356895" y="183070"/>
                </a:lnTo>
                <a:lnTo>
                  <a:pt x="360032" y="192214"/>
                </a:lnTo>
                <a:lnTo>
                  <a:pt x="360032" y="196888"/>
                </a:lnTo>
                <a:lnTo>
                  <a:pt x="359194" y="204330"/>
                </a:lnTo>
                <a:lnTo>
                  <a:pt x="324815" y="229844"/>
                </a:lnTo>
                <a:lnTo>
                  <a:pt x="314223" y="230416"/>
                </a:lnTo>
                <a:lnTo>
                  <a:pt x="305079" y="229857"/>
                </a:lnTo>
                <a:lnTo>
                  <a:pt x="268782" y="218173"/>
                </a:lnTo>
                <a:lnTo>
                  <a:pt x="245541" y="201460"/>
                </a:lnTo>
                <a:lnTo>
                  <a:pt x="218109" y="231940"/>
                </a:lnTo>
                <a:lnTo>
                  <a:pt x="250304" y="255727"/>
                </a:lnTo>
                <a:lnTo>
                  <a:pt x="287553" y="269163"/>
                </a:lnTo>
                <a:lnTo>
                  <a:pt x="312699" y="271653"/>
                </a:lnTo>
                <a:lnTo>
                  <a:pt x="323824" y="271132"/>
                </a:lnTo>
                <a:lnTo>
                  <a:pt x="360997" y="261772"/>
                </a:lnTo>
                <a:lnTo>
                  <a:pt x="393179" y="236893"/>
                </a:lnTo>
                <a:lnTo>
                  <a:pt x="406971" y="201536"/>
                </a:lnTo>
                <a:lnTo>
                  <a:pt x="407276" y="1937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697450" y="5705237"/>
            <a:ext cx="2059209" cy="534019"/>
          </a:xfrm>
          <a:prstGeom prst="rect">
            <a:avLst/>
          </a:prstGeom>
        </p:spPr>
      </p:pic>
      <p:grpSp>
        <p:nvGrpSpPr>
          <p:cNvPr id="71" name="object 71" descr=""/>
          <p:cNvGrpSpPr/>
          <p:nvPr/>
        </p:nvGrpSpPr>
        <p:grpSpPr>
          <a:xfrm>
            <a:off x="3851243" y="5705237"/>
            <a:ext cx="2355215" cy="534035"/>
            <a:chOff x="3851243" y="5705237"/>
            <a:chExt cx="2355215" cy="534035"/>
          </a:xfrm>
        </p:grpSpPr>
        <p:sp>
          <p:nvSpPr>
            <p:cNvPr id="72" name="object 72" descr=""/>
            <p:cNvSpPr/>
            <p:nvPr/>
          </p:nvSpPr>
          <p:spPr>
            <a:xfrm>
              <a:off x="3851243" y="5705237"/>
              <a:ext cx="2355215" cy="534035"/>
            </a:xfrm>
            <a:custGeom>
              <a:avLst/>
              <a:gdLst/>
              <a:ahLst/>
              <a:cxnLst/>
              <a:rect l="l" t="t" r="r" b="b"/>
              <a:pathLst>
                <a:path w="2355215" h="534035">
                  <a:moveTo>
                    <a:pt x="2182844" y="534019"/>
                  </a:moveTo>
                  <a:lnTo>
                    <a:pt x="172402" y="534019"/>
                  </a:lnTo>
                  <a:lnTo>
                    <a:pt x="163518" y="533757"/>
                  </a:lnTo>
                  <a:lnTo>
                    <a:pt x="121443" y="526208"/>
                  </a:lnTo>
                  <a:lnTo>
                    <a:pt x="83391" y="509373"/>
                  </a:lnTo>
                  <a:lnTo>
                    <a:pt x="50387" y="483727"/>
                  </a:lnTo>
                  <a:lnTo>
                    <a:pt x="24431" y="450603"/>
                  </a:lnTo>
                  <a:lnTo>
                    <a:pt x="13716" y="427243"/>
                  </a:lnTo>
                  <a:lnTo>
                    <a:pt x="10548" y="419228"/>
                  </a:lnTo>
                  <a:lnTo>
                    <a:pt x="952" y="378952"/>
                  </a:lnTo>
                  <a:lnTo>
                    <a:pt x="0" y="361616"/>
                  </a:lnTo>
                  <a:lnTo>
                    <a:pt x="0" y="170830"/>
                  </a:lnTo>
                  <a:lnTo>
                    <a:pt x="7810" y="121253"/>
                  </a:lnTo>
                  <a:lnTo>
                    <a:pt x="13716" y="105203"/>
                  </a:lnTo>
                  <a:lnTo>
                    <a:pt x="16525" y="97464"/>
                  </a:lnTo>
                  <a:lnTo>
                    <a:pt x="39100" y="62722"/>
                  </a:lnTo>
                  <a:lnTo>
                    <a:pt x="69461" y="33529"/>
                  </a:lnTo>
                  <a:lnTo>
                    <a:pt x="105251" y="12144"/>
                  </a:lnTo>
                  <a:lnTo>
                    <a:pt x="138779" y="3000"/>
                  </a:lnTo>
                  <a:lnTo>
                    <a:pt x="146859" y="1238"/>
                  </a:lnTo>
                  <a:lnTo>
                    <a:pt x="155055" y="333"/>
                  </a:lnTo>
                  <a:lnTo>
                    <a:pt x="163518" y="0"/>
                  </a:lnTo>
                  <a:lnTo>
                    <a:pt x="2191726" y="0"/>
                  </a:lnTo>
                  <a:lnTo>
                    <a:pt x="2200179" y="333"/>
                  </a:lnTo>
                  <a:lnTo>
                    <a:pt x="2208347" y="1238"/>
                  </a:lnTo>
                  <a:lnTo>
                    <a:pt x="2216372" y="3000"/>
                  </a:lnTo>
                  <a:lnTo>
                    <a:pt x="2224373" y="4429"/>
                  </a:lnTo>
                  <a:lnTo>
                    <a:pt x="2264199" y="19954"/>
                  </a:lnTo>
                  <a:lnTo>
                    <a:pt x="2298882" y="43950"/>
                  </a:lnTo>
                  <a:lnTo>
                    <a:pt x="2326195" y="76247"/>
                  </a:lnTo>
                  <a:lnTo>
                    <a:pt x="2344602" y="113219"/>
                  </a:lnTo>
                  <a:lnTo>
                    <a:pt x="2354199" y="154638"/>
                  </a:lnTo>
                  <a:lnTo>
                    <a:pt x="2355151" y="170830"/>
                  </a:lnTo>
                  <a:lnTo>
                    <a:pt x="2355151" y="361616"/>
                  </a:lnTo>
                  <a:lnTo>
                    <a:pt x="2347341" y="411194"/>
                  </a:lnTo>
                  <a:lnTo>
                    <a:pt x="2330505" y="450603"/>
                  </a:lnTo>
                  <a:lnTo>
                    <a:pt x="2304859" y="483727"/>
                  </a:lnTo>
                  <a:lnTo>
                    <a:pt x="2271776" y="509373"/>
                  </a:lnTo>
                  <a:lnTo>
                    <a:pt x="2232374" y="526208"/>
                  </a:lnTo>
                  <a:lnTo>
                    <a:pt x="2191726" y="533757"/>
                  </a:lnTo>
                  <a:lnTo>
                    <a:pt x="2182844" y="534019"/>
                  </a:lnTo>
                  <a:close/>
                </a:path>
              </a:pathLst>
            </a:custGeom>
            <a:solidFill>
              <a:srgbClr val="009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012971" y="5846889"/>
              <a:ext cx="120650" cy="210820"/>
            </a:xfrm>
            <a:custGeom>
              <a:avLst/>
              <a:gdLst/>
              <a:ahLst/>
              <a:cxnLst/>
              <a:rect l="l" t="t" r="r" b="b"/>
              <a:pathLst>
                <a:path w="120650" h="210820">
                  <a:moveTo>
                    <a:pt x="120484" y="0"/>
                  </a:moveTo>
                  <a:lnTo>
                    <a:pt x="0" y="0"/>
                  </a:lnTo>
                  <a:lnTo>
                    <a:pt x="0" y="22860"/>
                  </a:lnTo>
                  <a:lnTo>
                    <a:pt x="0" y="95250"/>
                  </a:lnTo>
                  <a:lnTo>
                    <a:pt x="0" y="115570"/>
                  </a:lnTo>
                  <a:lnTo>
                    <a:pt x="0" y="210820"/>
                  </a:lnTo>
                  <a:lnTo>
                    <a:pt x="25908" y="210820"/>
                  </a:lnTo>
                  <a:lnTo>
                    <a:pt x="25908" y="115570"/>
                  </a:lnTo>
                  <a:lnTo>
                    <a:pt x="106768" y="115570"/>
                  </a:lnTo>
                  <a:lnTo>
                    <a:pt x="106768" y="95250"/>
                  </a:lnTo>
                  <a:lnTo>
                    <a:pt x="25908" y="95250"/>
                  </a:lnTo>
                  <a:lnTo>
                    <a:pt x="25908" y="22860"/>
                  </a:lnTo>
                  <a:lnTo>
                    <a:pt x="120484" y="22860"/>
                  </a:lnTo>
                  <a:lnTo>
                    <a:pt x="120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162425" y="5897498"/>
              <a:ext cx="239458" cy="164782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443126" y="5897498"/>
              <a:ext cx="125063" cy="160210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600194" y="5857779"/>
              <a:ext cx="96107" cy="204501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4729823" y="5846889"/>
              <a:ext cx="123825" cy="210820"/>
            </a:xfrm>
            <a:custGeom>
              <a:avLst/>
              <a:gdLst/>
              <a:ahLst/>
              <a:cxnLst/>
              <a:rect l="l" t="t" r="r" b="b"/>
              <a:pathLst>
                <a:path w="123825" h="210820">
                  <a:moveTo>
                    <a:pt x="123634" y="187960"/>
                  </a:moveTo>
                  <a:lnTo>
                    <a:pt x="26009" y="187960"/>
                  </a:lnTo>
                  <a:lnTo>
                    <a:pt x="26009" y="111760"/>
                  </a:lnTo>
                  <a:lnTo>
                    <a:pt x="105257" y="111760"/>
                  </a:lnTo>
                  <a:lnTo>
                    <a:pt x="105257" y="88900"/>
                  </a:lnTo>
                  <a:lnTo>
                    <a:pt x="26009" y="88900"/>
                  </a:lnTo>
                  <a:lnTo>
                    <a:pt x="26009" y="22860"/>
                  </a:lnTo>
                  <a:lnTo>
                    <a:pt x="120586" y="22860"/>
                  </a:lnTo>
                  <a:lnTo>
                    <a:pt x="120586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88900"/>
                  </a:lnTo>
                  <a:lnTo>
                    <a:pt x="0" y="111760"/>
                  </a:lnTo>
                  <a:lnTo>
                    <a:pt x="0" y="187960"/>
                  </a:lnTo>
                  <a:lnTo>
                    <a:pt x="0" y="210820"/>
                  </a:lnTo>
                  <a:lnTo>
                    <a:pt x="123634" y="210820"/>
                  </a:lnTo>
                  <a:lnTo>
                    <a:pt x="123634" y="1879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896136" y="5897498"/>
              <a:ext cx="123539" cy="160210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059394" y="5830347"/>
              <a:ext cx="135731" cy="231933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315616" y="5846889"/>
              <a:ext cx="283749" cy="215392"/>
            </a:xfrm>
            <a:prstGeom prst="rect">
              <a:avLst/>
            </a:prstGeom>
          </p:spPr>
        </p:pic>
        <p:pic>
          <p:nvPicPr>
            <p:cNvPr id="81" name="object 8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628322" y="5897499"/>
              <a:ext cx="123539" cy="16478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783865" y="5902071"/>
              <a:ext cx="123539" cy="160210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942552" y="5897499"/>
              <a:ext cx="114395" cy="164782"/>
            </a:xfrm>
            <a:prstGeom prst="rect">
              <a:avLst/>
            </a:prstGeom>
          </p:spPr>
        </p:pic>
      </p:grpSp>
      <p:pic>
        <p:nvPicPr>
          <p:cNvPr id="84" name="object 84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6300978" y="5705237"/>
            <a:ext cx="2698337" cy="534019"/>
          </a:xfrm>
          <a:prstGeom prst="rect">
            <a:avLst/>
          </a:prstGeom>
        </p:spPr>
      </p:pic>
      <p:grpSp>
        <p:nvGrpSpPr>
          <p:cNvPr id="85" name="object 85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86" name="object 86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095" y="1789176"/>
            <a:ext cx="9162287" cy="215645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198864" y="507492"/>
            <a:ext cx="718185" cy="344805"/>
            <a:chOff x="9198864" y="507492"/>
            <a:chExt cx="718185" cy="34480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8864" y="507492"/>
              <a:ext cx="717803" cy="3444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62408" y="622077"/>
              <a:ext cx="147923" cy="9763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9547002" y="643413"/>
              <a:ext cx="21590" cy="76835"/>
            </a:xfrm>
            <a:custGeom>
              <a:avLst/>
              <a:gdLst/>
              <a:ahLst/>
              <a:cxnLst/>
              <a:rect l="l" t="t" r="r" b="b"/>
              <a:pathLst>
                <a:path w="21590" h="76834">
                  <a:moveTo>
                    <a:pt x="15240" y="1524"/>
                  </a:moveTo>
                  <a:lnTo>
                    <a:pt x="6096" y="1524"/>
                  </a:lnTo>
                  <a:lnTo>
                    <a:pt x="7620" y="0"/>
                  </a:lnTo>
                  <a:lnTo>
                    <a:pt x="13716" y="0"/>
                  </a:lnTo>
                  <a:lnTo>
                    <a:pt x="15240" y="1524"/>
                  </a:lnTo>
                  <a:close/>
                </a:path>
                <a:path w="21590" h="76834">
                  <a:moveTo>
                    <a:pt x="19812" y="18288"/>
                  </a:moveTo>
                  <a:lnTo>
                    <a:pt x="1524" y="18288"/>
                  </a:lnTo>
                  <a:lnTo>
                    <a:pt x="1524" y="16764"/>
                  </a:lnTo>
                  <a:lnTo>
                    <a:pt x="0" y="1524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4572" y="1524"/>
                  </a:lnTo>
                  <a:lnTo>
                    <a:pt x="16764" y="1524"/>
                  </a:lnTo>
                  <a:lnTo>
                    <a:pt x="16764" y="3048"/>
                  </a:lnTo>
                  <a:lnTo>
                    <a:pt x="18288" y="3048"/>
                  </a:lnTo>
                  <a:lnTo>
                    <a:pt x="19812" y="4572"/>
                  </a:lnTo>
                  <a:lnTo>
                    <a:pt x="19812" y="6096"/>
                  </a:lnTo>
                  <a:lnTo>
                    <a:pt x="21336" y="7620"/>
                  </a:lnTo>
                  <a:lnTo>
                    <a:pt x="21336" y="15240"/>
                  </a:lnTo>
                  <a:lnTo>
                    <a:pt x="19812" y="16764"/>
                  </a:lnTo>
                  <a:lnTo>
                    <a:pt x="19812" y="18288"/>
                  </a:lnTo>
                  <a:close/>
                </a:path>
                <a:path w="21590" h="76834">
                  <a:moveTo>
                    <a:pt x="16764" y="21336"/>
                  </a:moveTo>
                  <a:lnTo>
                    <a:pt x="4572" y="21336"/>
                  </a:lnTo>
                  <a:lnTo>
                    <a:pt x="3048" y="19812"/>
                  </a:lnTo>
                  <a:lnTo>
                    <a:pt x="3048" y="18288"/>
                  </a:lnTo>
                  <a:lnTo>
                    <a:pt x="18288" y="18288"/>
                  </a:lnTo>
                  <a:lnTo>
                    <a:pt x="16764" y="19812"/>
                  </a:lnTo>
                  <a:lnTo>
                    <a:pt x="16764" y="21336"/>
                  </a:lnTo>
                  <a:close/>
                </a:path>
                <a:path w="21590" h="76834">
                  <a:moveTo>
                    <a:pt x="12192" y="22860"/>
                  </a:moveTo>
                  <a:lnTo>
                    <a:pt x="9144" y="22860"/>
                  </a:lnTo>
                  <a:lnTo>
                    <a:pt x="7620" y="21336"/>
                  </a:lnTo>
                  <a:lnTo>
                    <a:pt x="13716" y="21336"/>
                  </a:lnTo>
                  <a:lnTo>
                    <a:pt x="12192" y="22860"/>
                  </a:lnTo>
                  <a:close/>
                </a:path>
                <a:path w="21590" h="76834">
                  <a:moveTo>
                    <a:pt x="19812" y="59531"/>
                  </a:moveTo>
                  <a:lnTo>
                    <a:pt x="1524" y="59531"/>
                  </a:lnTo>
                  <a:lnTo>
                    <a:pt x="1524" y="58007"/>
                  </a:lnTo>
                  <a:lnTo>
                    <a:pt x="3048" y="56483"/>
                  </a:lnTo>
                  <a:lnTo>
                    <a:pt x="3048" y="54959"/>
                  </a:lnTo>
                  <a:lnTo>
                    <a:pt x="4572" y="54959"/>
                  </a:lnTo>
                  <a:lnTo>
                    <a:pt x="6096" y="53435"/>
                  </a:lnTo>
                  <a:lnTo>
                    <a:pt x="15240" y="53435"/>
                  </a:lnTo>
                  <a:lnTo>
                    <a:pt x="19812" y="58007"/>
                  </a:lnTo>
                  <a:lnTo>
                    <a:pt x="19812" y="59531"/>
                  </a:lnTo>
                  <a:close/>
                </a:path>
                <a:path w="21590" h="76834">
                  <a:moveTo>
                    <a:pt x="19812" y="71723"/>
                  </a:moveTo>
                  <a:lnTo>
                    <a:pt x="1524" y="71723"/>
                  </a:lnTo>
                  <a:lnTo>
                    <a:pt x="1524" y="70199"/>
                  </a:lnTo>
                  <a:lnTo>
                    <a:pt x="0" y="68675"/>
                  </a:lnTo>
                  <a:lnTo>
                    <a:pt x="0" y="59531"/>
                  </a:lnTo>
                  <a:lnTo>
                    <a:pt x="21336" y="59531"/>
                  </a:lnTo>
                  <a:lnTo>
                    <a:pt x="21336" y="68675"/>
                  </a:lnTo>
                  <a:lnTo>
                    <a:pt x="19812" y="70199"/>
                  </a:lnTo>
                  <a:lnTo>
                    <a:pt x="19812" y="71723"/>
                  </a:lnTo>
                  <a:close/>
                </a:path>
                <a:path w="21590" h="76834">
                  <a:moveTo>
                    <a:pt x="16764" y="74771"/>
                  </a:moveTo>
                  <a:lnTo>
                    <a:pt x="4572" y="74771"/>
                  </a:lnTo>
                  <a:lnTo>
                    <a:pt x="3048" y="73247"/>
                  </a:lnTo>
                  <a:lnTo>
                    <a:pt x="3048" y="71723"/>
                  </a:lnTo>
                  <a:lnTo>
                    <a:pt x="18288" y="71723"/>
                  </a:lnTo>
                  <a:lnTo>
                    <a:pt x="16764" y="73247"/>
                  </a:lnTo>
                  <a:lnTo>
                    <a:pt x="16764" y="74771"/>
                  </a:lnTo>
                  <a:close/>
                </a:path>
                <a:path w="21590" h="76834">
                  <a:moveTo>
                    <a:pt x="12192" y="76295"/>
                  </a:moveTo>
                  <a:lnTo>
                    <a:pt x="9144" y="76295"/>
                  </a:lnTo>
                  <a:lnTo>
                    <a:pt x="7620" y="74771"/>
                  </a:lnTo>
                  <a:lnTo>
                    <a:pt x="13716" y="74771"/>
                  </a:lnTo>
                  <a:lnTo>
                    <a:pt x="12192" y="76295"/>
                  </a:lnTo>
                  <a:close/>
                </a:path>
              </a:pathLst>
            </a:custGeom>
            <a:solidFill>
              <a:srgbClr val="4B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4914" y="622077"/>
              <a:ext cx="151066" cy="976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Clive Norman</dc:title>
  <dcterms:created xsi:type="dcterms:W3CDTF">2026-03-05T17:18:38Z</dcterms:created>
  <dcterms:modified xsi:type="dcterms:W3CDTF">2026-03-05T17:18:38Z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LastSaved">
    <vt:filetime>2026-03-05T00:00:00Z</vt:filetime>
  </property>
  <property fmtid="{D5CDD505-2E9C-101B-9397-08002B2CF9AE}" pid="4" name="Producer">
    <vt:lpwstr>Microsoft: Print To PDF</vt:lpwstr>
  </property>
</Properties>
</file>